
<file path=[Content_Types].xml><?xml version="1.0" encoding="utf-8"?>
<Types xmlns="http://schemas.openxmlformats.org/package/2006/content-types">
  <Override PartName="/ppt/slideMasters/slideMaster3.xml" ContentType="application/vnd.openxmlformats-officedocument.presentationml.slideMaster+xml"/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5.xml" ContentType="application/vnd.openxmlformats-officedocument.them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6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2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4.xml" ContentType="application/vnd.openxmlformats-officedocument.presentationml.slideMaster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theme/theme6.xml" ContentType="application/vnd.openxmlformats-officedocument.theme+xml"/>
  <Override PartName="/docProps/core.xml" ContentType="application/vnd.openxmlformats-package.core-properties+xml"/>
  <Override PartName="/ppt/slideMasters/slideMaster2.xml" ContentType="application/vnd.openxmlformats-officedocument.presentationml.slideMaster+xml"/>
  <Override PartName="/ppt/slides/slide5.xml" ContentType="application/vnd.openxmlformats-officedocument.presentationml.slide+xml"/>
  <Default Extension="png" ContentType="image/png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slideLayouts/slideLayout16.xml" ContentType="application/vnd.openxmlformats-officedocument.presentationml.slideLayout+xml"/>
  <Override PartName="/ppt/slideLayouts/slideLayout25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  <p:sldMasterId id="2147483716" r:id="rId2"/>
    <p:sldMasterId id="2147483767" r:id="rId3"/>
    <p:sldMasterId id="2147483780" r:id="rId4"/>
  </p:sldMasterIdLst>
  <p:notesMasterIdLst>
    <p:notesMasterId r:id="rId13"/>
  </p:notesMasterIdLst>
  <p:handoutMasterIdLst>
    <p:handoutMasterId r:id="rId14"/>
  </p:handoutMasterIdLst>
  <p:sldIdLst>
    <p:sldId id="256" r:id="rId5"/>
    <p:sldId id="402" r:id="rId6"/>
    <p:sldId id="401" r:id="rId7"/>
    <p:sldId id="403" r:id="rId8"/>
    <p:sldId id="404" r:id="rId9"/>
    <p:sldId id="406" r:id="rId10"/>
    <p:sldId id="407" r:id="rId11"/>
    <p:sldId id="286" r:id="rId12"/>
  </p:sldIdLst>
  <p:sldSz cx="9144000" cy="5143500" type="screen16x9"/>
  <p:notesSz cx="6858000" cy="9144000"/>
  <p:defaultTextStyle>
    <a:defPPr>
      <a:defRPr lang="zh-TW"/>
    </a:defPPr>
    <a:lvl1pPr marL="0" algn="l" defTabSz="91433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66" algn="l" defTabSz="91433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33" algn="l" defTabSz="91433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98" algn="l" defTabSz="91433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64" algn="l" defTabSz="91433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29" algn="l" defTabSz="91433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95" algn="l" defTabSz="91433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60" algn="l" defTabSz="91433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326" algn="l" defTabSz="91433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 xmlns="">
        <p14:section name="豐原~程式結訓作品發表" id="{1BA58C2D-F7C7-4F9F-BE4A-B55B7AA533DC}">
          <p14:sldIdLst>
            <p14:sldId id="256"/>
            <p14:sldId id="402"/>
            <p14:sldId id="401"/>
            <p14:sldId id="403"/>
            <p14:sldId id="404"/>
            <p14:sldId id="406"/>
            <p14:sldId id="407"/>
            <p14:sldId id="286"/>
          </p14:sldIdLst>
        </p14:section>
      </p14:sectionLst>
    </p:ext>
    <p:ext uri="{EFAFB233-063F-42B5-8137-9DF3F51BA10A}">
      <p15:sldGuideLst xmlns:p15="http://schemas.microsoft.com/office/powerpoint/2012/main" xmlns="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87" autoAdjust="0"/>
    <p:restoredTop sz="94548" autoAdjust="0"/>
  </p:normalViewPr>
  <p:slideViewPr>
    <p:cSldViewPr>
      <p:cViewPr varScale="1">
        <p:scale>
          <a:sx n="84" d="100"/>
          <a:sy n="84" d="100"/>
        </p:scale>
        <p:origin x="-876" y="-7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E18115-F8F2-4678-A7BC-B55BD82BDCDB}" type="datetimeFigureOut">
              <a:rPr lang="zh-TW" altLang="en-US" smtClean="0"/>
              <a:pPr/>
              <a:t>2023/10/16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3C64B-A386-4DE2-A5A7-5F104E2A510C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xmlns="" val="297039343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A1CFF8-17DD-4FAD-BF26-511AED2271E5}" type="datetimeFigureOut">
              <a:rPr lang="zh-TW" altLang="en-US" smtClean="0"/>
              <a:pPr/>
              <a:t>2023/10/16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1A8E34-18F4-442D-A605-905232FB3D7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xmlns="" val="66759637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33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66" algn="l" defTabSz="91433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33" algn="l" defTabSz="91433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98" algn="l" defTabSz="91433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64" algn="l" defTabSz="91433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29" algn="l" defTabSz="91433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95" algn="l" defTabSz="91433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60" algn="l" defTabSz="91433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326" algn="l" defTabSz="91433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投影片圖像版面配置區 1">
            <a:extLst>
              <a:ext uri="{FF2B5EF4-FFF2-40B4-BE49-F238E27FC236}">
                <a16:creationId xmlns:a16="http://schemas.microsoft.com/office/drawing/2014/main" xmlns="" id="{FF697B82-0A6D-2D1E-DBBF-3153FC7D523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59395" name="備忘稿版面配置區 2">
            <a:extLst>
              <a:ext uri="{FF2B5EF4-FFF2-40B4-BE49-F238E27FC236}">
                <a16:creationId xmlns:a16="http://schemas.microsoft.com/office/drawing/2014/main" xmlns="" id="{C1B121DB-2D52-E6BE-D276-7616489D7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extLst>
            <a:ext uri="{91240B29-F687-4F45-9708-019B960494DF}">
              <a14:hiddenLine xmlns:a14="http://schemas.microsoft.com/office/drawing/2010/main" xmlns="" w="9525">
                <a:solidFill>
                  <a:srgbClr val="3465A4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>
              <a:latin typeface="Times New Roman" panose="02020603050405020304" pitchFamily="18" charset="0"/>
            </a:endParaRPr>
          </a:p>
        </p:txBody>
      </p:sp>
      <p:sp>
        <p:nvSpPr>
          <p:cNvPr id="59396" name="投影片編號版面配置區 3">
            <a:extLst>
              <a:ext uri="{FF2B5EF4-FFF2-40B4-BE49-F238E27FC236}">
                <a16:creationId xmlns:a16="http://schemas.microsoft.com/office/drawing/2014/main" xmlns="" id="{43DB5A2A-5F38-A4C3-60B2-450B48C5D3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4492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/>
              <a:defRPr/>
            </a:pPr>
            <a:fld id="{4E95C824-4636-43CC-98E7-E802B32DC17C}" type="slidenum">
              <a:rPr kumimoji="0" lang="zh-TW" alt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新細明體" panose="02020500000000000000" pitchFamily="18" charset="-120"/>
                <a:cs typeface="+mn-cs"/>
              </a:rPr>
              <a:pPr marL="0" marR="0" lvl="0" indent="0" algn="l" defTabSz="44926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  <a:tabLst/>
                <a:defRPr/>
              </a:pPr>
              <a:t>8</a:t>
            </a:fld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新細明體" panose="02020500000000000000" pitchFamily="18" charset="-120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4126509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layout">
    <p:bg>
      <p:bgPr>
        <a:gradFill>
          <a:gsLst>
            <a:gs pos="0">
              <a:schemeClr val="accent2">
                <a:lumMod val="90000"/>
                <a:lumOff val="10000"/>
              </a:schemeClr>
            </a:gs>
            <a:gs pos="50000">
              <a:schemeClr val="accent2">
                <a:lumMod val="40000"/>
                <a:lumOff val="60000"/>
              </a:schemeClr>
            </a:gs>
            <a:gs pos="25000">
              <a:srgbClr val="84CFD2">
                <a:lumMod val="60000"/>
                <a:lumOff val="40000"/>
              </a:srgbClr>
            </a:gs>
            <a:gs pos="75000">
              <a:schemeClr val="accent2">
                <a:lumMod val="60000"/>
                <a:lumOff val="40000"/>
              </a:schemeClr>
            </a:gs>
            <a:gs pos="100000">
              <a:schemeClr val="accent2">
                <a:lumMod val="90000"/>
                <a:lumOff val="1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3856938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ontents slide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xmlns="" id="{52C882D6-F42B-420F-B28D-BA2BD09E51CA}"/>
              </a:ext>
            </a:extLst>
          </p:cNvPr>
          <p:cNvSpPr/>
          <p:nvPr userDrawn="1"/>
        </p:nvSpPr>
        <p:spPr>
          <a:xfrm>
            <a:off x="0" y="4610653"/>
            <a:ext cx="9144000" cy="541818"/>
          </a:xfrm>
          <a:custGeom>
            <a:avLst/>
            <a:gdLst>
              <a:gd name="connsiteX0" fmla="*/ 9381227 w 12192000"/>
              <a:gd name="connsiteY0" fmla="*/ 0 h 722424"/>
              <a:gd name="connsiteX1" fmla="*/ 9628588 w 12192000"/>
              <a:gd name="connsiteY1" fmla="*/ 97110 h 722424"/>
              <a:gd name="connsiteX2" fmla="*/ 9664383 w 12192000"/>
              <a:gd name="connsiteY2" fmla="*/ 138229 h 722424"/>
              <a:gd name="connsiteX3" fmla="*/ 9747177 w 12192000"/>
              <a:gd name="connsiteY3" fmla="*/ 128344 h 722424"/>
              <a:gd name="connsiteX4" fmla="*/ 9967039 w 12192000"/>
              <a:gd name="connsiteY4" fmla="*/ 191996 h 722424"/>
              <a:gd name="connsiteX5" fmla="*/ 10010266 w 12192000"/>
              <a:gd name="connsiteY5" fmla="*/ 225799 h 722424"/>
              <a:gd name="connsiteX6" fmla="*/ 10023948 w 12192000"/>
              <a:gd name="connsiteY6" fmla="*/ 210081 h 722424"/>
              <a:gd name="connsiteX7" fmla="*/ 10302008 w 12192000"/>
              <a:gd name="connsiteY7" fmla="*/ 100919 h 722424"/>
              <a:gd name="connsiteX8" fmla="*/ 10664342 w 12192000"/>
              <a:gd name="connsiteY8" fmla="*/ 328549 h 722424"/>
              <a:gd name="connsiteX9" fmla="*/ 10665904 w 12192000"/>
              <a:gd name="connsiteY9" fmla="*/ 335885 h 722424"/>
              <a:gd name="connsiteX10" fmla="*/ 10694098 w 12192000"/>
              <a:gd name="connsiteY10" fmla="*/ 321381 h 722424"/>
              <a:gd name="connsiteX11" fmla="*/ 10847163 w 12192000"/>
              <a:gd name="connsiteY11" fmla="*/ 292092 h 722424"/>
              <a:gd name="connsiteX12" fmla="*/ 11067025 w 12192000"/>
              <a:gd name="connsiteY12" fmla="*/ 355744 h 722424"/>
              <a:gd name="connsiteX13" fmla="*/ 11092379 w 12192000"/>
              <a:gd name="connsiteY13" fmla="*/ 375571 h 722424"/>
              <a:gd name="connsiteX14" fmla="*/ 11145253 w 12192000"/>
              <a:gd name="connsiteY14" fmla="*/ 334223 h 722424"/>
              <a:gd name="connsiteX15" fmla="*/ 11365115 w 12192000"/>
              <a:gd name="connsiteY15" fmla="*/ 270571 h 722424"/>
              <a:gd name="connsiteX16" fmla="*/ 11727448 w 12192000"/>
              <a:gd name="connsiteY16" fmla="*/ 498202 h 722424"/>
              <a:gd name="connsiteX17" fmla="*/ 11731256 w 12192000"/>
              <a:gd name="connsiteY17" fmla="*/ 516075 h 722424"/>
              <a:gd name="connsiteX18" fmla="*/ 11787810 w 12192000"/>
              <a:gd name="connsiteY18" fmla="*/ 510671 h 722424"/>
              <a:gd name="connsiteX19" fmla="*/ 11790458 w 12192000"/>
              <a:gd name="connsiteY19" fmla="*/ 498238 h 722424"/>
              <a:gd name="connsiteX20" fmla="*/ 12000600 w 12192000"/>
              <a:gd name="connsiteY20" fmla="*/ 366220 h 722424"/>
              <a:gd name="connsiteX21" fmla="*/ 12161866 w 12192000"/>
              <a:gd name="connsiteY21" fmla="*/ 429531 h 722424"/>
              <a:gd name="connsiteX22" fmla="*/ 12192000 w 12192000"/>
              <a:gd name="connsiteY22" fmla="*/ 471892 h 722424"/>
              <a:gd name="connsiteX23" fmla="*/ 12192000 w 12192000"/>
              <a:gd name="connsiteY23" fmla="*/ 692861 h 722424"/>
              <a:gd name="connsiteX24" fmla="*/ 12170970 w 12192000"/>
              <a:gd name="connsiteY24" fmla="*/ 722424 h 722424"/>
              <a:gd name="connsiteX25" fmla="*/ 7083124 w 12192000"/>
              <a:gd name="connsiteY25" fmla="*/ 722424 h 722424"/>
              <a:gd name="connsiteX26" fmla="*/ 7064687 w 12192000"/>
              <a:gd name="connsiteY26" fmla="*/ 635873 h 722424"/>
              <a:gd name="connsiteX27" fmla="*/ 7070633 w 12192000"/>
              <a:gd name="connsiteY27" fmla="*/ 607957 h 722424"/>
              <a:gd name="connsiteX28" fmla="*/ 7048484 w 12192000"/>
              <a:gd name="connsiteY28" fmla="*/ 646633 h 722424"/>
              <a:gd name="connsiteX29" fmla="*/ 6986810 w 12192000"/>
              <a:gd name="connsiteY29" fmla="*/ 714133 h 722424"/>
              <a:gd name="connsiteX30" fmla="*/ 6974500 w 12192000"/>
              <a:gd name="connsiteY30" fmla="*/ 722424 h 722424"/>
              <a:gd name="connsiteX31" fmla="*/ 6473658 w 12192000"/>
              <a:gd name="connsiteY31" fmla="*/ 722424 h 722424"/>
              <a:gd name="connsiteX32" fmla="*/ 6452315 w 12192000"/>
              <a:gd name="connsiteY32" fmla="*/ 704044 h 722424"/>
              <a:gd name="connsiteX33" fmla="*/ 6456230 w 12192000"/>
              <a:gd name="connsiteY33" fmla="*/ 722424 h 722424"/>
              <a:gd name="connsiteX34" fmla="*/ 12828 w 12192000"/>
              <a:gd name="connsiteY34" fmla="*/ 722424 h 722424"/>
              <a:gd name="connsiteX35" fmla="*/ 0 w 12192000"/>
              <a:gd name="connsiteY35" fmla="*/ 665416 h 722424"/>
              <a:gd name="connsiteX36" fmla="*/ 415407 w 12192000"/>
              <a:gd name="connsiteY36" fmla="*/ 292713 h 722424"/>
              <a:gd name="connsiteX37" fmla="*/ 647665 w 12192000"/>
              <a:gd name="connsiteY37" fmla="*/ 356365 h 722424"/>
              <a:gd name="connsiteX38" fmla="*/ 695234 w 12192000"/>
              <a:gd name="connsiteY38" fmla="*/ 391579 h 722424"/>
              <a:gd name="connsiteX39" fmla="*/ 748462 w 12192000"/>
              <a:gd name="connsiteY39" fmla="*/ 376754 h 722424"/>
              <a:gd name="connsiteX40" fmla="*/ 832181 w 12192000"/>
              <a:gd name="connsiteY40" fmla="*/ 369182 h 722424"/>
              <a:gd name="connsiteX41" fmla="*/ 993876 w 12192000"/>
              <a:gd name="connsiteY41" fmla="*/ 398471 h 722424"/>
              <a:gd name="connsiteX42" fmla="*/ 1026724 w 12192000"/>
              <a:gd name="connsiteY42" fmla="*/ 414467 h 722424"/>
              <a:gd name="connsiteX43" fmla="*/ 1041388 w 12192000"/>
              <a:gd name="connsiteY43" fmla="*/ 390229 h 722424"/>
              <a:gd name="connsiteX44" fmla="*/ 1385850 w 12192000"/>
              <a:gd name="connsiteY44" fmla="*/ 225907 h 722424"/>
              <a:gd name="connsiteX45" fmla="*/ 1618108 w 12192000"/>
              <a:gd name="connsiteY45" fmla="*/ 289559 h 722424"/>
              <a:gd name="connsiteX46" fmla="*/ 1650849 w 12192000"/>
              <a:gd name="connsiteY46" fmla="*/ 313796 h 722424"/>
              <a:gd name="connsiteX47" fmla="*/ 1658951 w 12192000"/>
              <a:gd name="connsiteY47" fmla="*/ 304985 h 722424"/>
              <a:gd name="connsiteX48" fmla="*/ 1952689 w 12192000"/>
              <a:gd name="connsiteY48" fmla="*/ 195823 h 722424"/>
              <a:gd name="connsiteX49" fmla="*/ 2246426 w 12192000"/>
              <a:gd name="connsiteY49" fmla="*/ 304985 h 722424"/>
              <a:gd name="connsiteX50" fmla="*/ 2256145 w 12192000"/>
              <a:gd name="connsiteY50" fmla="*/ 315554 h 722424"/>
              <a:gd name="connsiteX51" fmla="*/ 2261919 w 12192000"/>
              <a:gd name="connsiteY51" fmla="*/ 306011 h 722424"/>
              <a:gd name="connsiteX52" fmla="*/ 2606381 w 12192000"/>
              <a:gd name="connsiteY52" fmla="*/ 141690 h 722424"/>
              <a:gd name="connsiteX53" fmla="*/ 2838640 w 12192000"/>
              <a:gd name="connsiteY53" fmla="*/ 205342 h 722424"/>
              <a:gd name="connsiteX54" fmla="*/ 2855722 w 12192000"/>
              <a:gd name="connsiteY54" fmla="*/ 217987 h 722424"/>
              <a:gd name="connsiteX55" fmla="*/ 2893007 w 12192000"/>
              <a:gd name="connsiteY55" fmla="*/ 199830 h 722424"/>
              <a:gd name="connsiteX56" fmla="*/ 3054703 w 12192000"/>
              <a:gd name="connsiteY56" fmla="*/ 170541 h 722424"/>
              <a:gd name="connsiteX57" fmla="*/ 3348440 w 12192000"/>
              <a:gd name="connsiteY57" fmla="*/ 279703 h 722424"/>
              <a:gd name="connsiteX58" fmla="*/ 3385274 w 12192000"/>
              <a:gd name="connsiteY58" fmla="*/ 319757 h 722424"/>
              <a:gd name="connsiteX59" fmla="*/ 3422856 w 12192000"/>
              <a:gd name="connsiteY59" fmla="*/ 288067 h 722424"/>
              <a:gd name="connsiteX60" fmla="*/ 3655114 w 12192000"/>
              <a:gd name="connsiteY60" fmla="*/ 215562 h 722424"/>
              <a:gd name="connsiteX61" fmla="*/ 3738834 w 12192000"/>
              <a:gd name="connsiteY61" fmla="*/ 224187 h 722424"/>
              <a:gd name="connsiteX62" fmla="*/ 3752633 w 12192000"/>
              <a:gd name="connsiteY62" fmla="*/ 228564 h 722424"/>
              <a:gd name="connsiteX63" fmla="*/ 3761041 w 12192000"/>
              <a:gd name="connsiteY63" fmla="*/ 219422 h 722424"/>
              <a:gd name="connsiteX64" fmla="*/ 4054775 w 12192000"/>
              <a:gd name="connsiteY64" fmla="*/ 110260 h 722424"/>
              <a:gd name="connsiteX65" fmla="*/ 4287034 w 12192000"/>
              <a:gd name="connsiteY65" fmla="*/ 173912 h 722424"/>
              <a:gd name="connsiteX66" fmla="*/ 4341837 w 12192000"/>
              <a:gd name="connsiteY66" fmla="*/ 214480 h 722424"/>
              <a:gd name="connsiteX67" fmla="*/ 4370347 w 12192000"/>
              <a:gd name="connsiteY67" fmla="*/ 193376 h 722424"/>
              <a:gd name="connsiteX68" fmla="*/ 4602604 w 12192000"/>
              <a:gd name="connsiteY68" fmla="*/ 129724 h 722424"/>
              <a:gd name="connsiteX69" fmla="*/ 4947064 w 12192000"/>
              <a:gd name="connsiteY69" fmla="*/ 294045 h 722424"/>
              <a:gd name="connsiteX70" fmla="*/ 4965679 w 12192000"/>
              <a:gd name="connsiteY70" fmla="*/ 324816 h 722424"/>
              <a:gd name="connsiteX71" fmla="*/ 4988215 w 12192000"/>
              <a:gd name="connsiteY71" fmla="*/ 318540 h 722424"/>
              <a:gd name="connsiteX72" fmla="*/ 5064043 w 12192000"/>
              <a:gd name="connsiteY72" fmla="*/ 311682 h 722424"/>
              <a:gd name="connsiteX73" fmla="*/ 5089870 w 12192000"/>
              <a:gd name="connsiteY73" fmla="*/ 283596 h 722424"/>
              <a:gd name="connsiteX74" fmla="*/ 5383609 w 12192000"/>
              <a:gd name="connsiteY74" fmla="*/ 174434 h 722424"/>
              <a:gd name="connsiteX75" fmla="*/ 5615868 w 12192000"/>
              <a:gd name="connsiteY75" fmla="*/ 238086 h 722424"/>
              <a:gd name="connsiteX76" fmla="*/ 5638857 w 12192000"/>
              <a:gd name="connsiteY76" fmla="*/ 255105 h 722424"/>
              <a:gd name="connsiteX77" fmla="*/ 5639670 w 12192000"/>
              <a:gd name="connsiteY77" fmla="*/ 251290 h 722424"/>
              <a:gd name="connsiteX78" fmla="*/ 6002002 w 12192000"/>
              <a:gd name="connsiteY78" fmla="*/ 23660 h 722424"/>
              <a:gd name="connsiteX79" fmla="*/ 6364336 w 12192000"/>
              <a:gd name="connsiteY79" fmla="*/ 251290 h 722424"/>
              <a:gd name="connsiteX80" fmla="*/ 6369684 w 12192000"/>
              <a:gd name="connsiteY80" fmla="*/ 276397 h 722424"/>
              <a:gd name="connsiteX81" fmla="*/ 6396330 w 12192000"/>
              <a:gd name="connsiteY81" fmla="*/ 229869 h 722424"/>
              <a:gd name="connsiteX82" fmla="*/ 6722407 w 12192000"/>
              <a:gd name="connsiteY82" fmla="*/ 65548 h 722424"/>
              <a:gd name="connsiteX83" fmla="*/ 7000467 w 12192000"/>
              <a:gd name="connsiteY83" fmla="*/ 174710 h 722424"/>
              <a:gd name="connsiteX84" fmla="*/ 7029242 w 12192000"/>
              <a:gd name="connsiteY84" fmla="*/ 207765 h 722424"/>
              <a:gd name="connsiteX85" fmla="*/ 7052070 w 12192000"/>
              <a:gd name="connsiteY85" fmla="*/ 167904 h 722424"/>
              <a:gd name="connsiteX86" fmla="*/ 7378148 w 12192000"/>
              <a:gd name="connsiteY86" fmla="*/ 3583 h 722424"/>
              <a:gd name="connsiteX87" fmla="*/ 7598010 w 12192000"/>
              <a:gd name="connsiteY87" fmla="*/ 67235 h 722424"/>
              <a:gd name="connsiteX88" fmla="*/ 7638413 w 12192000"/>
              <a:gd name="connsiteY88" fmla="*/ 98830 h 722424"/>
              <a:gd name="connsiteX89" fmla="*/ 7691091 w 12192000"/>
              <a:gd name="connsiteY89" fmla="*/ 93797 h 722424"/>
              <a:gd name="connsiteX90" fmla="*/ 7994531 w 12192000"/>
              <a:gd name="connsiteY90" fmla="*/ 229426 h 722424"/>
              <a:gd name="connsiteX91" fmla="*/ 8041237 w 12192000"/>
              <a:gd name="connsiteY91" fmla="*/ 302389 h 722424"/>
              <a:gd name="connsiteX92" fmla="*/ 8050122 w 12192000"/>
              <a:gd name="connsiteY92" fmla="*/ 292182 h 722424"/>
              <a:gd name="connsiteX93" fmla="*/ 8328182 w 12192000"/>
              <a:gd name="connsiteY93" fmla="*/ 183020 h 722424"/>
              <a:gd name="connsiteX94" fmla="*/ 8548044 w 12192000"/>
              <a:gd name="connsiteY94" fmla="*/ 246672 h 722424"/>
              <a:gd name="connsiteX95" fmla="*/ 8598621 w 12192000"/>
              <a:gd name="connsiteY95" fmla="*/ 286223 h 722424"/>
              <a:gd name="connsiteX96" fmla="*/ 8598647 w 12192000"/>
              <a:gd name="connsiteY96" fmla="*/ 286193 h 722424"/>
              <a:gd name="connsiteX97" fmla="*/ 8876707 w 12192000"/>
              <a:gd name="connsiteY97" fmla="*/ 177031 h 722424"/>
              <a:gd name="connsiteX98" fmla="*/ 9047191 w 12192000"/>
              <a:gd name="connsiteY98" fmla="*/ 213783 h 722424"/>
              <a:gd name="connsiteX99" fmla="*/ 9055526 w 12192000"/>
              <a:gd name="connsiteY99" fmla="*/ 218324 h 722424"/>
              <a:gd name="connsiteX100" fmla="*/ 9058897 w 12192000"/>
              <a:gd name="connsiteY100" fmla="*/ 202498 h 722424"/>
              <a:gd name="connsiteX101" fmla="*/ 9381227 w 12192000"/>
              <a:gd name="connsiteY101" fmla="*/ 0 h 72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2192000" h="722424">
                <a:moveTo>
                  <a:pt x="9381227" y="0"/>
                </a:moveTo>
                <a:cubicBezTo>
                  <a:pt x="9477828" y="0"/>
                  <a:pt x="9565283" y="37110"/>
                  <a:pt x="9628588" y="97110"/>
                </a:cubicBezTo>
                <a:lnTo>
                  <a:pt x="9664383" y="138229"/>
                </a:lnTo>
                <a:lnTo>
                  <a:pt x="9747177" y="128344"/>
                </a:lnTo>
                <a:cubicBezTo>
                  <a:pt x="9828619" y="128344"/>
                  <a:pt x="9904278" y="151809"/>
                  <a:pt x="9967039" y="191996"/>
                </a:cubicBezTo>
                <a:lnTo>
                  <a:pt x="10010266" y="225799"/>
                </a:lnTo>
                <a:lnTo>
                  <a:pt x="10023948" y="210081"/>
                </a:lnTo>
                <a:cubicBezTo>
                  <a:pt x="10095110" y="142635"/>
                  <a:pt x="10193419" y="100919"/>
                  <a:pt x="10302008" y="100919"/>
                </a:cubicBezTo>
                <a:cubicBezTo>
                  <a:pt x="10464892" y="100919"/>
                  <a:pt x="10604645" y="194780"/>
                  <a:pt x="10664342" y="328549"/>
                </a:cubicBezTo>
                <a:lnTo>
                  <a:pt x="10665904" y="335885"/>
                </a:lnTo>
                <a:lnTo>
                  <a:pt x="10694098" y="321381"/>
                </a:lnTo>
                <a:cubicBezTo>
                  <a:pt x="10741144" y="302521"/>
                  <a:pt x="10792869" y="292092"/>
                  <a:pt x="10847163" y="292092"/>
                </a:cubicBezTo>
                <a:cubicBezTo>
                  <a:pt x="10928605" y="292092"/>
                  <a:pt x="11004264" y="315557"/>
                  <a:pt x="11067025" y="355744"/>
                </a:cubicBezTo>
                <a:lnTo>
                  <a:pt x="11092379" y="375571"/>
                </a:lnTo>
                <a:lnTo>
                  <a:pt x="11145253" y="334223"/>
                </a:lnTo>
                <a:cubicBezTo>
                  <a:pt x="11208014" y="294036"/>
                  <a:pt x="11283673" y="270571"/>
                  <a:pt x="11365115" y="270571"/>
                </a:cubicBezTo>
                <a:cubicBezTo>
                  <a:pt x="11527998" y="270571"/>
                  <a:pt x="11667752" y="364432"/>
                  <a:pt x="11727448" y="498202"/>
                </a:cubicBezTo>
                <a:lnTo>
                  <a:pt x="11731256" y="516075"/>
                </a:lnTo>
                <a:lnTo>
                  <a:pt x="11787810" y="510671"/>
                </a:lnTo>
                <a:lnTo>
                  <a:pt x="11790458" y="498238"/>
                </a:lnTo>
                <a:cubicBezTo>
                  <a:pt x="11825080" y="420657"/>
                  <a:pt x="11906133" y="366220"/>
                  <a:pt x="12000600" y="366220"/>
                </a:cubicBezTo>
                <a:cubicBezTo>
                  <a:pt x="12063578" y="366220"/>
                  <a:pt x="12120594" y="390414"/>
                  <a:pt x="12161866" y="429531"/>
                </a:cubicBezTo>
                <a:lnTo>
                  <a:pt x="12192000" y="471892"/>
                </a:lnTo>
                <a:lnTo>
                  <a:pt x="12192000" y="692861"/>
                </a:lnTo>
                <a:lnTo>
                  <a:pt x="12170970" y="722424"/>
                </a:lnTo>
                <a:lnTo>
                  <a:pt x="7083124" y="722424"/>
                </a:lnTo>
                <a:lnTo>
                  <a:pt x="7064687" y="635873"/>
                </a:lnTo>
                <a:lnTo>
                  <a:pt x="7070633" y="607957"/>
                </a:lnTo>
                <a:lnTo>
                  <a:pt x="7048484" y="646633"/>
                </a:lnTo>
                <a:cubicBezTo>
                  <a:pt x="7030818" y="671418"/>
                  <a:pt x="7010088" y="694081"/>
                  <a:pt x="6986810" y="714133"/>
                </a:cubicBezTo>
                <a:lnTo>
                  <a:pt x="6974500" y="722424"/>
                </a:lnTo>
                <a:lnTo>
                  <a:pt x="6473658" y="722424"/>
                </a:lnTo>
                <a:lnTo>
                  <a:pt x="6452315" y="704044"/>
                </a:lnTo>
                <a:lnTo>
                  <a:pt x="6456230" y="722424"/>
                </a:lnTo>
                <a:lnTo>
                  <a:pt x="12828" y="722424"/>
                </a:lnTo>
                <a:lnTo>
                  <a:pt x="0" y="665416"/>
                </a:lnTo>
                <a:cubicBezTo>
                  <a:pt x="0" y="459578"/>
                  <a:pt x="185984" y="292713"/>
                  <a:pt x="415407" y="292713"/>
                </a:cubicBezTo>
                <a:cubicBezTo>
                  <a:pt x="501441" y="292713"/>
                  <a:pt x="581366" y="316178"/>
                  <a:pt x="647665" y="356365"/>
                </a:cubicBezTo>
                <a:lnTo>
                  <a:pt x="695234" y="391579"/>
                </a:lnTo>
                <a:lnTo>
                  <a:pt x="748462" y="376754"/>
                </a:lnTo>
                <a:cubicBezTo>
                  <a:pt x="775504" y="371790"/>
                  <a:pt x="803503" y="369182"/>
                  <a:pt x="832181" y="369182"/>
                </a:cubicBezTo>
                <a:cubicBezTo>
                  <a:pt x="889537" y="369182"/>
                  <a:pt x="944178" y="379611"/>
                  <a:pt x="993876" y="398471"/>
                </a:cubicBezTo>
                <a:lnTo>
                  <a:pt x="1026724" y="414467"/>
                </a:lnTo>
                <a:lnTo>
                  <a:pt x="1041388" y="390229"/>
                </a:lnTo>
                <a:cubicBezTo>
                  <a:pt x="1116039" y="291088"/>
                  <a:pt x="1242460" y="225907"/>
                  <a:pt x="1385850" y="225907"/>
                </a:cubicBezTo>
                <a:cubicBezTo>
                  <a:pt x="1471883" y="225907"/>
                  <a:pt x="1551808" y="249372"/>
                  <a:pt x="1618108" y="289559"/>
                </a:cubicBezTo>
                <a:lnTo>
                  <a:pt x="1650849" y="313796"/>
                </a:lnTo>
                <a:lnTo>
                  <a:pt x="1658951" y="304985"/>
                </a:lnTo>
                <a:cubicBezTo>
                  <a:pt x="1734125" y="237539"/>
                  <a:pt x="1837977" y="195823"/>
                  <a:pt x="1952689" y="195823"/>
                </a:cubicBezTo>
                <a:cubicBezTo>
                  <a:pt x="2067400" y="195823"/>
                  <a:pt x="2171252" y="237539"/>
                  <a:pt x="2246426" y="304985"/>
                </a:cubicBezTo>
                <a:lnTo>
                  <a:pt x="2256145" y="315554"/>
                </a:lnTo>
                <a:lnTo>
                  <a:pt x="2261919" y="306011"/>
                </a:lnTo>
                <a:cubicBezTo>
                  <a:pt x="2336571" y="206871"/>
                  <a:pt x="2462992" y="141690"/>
                  <a:pt x="2606381" y="141690"/>
                </a:cubicBezTo>
                <a:cubicBezTo>
                  <a:pt x="2692416" y="141690"/>
                  <a:pt x="2772341" y="165155"/>
                  <a:pt x="2838640" y="205342"/>
                </a:cubicBezTo>
                <a:lnTo>
                  <a:pt x="2855722" y="217987"/>
                </a:lnTo>
                <a:lnTo>
                  <a:pt x="2893007" y="199830"/>
                </a:lnTo>
                <a:cubicBezTo>
                  <a:pt x="2942707" y="180970"/>
                  <a:pt x="2997347" y="170541"/>
                  <a:pt x="3054703" y="170541"/>
                </a:cubicBezTo>
                <a:cubicBezTo>
                  <a:pt x="3169414" y="170541"/>
                  <a:pt x="3273266" y="212257"/>
                  <a:pt x="3348440" y="279703"/>
                </a:cubicBezTo>
                <a:lnTo>
                  <a:pt x="3385274" y="319757"/>
                </a:lnTo>
                <a:lnTo>
                  <a:pt x="3422856" y="288067"/>
                </a:lnTo>
                <a:cubicBezTo>
                  <a:pt x="3489156" y="242291"/>
                  <a:pt x="3569081" y="215562"/>
                  <a:pt x="3655114" y="215562"/>
                </a:cubicBezTo>
                <a:cubicBezTo>
                  <a:pt x="3683792" y="215562"/>
                  <a:pt x="3711792" y="218532"/>
                  <a:pt x="3738834" y="224187"/>
                </a:cubicBezTo>
                <a:lnTo>
                  <a:pt x="3752633" y="228564"/>
                </a:lnTo>
                <a:lnTo>
                  <a:pt x="3761041" y="219422"/>
                </a:lnTo>
                <a:cubicBezTo>
                  <a:pt x="3836213" y="151976"/>
                  <a:pt x="3940064" y="110260"/>
                  <a:pt x="4054775" y="110260"/>
                </a:cubicBezTo>
                <a:cubicBezTo>
                  <a:pt x="4140810" y="110260"/>
                  <a:pt x="4220734" y="133725"/>
                  <a:pt x="4287034" y="173912"/>
                </a:cubicBezTo>
                <a:lnTo>
                  <a:pt x="4341837" y="214480"/>
                </a:lnTo>
                <a:lnTo>
                  <a:pt x="4370347" y="193376"/>
                </a:lnTo>
                <a:cubicBezTo>
                  <a:pt x="4436643" y="153189"/>
                  <a:pt x="4516570" y="129724"/>
                  <a:pt x="4602604" y="129724"/>
                </a:cubicBezTo>
                <a:cubicBezTo>
                  <a:pt x="4745992" y="129724"/>
                  <a:pt x="4872413" y="194905"/>
                  <a:pt x="4947064" y="294045"/>
                </a:cubicBezTo>
                <a:lnTo>
                  <a:pt x="4965679" y="324816"/>
                </a:lnTo>
                <a:lnTo>
                  <a:pt x="4988215" y="318540"/>
                </a:lnTo>
                <a:lnTo>
                  <a:pt x="5064043" y="311682"/>
                </a:lnTo>
                <a:lnTo>
                  <a:pt x="5089870" y="283596"/>
                </a:lnTo>
                <a:cubicBezTo>
                  <a:pt x="5165045" y="216150"/>
                  <a:pt x="5268897" y="174434"/>
                  <a:pt x="5383609" y="174434"/>
                </a:cubicBezTo>
                <a:cubicBezTo>
                  <a:pt x="5469643" y="174434"/>
                  <a:pt x="5549567" y="197899"/>
                  <a:pt x="5615868" y="238086"/>
                </a:cubicBezTo>
                <a:lnTo>
                  <a:pt x="5638857" y="255105"/>
                </a:lnTo>
                <a:lnTo>
                  <a:pt x="5639670" y="251290"/>
                </a:lnTo>
                <a:cubicBezTo>
                  <a:pt x="5699366" y="117521"/>
                  <a:pt x="5839120" y="23660"/>
                  <a:pt x="6002002" y="23660"/>
                </a:cubicBezTo>
                <a:cubicBezTo>
                  <a:pt x="6164885" y="23660"/>
                  <a:pt x="6304640" y="117521"/>
                  <a:pt x="6364336" y="251290"/>
                </a:cubicBezTo>
                <a:lnTo>
                  <a:pt x="6369684" y="276397"/>
                </a:lnTo>
                <a:lnTo>
                  <a:pt x="6396330" y="229869"/>
                </a:lnTo>
                <a:cubicBezTo>
                  <a:pt x="6466997" y="130729"/>
                  <a:pt x="6586671" y="65548"/>
                  <a:pt x="6722407" y="65548"/>
                </a:cubicBezTo>
                <a:cubicBezTo>
                  <a:pt x="6830996" y="65548"/>
                  <a:pt x="6929305" y="107264"/>
                  <a:pt x="7000467" y="174710"/>
                </a:cubicBezTo>
                <a:lnTo>
                  <a:pt x="7029242" y="207765"/>
                </a:lnTo>
                <a:lnTo>
                  <a:pt x="7052070" y="167904"/>
                </a:lnTo>
                <a:cubicBezTo>
                  <a:pt x="7122738" y="68764"/>
                  <a:pt x="7242412" y="3583"/>
                  <a:pt x="7378148" y="3583"/>
                </a:cubicBezTo>
                <a:cubicBezTo>
                  <a:pt x="7459590" y="3583"/>
                  <a:pt x="7535249" y="27048"/>
                  <a:pt x="7598010" y="67235"/>
                </a:cubicBezTo>
                <a:lnTo>
                  <a:pt x="7638413" y="98830"/>
                </a:lnTo>
                <a:lnTo>
                  <a:pt x="7691091" y="93797"/>
                </a:lnTo>
                <a:cubicBezTo>
                  <a:pt x="7813253" y="93797"/>
                  <a:pt x="7922405" y="146594"/>
                  <a:pt x="7994531" y="229426"/>
                </a:cubicBezTo>
                <a:lnTo>
                  <a:pt x="8041237" y="302389"/>
                </a:lnTo>
                <a:lnTo>
                  <a:pt x="8050122" y="292182"/>
                </a:lnTo>
                <a:cubicBezTo>
                  <a:pt x="8121284" y="224736"/>
                  <a:pt x="8219593" y="183020"/>
                  <a:pt x="8328182" y="183020"/>
                </a:cubicBezTo>
                <a:cubicBezTo>
                  <a:pt x="8409624" y="183020"/>
                  <a:pt x="8485283" y="206485"/>
                  <a:pt x="8548044" y="246672"/>
                </a:cubicBezTo>
                <a:lnTo>
                  <a:pt x="8598621" y="286223"/>
                </a:lnTo>
                <a:lnTo>
                  <a:pt x="8598647" y="286193"/>
                </a:lnTo>
                <a:cubicBezTo>
                  <a:pt x="8669809" y="218747"/>
                  <a:pt x="8768118" y="177031"/>
                  <a:pt x="8876707" y="177031"/>
                </a:cubicBezTo>
                <a:cubicBezTo>
                  <a:pt x="8937788" y="177031"/>
                  <a:pt x="8995617" y="190230"/>
                  <a:pt x="9047191" y="213783"/>
                </a:cubicBezTo>
                <a:lnTo>
                  <a:pt x="9055526" y="218324"/>
                </a:lnTo>
                <a:lnTo>
                  <a:pt x="9058897" y="202498"/>
                </a:lnTo>
                <a:cubicBezTo>
                  <a:pt x="9112002" y="83498"/>
                  <a:pt x="9236326" y="0"/>
                  <a:pt x="938122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8576" tIns="34289" rIns="68576" bIns="34289" rtlCol="0" anchor="ctr">
            <a:noAutofit/>
          </a:bodyPr>
          <a:lstStyle/>
          <a:p>
            <a:pPr algn="ctr" defTabSz="685749"/>
            <a:endParaRPr lang="ko-KR" altLang="en-US" sz="2000" dirty="0">
              <a:solidFill>
                <a:prstClr val="white"/>
              </a:solidFill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xmlns="" id="{EFC47860-F692-40B3-8E78-8914A5700FCB}"/>
              </a:ext>
            </a:extLst>
          </p:cNvPr>
          <p:cNvSpPr/>
          <p:nvPr userDrawn="1"/>
        </p:nvSpPr>
        <p:spPr>
          <a:xfrm flipH="1">
            <a:off x="0" y="4786350"/>
            <a:ext cx="9144000" cy="366124"/>
          </a:xfrm>
          <a:custGeom>
            <a:avLst/>
            <a:gdLst>
              <a:gd name="connsiteX0" fmla="*/ 2697788 w 12192000"/>
              <a:gd name="connsiteY0" fmla="*/ 0 h 488165"/>
              <a:gd name="connsiteX1" fmla="*/ 2412743 w 12192000"/>
              <a:gd name="connsiteY1" fmla="*/ 188940 h 488165"/>
              <a:gd name="connsiteX2" fmla="*/ 2410667 w 12192000"/>
              <a:gd name="connsiteY2" fmla="*/ 199221 h 488165"/>
              <a:gd name="connsiteX3" fmla="*/ 2404214 w 12192000"/>
              <a:gd name="connsiteY3" fmla="*/ 193897 h 488165"/>
              <a:gd name="connsiteX4" fmla="*/ 2231250 w 12192000"/>
              <a:gd name="connsiteY4" fmla="*/ 141064 h 488165"/>
              <a:gd name="connsiteX5" fmla="*/ 2110835 w 12192000"/>
              <a:gd name="connsiteY5" fmla="*/ 165374 h 488165"/>
              <a:gd name="connsiteX6" fmla="*/ 2096679 w 12192000"/>
              <a:gd name="connsiteY6" fmla="*/ 173058 h 488165"/>
              <a:gd name="connsiteX7" fmla="*/ 2063894 w 12192000"/>
              <a:gd name="connsiteY7" fmla="*/ 133322 h 488165"/>
              <a:gd name="connsiteX8" fmla="*/ 1845146 w 12192000"/>
              <a:gd name="connsiteY8" fmla="*/ 42714 h 488165"/>
              <a:gd name="connsiteX9" fmla="*/ 1588623 w 12192000"/>
              <a:gd name="connsiteY9" fmla="*/ 179105 h 488165"/>
              <a:gd name="connsiteX10" fmla="*/ 1579781 w 12192000"/>
              <a:gd name="connsiteY10" fmla="*/ 195395 h 488165"/>
              <a:gd name="connsiteX11" fmla="*/ 1519900 w 12192000"/>
              <a:gd name="connsiteY11" fmla="*/ 201432 h 488165"/>
              <a:gd name="connsiteX12" fmla="*/ 1343532 w 12192000"/>
              <a:gd name="connsiteY12" fmla="*/ 307723 h 488165"/>
              <a:gd name="connsiteX13" fmla="*/ 1341283 w 12192000"/>
              <a:gd name="connsiteY13" fmla="*/ 311643 h 488165"/>
              <a:gd name="connsiteX14" fmla="*/ 1311629 w 12192000"/>
              <a:gd name="connsiteY14" fmla="*/ 295547 h 488165"/>
              <a:gd name="connsiteX15" fmla="*/ 1191214 w 12192000"/>
              <a:gd name="connsiteY15" fmla="*/ 271237 h 488165"/>
              <a:gd name="connsiteX16" fmla="*/ 1043756 w 12192000"/>
              <a:gd name="connsiteY16" fmla="*/ 308574 h 488165"/>
              <a:gd name="connsiteX17" fmla="*/ 1010986 w 12192000"/>
              <a:gd name="connsiteY17" fmla="*/ 331863 h 488165"/>
              <a:gd name="connsiteX18" fmla="*/ 966813 w 12192000"/>
              <a:gd name="connsiteY18" fmla="*/ 336316 h 488165"/>
              <a:gd name="connsiteX19" fmla="*/ 899053 w 12192000"/>
              <a:gd name="connsiteY19" fmla="*/ 357350 h 488165"/>
              <a:gd name="connsiteX20" fmla="*/ 870729 w 12192000"/>
              <a:gd name="connsiteY20" fmla="*/ 372723 h 488165"/>
              <a:gd name="connsiteX21" fmla="*/ 864057 w 12192000"/>
              <a:gd name="connsiteY21" fmla="*/ 367218 h 488165"/>
              <a:gd name="connsiteX22" fmla="*/ 691093 w 12192000"/>
              <a:gd name="connsiteY22" fmla="*/ 314385 h 488165"/>
              <a:gd name="connsiteX23" fmla="*/ 472345 w 12192000"/>
              <a:gd name="connsiteY23" fmla="*/ 404993 h 488165"/>
              <a:gd name="connsiteX24" fmla="*/ 459601 w 12192000"/>
              <a:gd name="connsiteY24" fmla="*/ 420439 h 488165"/>
              <a:gd name="connsiteX25" fmla="*/ 426235 w 12192000"/>
              <a:gd name="connsiteY25" fmla="*/ 402329 h 488165"/>
              <a:gd name="connsiteX26" fmla="*/ 274451 w 12192000"/>
              <a:gd name="connsiteY26" fmla="*/ 371685 h 488165"/>
              <a:gd name="connsiteX27" fmla="*/ 56429 w 12192000"/>
              <a:gd name="connsiteY27" fmla="*/ 438282 h 488165"/>
              <a:gd name="connsiteX28" fmla="*/ 0 w 12192000"/>
              <a:gd name="connsiteY28" fmla="*/ 484839 h 488165"/>
              <a:gd name="connsiteX29" fmla="*/ 0 w 12192000"/>
              <a:gd name="connsiteY29" fmla="*/ 488165 h 488165"/>
              <a:gd name="connsiteX30" fmla="*/ 12192000 w 12192000"/>
              <a:gd name="connsiteY30" fmla="*/ 488165 h 488165"/>
              <a:gd name="connsiteX31" fmla="*/ 12192000 w 12192000"/>
              <a:gd name="connsiteY31" fmla="*/ 417342 h 488165"/>
              <a:gd name="connsiteX32" fmla="*/ 12183125 w 12192000"/>
              <a:gd name="connsiteY32" fmla="*/ 411358 h 488165"/>
              <a:gd name="connsiteX33" fmla="*/ 12103862 w 12192000"/>
              <a:gd name="connsiteY33" fmla="*/ 395355 h 488165"/>
              <a:gd name="connsiteX34" fmla="*/ 12062823 w 12192000"/>
              <a:gd name="connsiteY34" fmla="*/ 399492 h 488165"/>
              <a:gd name="connsiteX35" fmla="*/ 12032697 w 12192000"/>
              <a:gd name="connsiteY35" fmla="*/ 408844 h 488165"/>
              <a:gd name="connsiteX36" fmla="*/ 12031247 w 12192000"/>
              <a:gd name="connsiteY36" fmla="*/ 401661 h 488165"/>
              <a:gd name="connsiteX37" fmla="*/ 11804447 w 12192000"/>
              <a:gd name="connsiteY37" fmla="*/ 251328 h 488165"/>
              <a:gd name="connsiteX38" fmla="*/ 11666826 w 12192000"/>
              <a:gd name="connsiteY38" fmla="*/ 293365 h 488165"/>
              <a:gd name="connsiteX39" fmla="*/ 11633620 w 12192000"/>
              <a:gd name="connsiteY39" fmla="*/ 320763 h 488165"/>
              <a:gd name="connsiteX40" fmla="*/ 11628501 w 12192000"/>
              <a:gd name="connsiteY40" fmla="*/ 316540 h 488165"/>
              <a:gd name="connsiteX41" fmla="*/ 11439637 w 12192000"/>
              <a:gd name="connsiteY41" fmla="*/ 258850 h 488165"/>
              <a:gd name="connsiteX42" fmla="*/ 11159532 w 12192000"/>
              <a:gd name="connsiteY42" fmla="*/ 407780 h 488165"/>
              <a:gd name="connsiteX43" fmla="*/ 11133249 w 12192000"/>
              <a:gd name="connsiteY43" fmla="*/ 456201 h 488165"/>
              <a:gd name="connsiteX44" fmla="*/ 11130393 w 12192000"/>
              <a:gd name="connsiteY44" fmla="*/ 457575 h 488165"/>
              <a:gd name="connsiteX45" fmla="*/ 11121802 w 12192000"/>
              <a:gd name="connsiteY45" fmla="*/ 464662 h 488165"/>
              <a:gd name="connsiteX46" fmla="*/ 11105739 w 12192000"/>
              <a:gd name="connsiteY46" fmla="*/ 385098 h 488165"/>
              <a:gd name="connsiteX47" fmla="*/ 10878939 w 12192000"/>
              <a:gd name="connsiteY47" fmla="*/ 234765 h 488165"/>
              <a:gd name="connsiteX48" fmla="*/ 10652139 w 12192000"/>
              <a:gd name="connsiteY48" fmla="*/ 385098 h 488165"/>
              <a:gd name="connsiteX49" fmla="*/ 10640286 w 12192000"/>
              <a:gd name="connsiteY49" fmla="*/ 443809 h 488165"/>
              <a:gd name="connsiteX50" fmla="*/ 10632922 w 12192000"/>
              <a:gd name="connsiteY50" fmla="*/ 439812 h 488165"/>
              <a:gd name="connsiteX51" fmla="*/ 10586719 w 12192000"/>
              <a:gd name="connsiteY51" fmla="*/ 425470 h 488165"/>
              <a:gd name="connsiteX52" fmla="*/ 10578669 w 12192000"/>
              <a:gd name="connsiteY52" fmla="*/ 424659 h 488165"/>
              <a:gd name="connsiteX53" fmla="*/ 10540357 w 12192000"/>
              <a:gd name="connsiteY53" fmla="*/ 367834 h 488165"/>
              <a:gd name="connsiteX54" fmla="*/ 10366307 w 12192000"/>
              <a:gd name="connsiteY54" fmla="*/ 295740 h 488165"/>
              <a:gd name="connsiteX55" fmla="*/ 10270498 w 12192000"/>
              <a:gd name="connsiteY55" fmla="*/ 315083 h 488165"/>
              <a:gd name="connsiteX56" fmla="*/ 10267631 w 12192000"/>
              <a:gd name="connsiteY56" fmla="*/ 316639 h 488165"/>
              <a:gd name="connsiteX57" fmla="*/ 10264594 w 12192000"/>
              <a:gd name="connsiteY57" fmla="*/ 301594 h 488165"/>
              <a:gd name="connsiteX58" fmla="*/ 10037792 w 12192000"/>
              <a:gd name="connsiteY58" fmla="*/ 151262 h 488165"/>
              <a:gd name="connsiteX59" fmla="*/ 9941983 w 12192000"/>
              <a:gd name="connsiteY59" fmla="*/ 170605 h 488165"/>
              <a:gd name="connsiteX60" fmla="*/ 9932834 w 12192000"/>
              <a:gd name="connsiteY60" fmla="*/ 175570 h 488165"/>
              <a:gd name="connsiteX61" fmla="*/ 9891633 w 12192000"/>
              <a:gd name="connsiteY61" fmla="*/ 171417 h 488165"/>
              <a:gd name="connsiteX62" fmla="*/ 9578239 w 12192000"/>
              <a:gd name="connsiteY62" fmla="*/ 379147 h 488165"/>
              <a:gd name="connsiteX63" fmla="*/ 9571593 w 12192000"/>
              <a:gd name="connsiteY63" fmla="*/ 412069 h 488165"/>
              <a:gd name="connsiteX64" fmla="*/ 9537676 w 12192000"/>
              <a:gd name="connsiteY64" fmla="*/ 393659 h 488165"/>
              <a:gd name="connsiteX65" fmla="*/ 9438057 w 12192000"/>
              <a:gd name="connsiteY65" fmla="*/ 373547 h 488165"/>
              <a:gd name="connsiteX66" fmla="*/ 9386478 w 12192000"/>
              <a:gd name="connsiteY66" fmla="*/ 378747 h 488165"/>
              <a:gd name="connsiteX67" fmla="*/ 9384764 w 12192000"/>
              <a:gd name="connsiteY67" fmla="*/ 379279 h 488165"/>
              <a:gd name="connsiteX68" fmla="*/ 9356370 w 12192000"/>
              <a:gd name="connsiteY68" fmla="*/ 326966 h 488165"/>
              <a:gd name="connsiteX69" fmla="*/ 9099846 w 12192000"/>
              <a:gd name="connsiteY69" fmla="*/ 190574 h 488165"/>
              <a:gd name="connsiteX70" fmla="*/ 8843324 w 12192000"/>
              <a:gd name="connsiteY70" fmla="*/ 326966 h 488165"/>
              <a:gd name="connsiteX71" fmla="*/ 8837922 w 12192000"/>
              <a:gd name="connsiteY71" fmla="*/ 336919 h 488165"/>
              <a:gd name="connsiteX72" fmla="*/ 8777269 w 12192000"/>
              <a:gd name="connsiteY72" fmla="*/ 286876 h 488165"/>
              <a:gd name="connsiteX73" fmla="*/ 8539902 w 12192000"/>
              <a:gd name="connsiteY73" fmla="*/ 214371 h 488165"/>
              <a:gd name="connsiteX74" fmla="*/ 8302533 w 12192000"/>
              <a:gd name="connsiteY74" fmla="*/ 286876 h 488165"/>
              <a:gd name="connsiteX75" fmla="*/ 8264230 w 12192000"/>
              <a:gd name="connsiteY75" fmla="*/ 318480 h 488165"/>
              <a:gd name="connsiteX76" fmla="*/ 8252614 w 12192000"/>
              <a:gd name="connsiteY76" fmla="*/ 324064 h 488165"/>
              <a:gd name="connsiteX77" fmla="*/ 8234834 w 12192000"/>
              <a:gd name="connsiteY77" fmla="*/ 338734 h 488165"/>
              <a:gd name="connsiteX78" fmla="*/ 8208461 w 12192000"/>
              <a:gd name="connsiteY78" fmla="*/ 290142 h 488165"/>
              <a:gd name="connsiteX79" fmla="*/ 7951941 w 12192000"/>
              <a:gd name="connsiteY79" fmla="*/ 153751 h 488165"/>
              <a:gd name="connsiteX80" fmla="*/ 7713227 w 12192000"/>
              <a:gd name="connsiteY80" fmla="*/ 266327 h 488165"/>
              <a:gd name="connsiteX81" fmla="*/ 7675799 w 12192000"/>
              <a:gd name="connsiteY81" fmla="*/ 328018 h 488165"/>
              <a:gd name="connsiteX82" fmla="*/ 7649999 w 12192000"/>
              <a:gd name="connsiteY82" fmla="*/ 314014 h 488165"/>
              <a:gd name="connsiteX83" fmla="*/ 7641007 w 12192000"/>
              <a:gd name="connsiteY83" fmla="*/ 269483 h 488165"/>
              <a:gd name="connsiteX84" fmla="*/ 7355962 w 12192000"/>
              <a:gd name="connsiteY84" fmla="*/ 80543 h 488165"/>
              <a:gd name="connsiteX85" fmla="*/ 7137215 w 12192000"/>
              <a:gd name="connsiteY85" fmla="*/ 171151 h 488165"/>
              <a:gd name="connsiteX86" fmla="*/ 7117143 w 12192000"/>
              <a:gd name="connsiteY86" fmla="*/ 195477 h 488165"/>
              <a:gd name="connsiteX87" fmla="*/ 7088841 w 12192000"/>
              <a:gd name="connsiteY87" fmla="*/ 161174 h 488165"/>
              <a:gd name="connsiteX88" fmla="*/ 6870093 w 12192000"/>
              <a:gd name="connsiteY88" fmla="*/ 70566 h 488165"/>
              <a:gd name="connsiteX89" fmla="*/ 6697129 w 12192000"/>
              <a:gd name="connsiteY89" fmla="*/ 123399 h 488165"/>
              <a:gd name="connsiteX90" fmla="*/ 6684995 w 12192000"/>
              <a:gd name="connsiteY90" fmla="*/ 133411 h 488165"/>
              <a:gd name="connsiteX91" fmla="*/ 6644023 w 12192000"/>
              <a:gd name="connsiteY91" fmla="*/ 120692 h 488165"/>
              <a:gd name="connsiteX92" fmla="*/ 6557873 w 12192000"/>
              <a:gd name="connsiteY92" fmla="*/ 112008 h 488165"/>
              <a:gd name="connsiteX93" fmla="*/ 6354116 w 12192000"/>
              <a:gd name="connsiteY93" fmla="*/ 163601 h 488165"/>
              <a:gd name="connsiteX94" fmla="*/ 6273160 w 12192000"/>
              <a:gd name="connsiteY94" fmla="*/ 221132 h 488165"/>
              <a:gd name="connsiteX95" fmla="*/ 6272783 w 12192000"/>
              <a:gd name="connsiteY95" fmla="*/ 221015 h 488165"/>
              <a:gd name="connsiteX96" fmla="*/ 6210437 w 12192000"/>
              <a:gd name="connsiteY96" fmla="*/ 214730 h 488165"/>
              <a:gd name="connsiteX97" fmla="*/ 6162864 w 12192000"/>
              <a:gd name="connsiteY97" fmla="*/ 219525 h 488165"/>
              <a:gd name="connsiteX98" fmla="*/ 6161180 w 12192000"/>
              <a:gd name="connsiteY98" fmla="*/ 211185 h 488165"/>
              <a:gd name="connsiteX99" fmla="*/ 5876135 w 12192000"/>
              <a:gd name="connsiteY99" fmla="*/ 22245 h 488165"/>
              <a:gd name="connsiteX100" fmla="*/ 5591090 w 12192000"/>
              <a:gd name="connsiteY100" fmla="*/ 211185 h 488165"/>
              <a:gd name="connsiteX101" fmla="*/ 5577004 w 12192000"/>
              <a:gd name="connsiteY101" fmla="*/ 280957 h 488165"/>
              <a:gd name="connsiteX102" fmla="*/ 5576535 w 12192000"/>
              <a:gd name="connsiteY102" fmla="*/ 280094 h 488165"/>
              <a:gd name="connsiteX103" fmla="*/ 5320012 w 12192000"/>
              <a:gd name="connsiteY103" fmla="*/ 143703 h 488165"/>
              <a:gd name="connsiteX104" fmla="*/ 5199597 w 12192000"/>
              <a:gd name="connsiteY104" fmla="*/ 168013 h 488165"/>
              <a:gd name="connsiteX105" fmla="*/ 5171310 w 12192000"/>
              <a:gd name="connsiteY105" fmla="*/ 183367 h 488165"/>
              <a:gd name="connsiteX106" fmla="*/ 5170430 w 12192000"/>
              <a:gd name="connsiteY106" fmla="*/ 181745 h 488165"/>
              <a:gd name="connsiteX107" fmla="*/ 4913907 w 12192000"/>
              <a:gd name="connsiteY107" fmla="*/ 45354 h 488165"/>
              <a:gd name="connsiteX108" fmla="*/ 4675193 w 12192000"/>
              <a:gd name="connsiteY108" fmla="*/ 157930 h 488165"/>
              <a:gd name="connsiteX109" fmla="*/ 4646008 w 12192000"/>
              <a:gd name="connsiteY109" fmla="*/ 206033 h 488165"/>
              <a:gd name="connsiteX110" fmla="*/ 4619097 w 12192000"/>
              <a:gd name="connsiteY110" fmla="*/ 173417 h 488165"/>
              <a:gd name="connsiteX111" fmla="*/ 4400349 w 12192000"/>
              <a:gd name="connsiteY111" fmla="*/ 82809 h 488165"/>
              <a:gd name="connsiteX112" fmla="*/ 4143826 w 12192000"/>
              <a:gd name="connsiteY112" fmla="*/ 219200 h 488165"/>
              <a:gd name="connsiteX113" fmla="*/ 4136836 w 12192000"/>
              <a:gd name="connsiteY113" fmla="*/ 232080 h 488165"/>
              <a:gd name="connsiteX114" fmla="*/ 4117121 w 12192000"/>
              <a:gd name="connsiteY114" fmla="*/ 221379 h 488165"/>
              <a:gd name="connsiteX115" fmla="*/ 3976611 w 12192000"/>
              <a:gd name="connsiteY115" fmla="*/ 193012 h 488165"/>
              <a:gd name="connsiteX116" fmla="*/ 3721359 w 12192000"/>
              <a:gd name="connsiteY116" fmla="*/ 298740 h 488165"/>
              <a:gd name="connsiteX117" fmla="*/ 3705197 w 12192000"/>
              <a:gd name="connsiteY117" fmla="*/ 318329 h 488165"/>
              <a:gd name="connsiteX118" fmla="*/ 3683571 w 12192000"/>
              <a:gd name="connsiteY118" fmla="*/ 292119 h 488165"/>
              <a:gd name="connsiteX119" fmla="*/ 3425576 w 12192000"/>
              <a:gd name="connsiteY119" fmla="*/ 185254 h 488165"/>
              <a:gd name="connsiteX120" fmla="*/ 3167581 w 12192000"/>
              <a:gd name="connsiteY120" fmla="*/ 292119 h 488165"/>
              <a:gd name="connsiteX121" fmla="*/ 3135507 w 12192000"/>
              <a:gd name="connsiteY121" fmla="*/ 330993 h 488165"/>
              <a:gd name="connsiteX122" fmla="*/ 3106582 w 12192000"/>
              <a:gd name="connsiteY122" fmla="*/ 322014 h 488165"/>
              <a:gd name="connsiteX123" fmla="*/ 3044236 w 12192000"/>
              <a:gd name="connsiteY123" fmla="*/ 315729 h 488165"/>
              <a:gd name="connsiteX124" fmla="*/ 3005060 w 12192000"/>
              <a:gd name="connsiteY124" fmla="*/ 319679 h 488165"/>
              <a:gd name="connsiteX125" fmla="*/ 3007144 w 12192000"/>
              <a:gd name="connsiteY125" fmla="*/ 309355 h 488165"/>
              <a:gd name="connsiteX126" fmla="*/ 2697788 w 12192000"/>
              <a:gd name="connsiteY126" fmla="*/ 0 h 4881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</a:cxnLst>
            <a:rect l="l" t="t" r="r" b="b"/>
            <a:pathLst>
              <a:path w="12192000" h="488165">
                <a:moveTo>
                  <a:pt x="2697788" y="0"/>
                </a:moveTo>
                <a:cubicBezTo>
                  <a:pt x="2569648" y="0"/>
                  <a:pt x="2459705" y="77908"/>
                  <a:pt x="2412743" y="188940"/>
                </a:cubicBezTo>
                <a:lnTo>
                  <a:pt x="2410667" y="199221"/>
                </a:lnTo>
                <a:lnTo>
                  <a:pt x="2404214" y="193897"/>
                </a:lnTo>
                <a:cubicBezTo>
                  <a:pt x="2354841" y="160541"/>
                  <a:pt x="2295320" y="141064"/>
                  <a:pt x="2231250" y="141064"/>
                </a:cubicBezTo>
                <a:cubicBezTo>
                  <a:pt x="2188537" y="141064"/>
                  <a:pt x="2147845" y="149720"/>
                  <a:pt x="2110835" y="165374"/>
                </a:cubicBezTo>
                <a:lnTo>
                  <a:pt x="2096679" y="173058"/>
                </a:lnTo>
                <a:lnTo>
                  <a:pt x="2063894" y="133322"/>
                </a:lnTo>
                <a:cubicBezTo>
                  <a:pt x="2007912" y="77340"/>
                  <a:pt x="1930572" y="42714"/>
                  <a:pt x="1845146" y="42714"/>
                </a:cubicBezTo>
                <a:cubicBezTo>
                  <a:pt x="1738363" y="42714"/>
                  <a:pt x="1644216" y="96816"/>
                  <a:pt x="1588623" y="179105"/>
                </a:cubicBezTo>
                <a:lnTo>
                  <a:pt x="1579781" y="195395"/>
                </a:lnTo>
                <a:lnTo>
                  <a:pt x="1519900" y="201432"/>
                </a:lnTo>
                <a:cubicBezTo>
                  <a:pt x="1449416" y="215855"/>
                  <a:pt x="1387663" y="254248"/>
                  <a:pt x="1343532" y="307723"/>
                </a:cubicBezTo>
                <a:lnTo>
                  <a:pt x="1341283" y="311643"/>
                </a:lnTo>
                <a:lnTo>
                  <a:pt x="1311629" y="295547"/>
                </a:lnTo>
                <a:cubicBezTo>
                  <a:pt x="1274619" y="279893"/>
                  <a:pt x="1233927" y="271237"/>
                  <a:pt x="1191214" y="271237"/>
                </a:cubicBezTo>
                <a:cubicBezTo>
                  <a:pt x="1137822" y="271237"/>
                  <a:pt x="1087590" y="284762"/>
                  <a:pt x="1043756" y="308574"/>
                </a:cubicBezTo>
                <a:lnTo>
                  <a:pt x="1010986" y="331863"/>
                </a:lnTo>
                <a:lnTo>
                  <a:pt x="966813" y="336316"/>
                </a:lnTo>
                <a:cubicBezTo>
                  <a:pt x="943314" y="341125"/>
                  <a:pt x="920647" y="348217"/>
                  <a:pt x="899053" y="357350"/>
                </a:cubicBezTo>
                <a:lnTo>
                  <a:pt x="870729" y="372723"/>
                </a:lnTo>
                <a:lnTo>
                  <a:pt x="864057" y="367218"/>
                </a:lnTo>
                <a:cubicBezTo>
                  <a:pt x="814683" y="333862"/>
                  <a:pt x="755162" y="314385"/>
                  <a:pt x="691093" y="314385"/>
                </a:cubicBezTo>
                <a:cubicBezTo>
                  <a:pt x="605667" y="314385"/>
                  <a:pt x="528328" y="349011"/>
                  <a:pt x="472345" y="404993"/>
                </a:cubicBezTo>
                <a:lnTo>
                  <a:pt x="459601" y="420439"/>
                </a:lnTo>
                <a:lnTo>
                  <a:pt x="426235" y="402329"/>
                </a:lnTo>
                <a:cubicBezTo>
                  <a:pt x="379583" y="382597"/>
                  <a:pt x="328291" y="371685"/>
                  <a:pt x="274451" y="371685"/>
                </a:cubicBezTo>
                <a:cubicBezTo>
                  <a:pt x="193690" y="371685"/>
                  <a:pt x="118664" y="396236"/>
                  <a:pt x="56429" y="438282"/>
                </a:cubicBezTo>
                <a:lnTo>
                  <a:pt x="0" y="484839"/>
                </a:lnTo>
                <a:lnTo>
                  <a:pt x="0" y="488165"/>
                </a:lnTo>
                <a:lnTo>
                  <a:pt x="12192000" y="488165"/>
                </a:lnTo>
                <a:lnTo>
                  <a:pt x="12192000" y="417342"/>
                </a:lnTo>
                <a:lnTo>
                  <a:pt x="12183125" y="411358"/>
                </a:lnTo>
                <a:cubicBezTo>
                  <a:pt x="12158762" y="401054"/>
                  <a:pt x="12131977" y="395355"/>
                  <a:pt x="12103862" y="395355"/>
                </a:cubicBezTo>
                <a:cubicBezTo>
                  <a:pt x="12089804" y="395355"/>
                  <a:pt x="12076079" y="396780"/>
                  <a:pt x="12062823" y="399492"/>
                </a:cubicBezTo>
                <a:lnTo>
                  <a:pt x="12032697" y="408844"/>
                </a:lnTo>
                <a:lnTo>
                  <a:pt x="12031247" y="401661"/>
                </a:lnTo>
                <a:cubicBezTo>
                  <a:pt x="11993880" y="313316"/>
                  <a:pt x="11906403" y="251328"/>
                  <a:pt x="11804447" y="251328"/>
                </a:cubicBezTo>
                <a:cubicBezTo>
                  <a:pt x="11753469" y="251328"/>
                  <a:pt x="11706111" y="266825"/>
                  <a:pt x="11666826" y="293365"/>
                </a:cubicBezTo>
                <a:lnTo>
                  <a:pt x="11633620" y="320763"/>
                </a:lnTo>
                <a:lnTo>
                  <a:pt x="11628501" y="316540"/>
                </a:lnTo>
                <a:cubicBezTo>
                  <a:pt x="11574588" y="280117"/>
                  <a:pt x="11509596" y="258850"/>
                  <a:pt x="11439637" y="258850"/>
                </a:cubicBezTo>
                <a:cubicBezTo>
                  <a:pt x="11323037" y="258850"/>
                  <a:pt x="11220236" y="317926"/>
                  <a:pt x="11159532" y="407780"/>
                </a:cubicBezTo>
                <a:lnTo>
                  <a:pt x="11133249" y="456201"/>
                </a:lnTo>
                <a:lnTo>
                  <a:pt x="11130393" y="457575"/>
                </a:lnTo>
                <a:lnTo>
                  <a:pt x="11121802" y="464662"/>
                </a:lnTo>
                <a:lnTo>
                  <a:pt x="11105739" y="385098"/>
                </a:lnTo>
                <a:cubicBezTo>
                  <a:pt x="11068372" y="296753"/>
                  <a:pt x="10980895" y="234765"/>
                  <a:pt x="10878939" y="234765"/>
                </a:cubicBezTo>
                <a:cubicBezTo>
                  <a:pt x="10776983" y="234765"/>
                  <a:pt x="10689506" y="296753"/>
                  <a:pt x="10652139" y="385098"/>
                </a:cubicBezTo>
                <a:lnTo>
                  <a:pt x="10640286" y="443809"/>
                </a:lnTo>
                <a:lnTo>
                  <a:pt x="10632922" y="439812"/>
                </a:lnTo>
                <a:cubicBezTo>
                  <a:pt x="10618198" y="433585"/>
                  <a:pt x="10602742" y="428749"/>
                  <a:pt x="10586719" y="425470"/>
                </a:cubicBezTo>
                <a:lnTo>
                  <a:pt x="10578669" y="424659"/>
                </a:lnTo>
                <a:lnTo>
                  <a:pt x="10540357" y="367834"/>
                </a:lnTo>
                <a:cubicBezTo>
                  <a:pt x="10495814" y="323291"/>
                  <a:pt x="10434278" y="295740"/>
                  <a:pt x="10366307" y="295740"/>
                </a:cubicBezTo>
                <a:cubicBezTo>
                  <a:pt x="10332323" y="295740"/>
                  <a:pt x="10299946" y="302627"/>
                  <a:pt x="10270498" y="315083"/>
                </a:cubicBezTo>
                <a:lnTo>
                  <a:pt x="10267631" y="316639"/>
                </a:lnTo>
                <a:lnTo>
                  <a:pt x="10264594" y="301594"/>
                </a:lnTo>
                <a:cubicBezTo>
                  <a:pt x="10227227" y="213250"/>
                  <a:pt x="10139749" y="151262"/>
                  <a:pt x="10037792" y="151262"/>
                </a:cubicBezTo>
                <a:cubicBezTo>
                  <a:pt x="10003807" y="151262"/>
                  <a:pt x="9971430" y="158149"/>
                  <a:pt x="9941983" y="170605"/>
                </a:cubicBezTo>
                <a:lnTo>
                  <a:pt x="9932834" y="175570"/>
                </a:lnTo>
                <a:lnTo>
                  <a:pt x="9891633" y="171417"/>
                </a:lnTo>
                <a:cubicBezTo>
                  <a:pt x="9750750" y="171417"/>
                  <a:pt x="9629872" y="257073"/>
                  <a:pt x="9578239" y="379147"/>
                </a:cubicBezTo>
                <a:lnTo>
                  <a:pt x="9571593" y="412069"/>
                </a:lnTo>
                <a:lnTo>
                  <a:pt x="9537676" y="393659"/>
                </a:lnTo>
                <a:cubicBezTo>
                  <a:pt x="9507058" y="380709"/>
                  <a:pt x="9473393" y="373547"/>
                  <a:pt x="9438057" y="373547"/>
                </a:cubicBezTo>
                <a:cubicBezTo>
                  <a:pt x="9420388" y="373547"/>
                  <a:pt x="9403139" y="375338"/>
                  <a:pt x="9386478" y="378747"/>
                </a:cubicBezTo>
                <a:lnTo>
                  <a:pt x="9384764" y="379279"/>
                </a:lnTo>
                <a:lnTo>
                  <a:pt x="9356370" y="326966"/>
                </a:lnTo>
                <a:cubicBezTo>
                  <a:pt x="9300776" y="244677"/>
                  <a:pt x="9206629" y="190574"/>
                  <a:pt x="9099846" y="190574"/>
                </a:cubicBezTo>
                <a:cubicBezTo>
                  <a:pt x="8993063" y="190574"/>
                  <a:pt x="8898917" y="244677"/>
                  <a:pt x="8843324" y="326966"/>
                </a:cubicBezTo>
                <a:lnTo>
                  <a:pt x="8837922" y="336919"/>
                </a:lnTo>
                <a:lnTo>
                  <a:pt x="8777269" y="286876"/>
                </a:lnTo>
                <a:cubicBezTo>
                  <a:pt x="8709511" y="241100"/>
                  <a:pt x="8627828" y="214371"/>
                  <a:pt x="8539902" y="214371"/>
                </a:cubicBezTo>
                <a:cubicBezTo>
                  <a:pt x="8451975" y="214371"/>
                  <a:pt x="8370292" y="241100"/>
                  <a:pt x="8302533" y="286876"/>
                </a:cubicBezTo>
                <a:lnTo>
                  <a:pt x="8264230" y="318480"/>
                </a:lnTo>
                <a:lnTo>
                  <a:pt x="8252614" y="324064"/>
                </a:lnTo>
                <a:lnTo>
                  <a:pt x="8234834" y="338734"/>
                </a:lnTo>
                <a:lnTo>
                  <a:pt x="8208461" y="290142"/>
                </a:lnTo>
                <a:cubicBezTo>
                  <a:pt x="8152866" y="207854"/>
                  <a:pt x="8058721" y="153751"/>
                  <a:pt x="7951941" y="153751"/>
                </a:cubicBezTo>
                <a:cubicBezTo>
                  <a:pt x="7855835" y="153751"/>
                  <a:pt x="7769968" y="197574"/>
                  <a:pt x="7713227" y="266327"/>
                </a:cubicBezTo>
                <a:lnTo>
                  <a:pt x="7675799" y="328018"/>
                </a:lnTo>
                <a:lnTo>
                  <a:pt x="7649999" y="314014"/>
                </a:lnTo>
                <a:lnTo>
                  <a:pt x="7641007" y="269483"/>
                </a:lnTo>
                <a:cubicBezTo>
                  <a:pt x="7594044" y="158451"/>
                  <a:pt x="7484103" y="80543"/>
                  <a:pt x="7355962" y="80543"/>
                </a:cubicBezTo>
                <a:cubicBezTo>
                  <a:pt x="7270537" y="80543"/>
                  <a:pt x="7193198" y="115169"/>
                  <a:pt x="7137215" y="171151"/>
                </a:cubicBezTo>
                <a:lnTo>
                  <a:pt x="7117143" y="195477"/>
                </a:lnTo>
                <a:lnTo>
                  <a:pt x="7088841" y="161174"/>
                </a:lnTo>
                <a:cubicBezTo>
                  <a:pt x="7032857" y="105192"/>
                  <a:pt x="6955521" y="70566"/>
                  <a:pt x="6870093" y="70566"/>
                </a:cubicBezTo>
                <a:cubicBezTo>
                  <a:pt x="6806023" y="70566"/>
                  <a:pt x="6746503" y="90043"/>
                  <a:pt x="6697129" y="123399"/>
                </a:cubicBezTo>
                <a:lnTo>
                  <a:pt x="6684995" y="133411"/>
                </a:lnTo>
                <a:lnTo>
                  <a:pt x="6644023" y="120692"/>
                </a:lnTo>
                <a:cubicBezTo>
                  <a:pt x="6616195" y="114998"/>
                  <a:pt x="6587383" y="112008"/>
                  <a:pt x="6557873" y="112008"/>
                </a:cubicBezTo>
                <a:cubicBezTo>
                  <a:pt x="6484097" y="112008"/>
                  <a:pt x="6414685" y="130698"/>
                  <a:pt x="6354116" y="163601"/>
                </a:cubicBezTo>
                <a:lnTo>
                  <a:pt x="6273160" y="221132"/>
                </a:lnTo>
                <a:lnTo>
                  <a:pt x="6272783" y="221015"/>
                </a:lnTo>
                <a:cubicBezTo>
                  <a:pt x="6252645" y="216894"/>
                  <a:pt x="6231794" y="214730"/>
                  <a:pt x="6210437" y="214730"/>
                </a:cubicBezTo>
                <a:lnTo>
                  <a:pt x="6162864" y="219525"/>
                </a:lnTo>
                <a:lnTo>
                  <a:pt x="6161180" y="211185"/>
                </a:lnTo>
                <a:cubicBezTo>
                  <a:pt x="6114217" y="100153"/>
                  <a:pt x="6004275" y="22245"/>
                  <a:pt x="5876135" y="22245"/>
                </a:cubicBezTo>
                <a:cubicBezTo>
                  <a:pt x="5747995" y="22245"/>
                  <a:pt x="5638053" y="100153"/>
                  <a:pt x="5591090" y="211185"/>
                </a:cubicBezTo>
                <a:lnTo>
                  <a:pt x="5577004" y="280957"/>
                </a:lnTo>
                <a:lnTo>
                  <a:pt x="5576535" y="280094"/>
                </a:lnTo>
                <a:cubicBezTo>
                  <a:pt x="5520942" y="197805"/>
                  <a:pt x="5426795" y="143703"/>
                  <a:pt x="5320012" y="143703"/>
                </a:cubicBezTo>
                <a:cubicBezTo>
                  <a:pt x="5277299" y="143703"/>
                  <a:pt x="5236608" y="152359"/>
                  <a:pt x="5199597" y="168013"/>
                </a:cubicBezTo>
                <a:lnTo>
                  <a:pt x="5171310" y="183367"/>
                </a:lnTo>
                <a:lnTo>
                  <a:pt x="5170430" y="181745"/>
                </a:lnTo>
                <a:cubicBezTo>
                  <a:pt x="5114837" y="99456"/>
                  <a:pt x="5020690" y="45354"/>
                  <a:pt x="4913907" y="45354"/>
                </a:cubicBezTo>
                <a:cubicBezTo>
                  <a:pt x="4817802" y="45354"/>
                  <a:pt x="4731933" y="89177"/>
                  <a:pt x="4675193" y="157930"/>
                </a:cubicBezTo>
                <a:lnTo>
                  <a:pt x="4646008" y="206033"/>
                </a:lnTo>
                <a:lnTo>
                  <a:pt x="4619097" y="173417"/>
                </a:lnTo>
                <a:cubicBezTo>
                  <a:pt x="4563115" y="117435"/>
                  <a:pt x="4485776" y="82809"/>
                  <a:pt x="4400349" y="82809"/>
                </a:cubicBezTo>
                <a:cubicBezTo>
                  <a:pt x="4293566" y="82809"/>
                  <a:pt x="4199420" y="136912"/>
                  <a:pt x="4143826" y="219200"/>
                </a:cubicBezTo>
                <a:lnTo>
                  <a:pt x="4136836" y="232080"/>
                </a:lnTo>
                <a:lnTo>
                  <a:pt x="4117121" y="221379"/>
                </a:lnTo>
                <a:cubicBezTo>
                  <a:pt x="4073934" y="203113"/>
                  <a:pt x="4026452" y="193012"/>
                  <a:pt x="3976611" y="193012"/>
                </a:cubicBezTo>
                <a:cubicBezTo>
                  <a:pt x="3876929" y="193012"/>
                  <a:pt x="3786684" y="233416"/>
                  <a:pt x="3721359" y="298740"/>
                </a:cubicBezTo>
                <a:lnTo>
                  <a:pt x="3705197" y="318329"/>
                </a:lnTo>
                <a:lnTo>
                  <a:pt x="3683571" y="292119"/>
                </a:lnTo>
                <a:cubicBezTo>
                  <a:pt x="3617545" y="226092"/>
                  <a:pt x="3526330" y="185254"/>
                  <a:pt x="3425576" y="185254"/>
                </a:cubicBezTo>
                <a:cubicBezTo>
                  <a:pt x="3324823" y="185254"/>
                  <a:pt x="3233608" y="226092"/>
                  <a:pt x="3167581" y="292119"/>
                </a:cubicBezTo>
                <a:lnTo>
                  <a:pt x="3135507" y="330993"/>
                </a:lnTo>
                <a:lnTo>
                  <a:pt x="3106582" y="322014"/>
                </a:lnTo>
                <a:cubicBezTo>
                  <a:pt x="3086444" y="317893"/>
                  <a:pt x="3065593" y="315729"/>
                  <a:pt x="3044236" y="315729"/>
                </a:cubicBezTo>
                <a:lnTo>
                  <a:pt x="3005060" y="319679"/>
                </a:lnTo>
                <a:lnTo>
                  <a:pt x="3007144" y="309355"/>
                </a:lnTo>
                <a:cubicBezTo>
                  <a:pt x="3007144" y="138503"/>
                  <a:pt x="2868641" y="0"/>
                  <a:pt x="269778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8576" tIns="34289" rIns="68576" bIns="34289" rtlCol="0" anchor="ctr">
            <a:noAutofit/>
          </a:bodyPr>
          <a:lstStyle/>
          <a:p>
            <a:pPr algn="ctr" defTabSz="685749"/>
            <a:endParaRPr lang="ko-KR" altLang="en-US" sz="20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249175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>
            <a:extLst>
              <a:ext uri="{FF2B5EF4-FFF2-40B4-BE49-F238E27FC236}">
                <a16:creationId xmlns:a16="http://schemas.microsoft.com/office/drawing/2014/main" xmlns="" id="{23DE32A5-6181-4C51-AD5C-3F1A448478A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56179" y="254641"/>
            <a:ext cx="6566381" cy="543185"/>
          </a:xfrm>
          <a:prstGeom prst="rect">
            <a:avLst/>
          </a:prstGeom>
        </p:spPr>
        <p:txBody>
          <a:bodyPr lIns="68576" tIns="34289" rIns="68576" bIns="34289" anchor="ctr"/>
          <a:lstStyle>
            <a:lvl1pPr marL="0" indent="0" algn="l">
              <a:buNone/>
              <a:defRPr sz="4100" b="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AF45677C-8125-4A3E-BB35-BAD773DF67E0}"/>
              </a:ext>
            </a:extLst>
          </p:cNvPr>
          <p:cNvSpPr/>
          <p:nvPr userDrawn="1"/>
        </p:nvSpPr>
        <p:spPr>
          <a:xfrm>
            <a:off x="0" y="10"/>
            <a:ext cx="9144000" cy="5143499"/>
          </a:xfrm>
          <a:prstGeom prst="rect">
            <a:avLst/>
          </a:prstGeom>
          <a:gradFill>
            <a:gsLst>
              <a:gs pos="0">
                <a:schemeClr val="accent2">
                  <a:lumMod val="90000"/>
                  <a:lumOff val="10000"/>
                </a:schemeClr>
              </a:gs>
              <a:gs pos="50000">
                <a:schemeClr val="accent2">
                  <a:lumMod val="40000"/>
                  <a:lumOff val="60000"/>
                </a:schemeClr>
              </a:gs>
              <a:gs pos="25000">
                <a:srgbClr val="84CFD2">
                  <a:lumMod val="60000"/>
                  <a:lumOff val="40000"/>
                </a:srgbClr>
              </a:gs>
              <a:gs pos="75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90000"/>
                  <a:lumOff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76" tIns="34289" rIns="68576" bIns="34289" rtlCol="0" anchor="ctr"/>
          <a:lstStyle/>
          <a:p>
            <a:pPr algn="ctr" defTabSz="685749"/>
            <a:endParaRPr lang="en-US" sz="1400">
              <a:solidFill>
                <a:prstClr val="white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7304581C-447C-41D2-AB77-0A55193F4D64}"/>
              </a:ext>
            </a:extLst>
          </p:cNvPr>
          <p:cNvGrpSpPr/>
          <p:nvPr userDrawn="1"/>
        </p:nvGrpSpPr>
        <p:grpSpPr>
          <a:xfrm>
            <a:off x="39413" y="3986815"/>
            <a:ext cx="1009125" cy="1149905"/>
            <a:chOff x="35636" y="1136215"/>
            <a:chExt cx="2624846" cy="2991029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xmlns="" id="{455351EA-759A-40CD-B878-CEACA9020F32}"/>
                </a:ext>
              </a:extLst>
            </p:cNvPr>
            <p:cNvSpPr/>
            <p:nvPr/>
          </p:nvSpPr>
          <p:spPr>
            <a:xfrm>
              <a:off x="1134977" y="1170148"/>
              <a:ext cx="1525505" cy="2957096"/>
            </a:xfrm>
            <a:custGeom>
              <a:avLst/>
              <a:gdLst>
                <a:gd name="connsiteX0" fmla="*/ 1104814 w 1525504"/>
                <a:gd name="connsiteY0" fmla="*/ 2757552 h 2957097"/>
                <a:gd name="connsiteX1" fmla="*/ 1104814 w 1525504"/>
                <a:gd name="connsiteY1" fmla="*/ 2757552 h 2957097"/>
                <a:gd name="connsiteX2" fmla="*/ 1100829 w 1525504"/>
                <a:gd name="connsiteY2" fmla="*/ 2479842 h 2957097"/>
                <a:gd name="connsiteX3" fmla="*/ 1100829 w 1525504"/>
                <a:gd name="connsiteY3" fmla="*/ 2479842 h 2957097"/>
                <a:gd name="connsiteX4" fmla="*/ 811160 w 1525504"/>
                <a:gd name="connsiteY4" fmla="*/ 2420047 h 2957097"/>
                <a:gd name="connsiteX5" fmla="*/ 811160 w 1525504"/>
                <a:gd name="connsiteY5" fmla="*/ 2420047 h 2957097"/>
                <a:gd name="connsiteX6" fmla="*/ 789367 w 1525504"/>
                <a:gd name="connsiteY6" fmla="*/ 1820093 h 2957097"/>
                <a:gd name="connsiteX7" fmla="*/ 791353 w 1525504"/>
                <a:gd name="connsiteY7" fmla="*/ 1823414 h 2957097"/>
                <a:gd name="connsiteX8" fmla="*/ 769677 w 1525504"/>
                <a:gd name="connsiteY8" fmla="*/ 1826029 h 2957097"/>
                <a:gd name="connsiteX9" fmla="*/ 769537 w 1525504"/>
                <a:gd name="connsiteY9" fmla="*/ 1824965 h 2957097"/>
                <a:gd name="connsiteX10" fmla="*/ 83001 w 1525504"/>
                <a:gd name="connsiteY10" fmla="*/ 1192274 h 2957097"/>
                <a:gd name="connsiteX11" fmla="*/ 83001 w 1525504"/>
                <a:gd name="connsiteY11" fmla="*/ 1192274 h 2957097"/>
                <a:gd name="connsiteX12" fmla="*/ 77686 w 1525504"/>
                <a:gd name="connsiteY12" fmla="*/ 1019535 h 2957097"/>
                <a:gd name="connsiteX13" fmla="*/ 71041 w 1525504"/>
                <a:gd name="connsiteY13" fmla="*/ 1047440 h 2957097"/>
                <a:gd name="connsiteX14" fmla="*/ 77686 w 1525504"/>
                <a:gd name="connsiteY14" fmla="*/ 1019535 h 2957097"/>
                <a:gd name="connsiteX15" fmla="*/ 381971 w 1525504"/>
                <a:gd name="connsiteY15" fmla="*/ 841481 h 2957097"/>
                <a:gd name="connsiteX16" fmla="*/ 381971 w 1525504"/>
                <a:gd name="connsiteY16" fmla="*/ 841481 h 2957097"/>
                <a:gd name="connsiteX17" fmla="*/ 213512 w 1525504"/>
                <a:gd name="connsiteY17" fmla="*/ 797184 h 2957097"/>
                <a:gd name="connsiteX18" fmla="*/ 186644 w 1525504"/>
                <a:gd name="connsiteY18" fmla="*/ 800290 h 2957097"/>
                <a:gd name="connsiteX19" fmla="*/ 213512 w 1525504"/>
                <a:gd name="connsiteY19" fmla="*/ 797184 h 2957097"/>
                <a:gd name="connsiteX20" fmla="*/ 44466 w 1525504"/>
                <a:gd name="connsiteY20" fmla="*/ 773716 h 2957097"/>
                <a:gd name="connsiteX21" fmla="*/ 72371 w 1525504"/>
                <a:gd name="connsiteY21" fmla="*/ 794975 h 2957097"/>
                <a:gd name="connsiteX22" fmla="*/ 44466 w 1525504"/>
                <a:gd name="connsiteY22" fmla="*/ 773716 h 2957097"/>
                <a:gd name="connsiteX23" fmla="*/ 194617 w 1525504"/>
                <a:gd name="connsiteY23" fmla="*/ 614264 h 2957097"/>
                <a:gd name="connsiteX24" fmla="*/ 124191 w 1525504"/>
                <a:gd name="connsiteY24" fmla="*/ 671400 h 2957097"/>
                <a:gd name="connsiteX25" fmla="*/ 194617 w 1525504"/>
                <a:gd name="connsiteY25" fmla="*/ 614264 h 2957097"/>
                <a:gd name="connsiteX26" fmla="*/ 0 w 1525504"/>
                <a:gd name="connsiteY26" fmla="*/ 0 h 2957097"/>
                <a:gd name="connsiteX27" fmla="*/ 1780 w 1525504"/>
                <a:gd name="connsiteY27" fmla="*/ 2724 h 2957097"/>
                <a:gd name="connsiteX28" fmla="*/ 27192 w 1525504"/>
                <a:gd name="connsiteY28" fmla="*/ 114651 h 2957097"/>
                <a:gd name="connsiteX29" fmla="*/ 20549 w 1525504"/>
                <a:gd name="connsiteY29" fmla="*/ 226266 h 2957097"/>
                <a:gd name="connsiteX30" fmla="*/ 121533 w 1525504"/>
                <a:gd name="connsiteY30" fmla="*/ 216964 h 2957097"/>
                <a:gd name="connsiteX31" fmla="*/ 189302 w 1525504"/>
                <a:gd name="connsiteY31" fmla="*/ 254170 h 2957097"/>
                <a:gd name="connsiteX32" fmla="*/ 105588 w 1525504"/>
                <a:gd name="connsiteY32" fmla="*/ 309977 h 2957097"/>
                <a:gd name="connsiteX33" fmla="*/ 113561 w 1525504"/>
                <a:gd name="connsiteY33" fmla="*/ 408306 h 2957097"/>
                <a:gd name="connsiteX34" fmla="*/ 81671 w 1525504"/>
                <a:gd name="connsiteY34" fmla="*/ 587689 h 2957097"/>
                <a:gd name="connsiteX35" fmla="*/ 383300 w 1525504"/>
                <a:gd name="connsiteY35" fmla="*/ 375087 h 2957097"/>
                <a:gd name="connsiteX36" fmla="*/ 350080 w 1525504"/>
                <a:gd name="connsiteY36" fmla="*/ 538524 h 2957097"/>
                <a:gd name="connsiteX37" fmla="*/ 283643 w 1525504"/>
                <a:gd name="connsiteY37" fmla="*/ 675387 h 2957097"/>
                <a:gd name="connsiteX38" fmla="*/ 275670 w 1525504"/>
                <a:gd name="connsiteY38" fmla="*/ 781688 h 2957097"/>
                <a:gd name="connsiteX39" fmla="*/ 574641 w 1525504"/>
                <a:gd name="connsiteY39" fmla="*/ 889316 h 2957097"/>
                <a:gd name="connsiteX40" fmla="*/ 372670 w 1525504"/>
                <a:gd name="connsiteY40" fmla="*/ 973029 h 2957097"/>
                <a:gd name="connsiteX41" fmla="*/ 154753 w 1525504"/>
                <a:gd name="connsiteY41" fmla="*/ 898619 h 2957097"/>
                <a:gd name="connsiteX42" fmla="*/ 59083 w 1525504"/>
                <a:gd name="connsiteY42" fmla="*/ 873371 h 2957097"/>
                <a:gd name="connsiteX43" fmla="*/ 214547 w 1525504"/>
                <a:gd name="connsiteY43" fmla="*/ 1012892 h 2957097"/>
                <a:gd name="connsiteX44" fmla="*/ 538764 w 1525504"/>
                <a:gd name="connsiteY44" fmla="*/ 1072686 h 2957097"/>
                <a:gd name="connsiteX45" fmla="*/ 702202 w 1525504"/>
                <a:gd name="connsiteY45" fmla="*/ 1119193 h 2957097"/>
                <a:gd name="connsiteX46" fmla="*/ 522819 w 1525504"/>
                <a:gd name="connsiteY46" fmla="*/ 1169685 h 2957097"/>
                <a:gd name="connsiteX47" fmla="*/ 456381 w 1525504"/>
                <a:gd name="connsiteY47" fmla="*/ 1192274 h 2957097"/>
                <a:gd name="connsiteX48" fmla="*/ 247766 w 1525504"/>
                <a:gd name="connsiteY48" fmla="*/ 1218849 h 2957097"/>
                <a:gd name="connsiteX49" fmla="*/ 619819 w 1525504"/>
                <a:gd name="connsiteY49" fmla="*/ 1268014 h 2957097"/>
                <a:gd name="connsiteX50" fmla="*/ 773954 w 1525504"/>
                <a:gd name="connsiteY50" fmla="*/ 1310534 h 2957097"/>
                <a:gd name="connsiteX51" fmla="*/ 740736 w 1525504"/>
                <a:gd name="connsiteY51" fmla="*/ 1410189 h 2957097"/>
                <a:gd name="connsiteX52" fmla="*/ 598559 w 1525504"/>
                <a:gd name="connsiteY52" fmla="*/ 1485931 h 2957097"/>
                <a:gd name="connsiteX53" fmla="*/ 464353 w 1525504"/>
                <a:gd name="connsiteY53" fmla="*/ 1505860 h 2957097"/>
                <a:gd name="connsiteX54" fmla="*/ 209232 w 1525504"/>
                <a:gd name="connsiteY54" fmla="*/ 1485931 h 2957097"/>
                <a:gd name="connsiteX55" fmla="*/ 646394 w 1525504"/>
                <a:gd name="connsiteY55" fmla="*/ 1564326 h 2957097"/>
                <a:gd name="connsiteX56" fmla="*/ 860323 w 1525504"/>
                <a:gd name="connsiteY56" fmla="*/ 1645381 h 2957097"/>
                <a:gd name="connsiteX57" fmla="*/ 824448 w 1525504"/>
                <a:gd name="connsiteY57" fmla="*/ 1811476 h 2957097"/>
                <a:gd name="connsiteX58" fmla="*/ 789367 w 1525504"/>
                <a:gd name="connsiteY58" fmla="*/ 1820093 h 2957097"/>
                <a:gd name="connsiteX59" fmla="*/ 787818 w 1525504"/>
                <a:gd name="connsiteY59" fmla="*/ 1817505 h 2957097"/>
                <a:gd name="connsiteX60" fmla="*/ 775283 w 1525504"/>
                <a:gd name="connsiteY60" fmla="*/ 1810147 h 2957097"/>
                <a:gd name="connsiteX61" fmla="*/ 768852 w 1525504"/>
                <a:gd name="connsiteY61" fmla="*/ 1819793 h 2957097"/>
                <a:gd name="connsiteX62" fmla="*/ 769537 w 1525504"/>
                <a:gd name="connsiteY62" fmla="*/ 1824965 h 2957097"/>
                <a:gd name="connsiteX63" fmla="*/ 724977 w 1525504"/>
                <a:gd name="connsiteY63" fmla="*/ 1835912 h 2957097"/>
                <a:gd name="connsiteX64" fmla="*/ 425819 w 1525504"/>
                <a:gd name="connsiteY64" fmla="*/ 1856653 h 2957097"/>
                <a:gd name="connsiteX65" fmla="*/ 758009 w 1525504"/>
                <a:gd name="connsiteY65" fmla="*/ 1895188 h 2957097"/>
                <a:gd name="connsiteX66" fmla="*/ 784584 w 1525504"/>
                <a:gd name="connsiteY66" fmla="*/ 1961626 h 2957097"/>
                <a:gd name="connsiteX67" fmla="*/ 1005159 w 1525504"/>
                <a:gd name="connsiteY67" fmla="*/ 1994844 h 2957097"/>
                <a:gd name="connsiteX68" fmla="*/ 756681 w 1525504"/>
                <a:gd name="connsiteY68" fmla="*/ 2130377 h 2957097"/>
                <a:gd name="connsiteX69" fmla="*/ 642407 w 1525504"/>
                <a:gd name="connsiteY69" fmla="*/ 2208775 h 2957097"/>
                <a:gd name="connsiteX70" fmla="*/ 936062 w 1525504"/>
                <a:gd name="connsiteY70" fmla="*/ 2263254 h 2957097"/>
                <a:gd name="connsiteX71" fmla="*/ 924104 w 1525504"/>
                <a:gd name="connsiteY71" fmla="*/ 2320391 h 2957097"/>
                <a:gd name="connsiteX72" fmla="*/ 857665 w 1525504"/>
                <a:gd name="connsiteY72" fmla="*/ 2370883 h 2957097"/>
                <a:gd name="connsiteX73" fmla="*/ 1180554 w 1525504"/>
                <a:gd name="connsiteY73" fmla="*/ 2382842 h 2957097"/>
                <a:gd name="connsiteX74" fmla="*/ 869625 w 1525504"/>
                <a:gd name="connsiteY74" fmla="*/ 2566210 h 2957097"/>
                <a:gd name="connsiteX75" fmla="*/ 1253636 w 1525504"/>
                <a:gd name="connsiteY75" fmla="*/ 2657895 h 2957097"/>
                <a:gd name="connsiteX76" fmla="*/ 1199158 w 1525504"/>
                <a:gd name="connsiteY76" fmla="*/ 2749578 h 2957097"/>
                <a:gd name="connsiteX77" fmla="*/ 1159294 w 1525504"/>
                <a:gd name="connsiteY77" fmla="*/ 2786784 h 2957097"/>
                <a:gd name="connsiteX78" fmla="*/ 1007816 w 1525504"/>
                <a:gd name="connsiteY78" fmla="*/ 2834619 h 2957097"/>
                <a:gd name="connsiteX79" fmla="*/ 1446306 w 1525504"/>
                <a:gd name="connsiteY79" fmla="*/ 2922318 h 2957097"/>
                <a:gd name="connsiteX80" fmla="*/ 1478819 w 1525504"/>
                <a:gd name="connsiteY80" fmla="*/ 2941564 h 2957097"/>
                <a:gd name="connsiteX81" fmla="*/ 1446714 w 1525504"/>
                <a:gd name="connsiteY81" fmla="*/ 2957097 h 2957097"/>
                <a:gd name="connsiteX82" fmla="*/ 0 w 1525504"/>
                <a:gd name="connsiteY82" fmla="*/ 2957097 h 2957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1525504" h="2957097">
                  <a:moveTo>
                    <a:pt x="1104814" y="2757552"/>
                  </a:moveTo>
                  <a:cubicBezTo>
                    <a:pt x="1127404" y="2802729"/>
                    <a:pt x="1193843" y="2752237"/>
                    <a:pt x="1104814" y="2757552"/>
                  </a:cubicBezTo>
                  <a:close/>
                  <a:moveTo>
                    <a:pt x="1100829" y="2479842"/>
                  </a:moveTo>
                  <a:cubicBezTo>
                    <a:pt x="1059637" y="2497114"/>
                    <a:pt x="1173910" y="2478512"/>
                    <a:pt x="1100829" y="2479842"/>
                  </a:cubicBezTo>
                  <a:close/>
                  <a:moveTo>
                    <a:pt x="811160" y="2420047"/>
                  </a:moveTo>
                  <a:cubicBezTo>
                    <a:pt x="674297" y="2433334"/>
                    <a:pt x="945364" y="2434663"/>
                    <a:pt x="811160" y="2420047"/>
                  </a:cubicBezTo>
                  <a:close/>
                  <a:moveTo>
                    <a:pt x="789367" y="1820093"/>
                  </a:moveTo>
                  <a:lnTo>
                    <a:pt x="791353" y="1823414"/>
                  </a:lnTo>
                  <a:cubicBezTo>
                    <a:pt x="791269" y="1830183"/>
                    <a:pt x="774411" y="1832216"/>
                    <a:pt x="769677" y="1826029"/>
                  </a:cubicBezTo>
                  <a:lnTo>
                    <a:pt x="769537" y="1824965"/>
                  </a:lnTo>
                  <a:close/>
                  <a:moveTo>
                    <a:pt x="83001" y="1192274"/>
                  </a:moveTo>
                  <a:cubicBezTo>
                    <a:pt x="63068" y="1224164"/>
                    <a:pt x="105588" y="1250739"/>
                    <a:pt x="83001" y="1192274"/>
                  </a:cubicBezTo>
                  <a:close/>
                  <a:moveTo>
                    <a:pt x="77686" y="1019535"/>
                  </a:moveTo>
                  <a:lnTo>
                    <a:pt x="71041" y="1047440"/>
                  </a:lnTo>
                  <a:cubicBezTo>
                    <a:pt x="45796" y="1180315"/>
                    <a:pt x="128178" y="1093946"/>
                    <a:pt x="77686" y="1019535"/>
                  </a:cubicBezTo>
                  <a:close/>
                  <a:moveTo>
                    <a:pt x="381971" y="841481"/>
                  </a:moveTo>
                  <a:cubicBezTo>
                    <a:pt x="323505" y="854769"/>
                    <a:pt x="424491" y="869385"/>
                    <a:pt x="381971" y="841481"/>
                  </a:cubicBezTo>
                  <a:close/>
                  <a:moveTo>
                    <a:pt x="213512" y="797184"/>
                  </a:moveTo>
                  <a:cubicBezTo>
                    <a:pt x="207344" y="796636"/>
                    <a:pt x="198603" y="797467"/>
                    <a:pt x="186644" y="800290"/>
                  </a:cubicBezTo>
                  <a:cubicBezTo>
                    <a:pt x="173855" y="872376"/>
                    <a:pt x="256693" y="801017"/>
                    <a:pt x="213512" y="797184"/>
                  </a:cubicBezTo>
                  <a:close/>
                  <a:moveTo>
                    <a:pt x="44466" y="773716"/>
                  </a:moveTo>
                  <a:lnTo>
                    <a:pt x="72371" y="794975"/>
                  </a:lnTo>
                  <a:cubicBezTo>
                    <a:pt x="210562" y="829523"/>
                    <a:pt x="126849" y="783015"/>
                    <a:pt x="44466" y="773716"/>
                  </a:cubicBezTo>
                  <a:close/>
                  <a:moveTo>
                    <a:pt x="194617" y="614264"/>
                  </a:moveTo>
                  <a:cubicBezTo>
                    <a:pt x="166712" y="627551"/>
                    <a:pt x="153424" y="659442"/>
                    <a:pt x="124191" y="671400"/>
                  </a:cubicBezTo>
                  <a:cubicBezTo>
                    <a:pt x="-84424" y="715249"/>
                    <a:pt x="230491" y="711263"/>
                    <a:pt x="194617" y="614264"/>
                  </a:cubicBezTo>
                  <a:close/>
                  <a:moveTo>
                    <a:pt x="0" y="0"/>
                  </a:moveTo>
                  <a:lnTo>
                    <a:pt x="1780" y="2724"/>
                  </a:lnTo>
                  <a:cubicBezTo>
                    <a:pt x="17725" y="49375"/>
                    <a:pt x="-24629" y="121626"/>
                    <a:pt x="27192" y="114651"/>
                  </a:cubicBezTo>
                  <a:cubicBezTo>
                    <a:pt x="194617" y="5692"/>
                    <a:pt x="44466" y="150527"/>
                    <a:pt x="20549" y="226266"/>
                  </a:cubicBezTo>
                  <a:cubicBezTo>
                    <a:pt x="-11342" y="408306"/>
                    <a:pt x="73698" y="149198"/>
                    <a:pt x="121533" y="216964"/>
                  </a:cubicBezTo>
                  <a:cubicBezTo>
                    <a:pt x="190629" y="202349"/>
                    <a:pt x="298260" y="147869"/>
                    <a:pt x="189302" y="254170"/>
                  </a:cubicBezTo>
                  <a:cubicBezTo>
                    <a:pt x="340780" y="296690"/>
                    <a:pt x="158739" y="303335"/>
                    <a:pt x="105588" y="309977"/>
                  </a:cubicBezTo>
                  <a:cubicBezTo>
                    <a:pt x="207904" y="313965"/>
                    <a:pt x="245109" y="414951"/>
                    <a:pt x="113561" y="408306"/>
                  </a:cubicBezTo>
                  <a:cubicBezTo>
                    <a:pt x="-8684" y="295362"/>
                    <a:pt x="-23300" y="607620"/>
                    <a:pt x="81671" y="587689"/>
                  </a:cubicBezTo>
                  <a:cubicBezTo>
                    <a:pt x="172027" y="474744"/>
                    <a:pt x="241123" y="380402"/>
                    <a:pt x="383300" y="375087"/>
                  </a:cubicBezTo>
                  <a:cubicBezTo>
                    <a:pt x="306233" y="445510"/>
                    <a:pt x="481628" y="490689"/>
                    <a:pt x="350080" y="538524"/>
                  </a:cubicBezTo>
                  <a:cubicBezTo>
                    <a:pt x="529463" y="603634"/>
                    <a:pt x="267698" y="627551"/>
                    <a:pt x="283643" y="675387"/>
                  </a:cubicBezTo>
                  <a:cubicBezTo>
                    <a:pt x="413861" y="692660"/>
                    <a:pt x="352737" y="716578"/>
                    <a:pt x="275670" y="781688"/>
                  </a:cubicBezTo>
                  <a:cubicBezTo>
                    <a:pt x="291615" y="765743"/>
                    <a:pt x="500230" y="829523"/>
                    <a:pt x="574641" y="889316"/>
                  </a:cubicBezTo>
                  <a:cubicBezTo>
                    <a:pt x="537435" y="1002262"/>
                    <a:pt x="409875" y="893304"/>
                    <a:pt x="372670" y="973029"/>
                  </a:cubicBezTo>
                  <a:cubicBezTo>
                    <a:pt x="292944" y="850783"/>
                    <a:pt x="205247" y="1044782"/>
                    <a:pt x="154753" y="898619"/>
                  </a:cubicBezTo>
                  <a:cubicBezTo>
                    <a:pt x="160068" y="1008905"/>
                    <a:pt x="72371" y="933166"/>
                    <a:pt x="59083" y="873371"/>
                  </a:cubicBezTo>
                  <a:cubicBezTo>
                    <a:pt x="-28615" y="903934"/>
                    <a:pt x="174684" y="991631"/>
                    <a:pt x="214547" y="1012892"/>
                  </a:cubicBezTo>
                  <a:cubicBezTo>
                    <a:pt x="253081" y="1143111"/>
                    <a:pt x="464353" y="913234"/>
                    <a:pt x="538764" y="1072686"/>
                  </a:cubicBezTo>
                  <a:cubicBezTo>
                    <a:pt x="599886" y="1023522"/>
                    <a:pt x="904173" y="1095274"/>
                    <a:pt x="702202" y="1119193"/>
                  </a:cubicBezTo>
                  <a:cubicBezTo>
                    <a:pt x="715490" y="1173670"/>
                    <a:pt x="606531" y="1230808"/>
                    <a:pt x="522819" y="1169685"/>
                  </a:cubicBezTo>
                  <a:cubicBezTo>
                    <a:pt x="649051" y="1234794"/>
                    <a:pt x="517504" y="1253396"/>
                    <a:pt x="456381" y="1192274"/>
                  </a:cubicBezTo>
                  <a:cubicBezTo>
                    <a:pt x="457711" y="1307876"/>
                    <a:pt x="310217" y="1213534"/>
                    <a:pt x="247766" y="1218849"/>
                  </a:cubicBezTo>
                  <a:cubicBezTo>
                    <a:pt x="315532" y="1341095"/>
                    <a:pt x="509532" y="1370327"/>
                    <a:pt x="619819" y="1268014"/>
                  </a:cubicBezTo>
                  <a:cubicBezTo>
                    <a:pt x="627791" y="1365012"/>
                    <a:pt x="727447" y="1265356"/>
                    <a:pt x="773954" y="1310534"/>
                  </a:cubicBezTo>
                  <a:cubicBezTo>
                    <a:pt x="934734" y="1311862"/>
                    <a:pt x="769968" y="1345081"/>
                    <a:pt x="740736" y="1410189"/>
                  </a:cubicBezTo>
                  <a:cubicBezTo>
                    <a:pt x="623804" y="1331794"/>
                    <a:pt x="700872" y="1481943"/>
                    <a:pt x="598559" y="1485931"/>
                  </a:cubicBezTo>
                  <a:cubicBezTo>
                    <a:pt x="556039" y="1585586"/>
                    <a:pt x="451066" y="1463341"/>
                    <a:pt x="464353" y="1505860"/>
                  </a:cubicBezTo>
                  <a:cubicBezTo>
                    <a:pt x="362040" y="1481943"/>
                    <a:pt x="331477" y="1524463"/>
                    <a:pt x="209232" y="1485931"/>
                  </a:cubicBezTo>
                  <a:cubicBezTo>
                    <a:pt x="239794" y="1548382"/>
                    <a:pt x="517504" y="1666641"/>
                    <a:pt x="646394" y="1564326"/>
                  </a:cubicBezTo>
                  <a:cubicBezTo>
                    <a:pt x="598559" y="1722450"/>
                    <a:pt x="813818" y="1548382"/>
                    <a:pt x="860323" y="1645381"/>
                  </a:cubicBezTo>
                  <a:cubicBezTo>
                    <a:pt x="1072924" y="1667970"/>
                    <a:pt x="785913" y="1710490"/>
                    <a:pt x="824448" y="1811476"/>
                  </a:cubicBezTo>
                  <a:lnTo>
                    <a:pt x="789367" y="1820093"/>
                  </a:lnTo>
                  <a:lnTo>
                    <a:pt x="787818" y="1817505"/>
                  </a:lnTo>
                  <a:cubicBezTo>
                    <a:pt x="785290" y="1815275"/>
                    <a:pt x="781262" y="1812804"/>
                    <a:pt x="775283" y="1810147"/>
                  </a:cubicBezTo>
                  <a:cubicBezTo>
                    <a:pt x="771629" y="1813967"/>
                    <a:pt x="769636" y="1817165"/>
                    <a:pt x="768852" y="1819793"/>
                  </a:cubicBezTo>
                  <a:lnTo>
                    <a:pt x="769537" y="1824965"/>
                  </a:lnTo>
                  <a:lnTo>
                    <a:pt x="724977" y="1835912"/>
                  </a:lnTo>
                  <a:cubicBezTo>
                    <a:pt x="628621" y="1854411"/>
                    <a:pt x="538432" y="1856653"/>
                    <a:pt x="425819" y="1856653"/>
                  </a:cubicBezTo>
                  <a:cubicBezTo>
                    <a:pt x="363367" y="1900503"/>
                    <a:pt x="688913" y="2022749"/>
                    <a:pt x="758009" y="1895188"/>
                  </a:cubicBezTo>
                  <a:cubicBezTo>
                    <a:pt x="783256" y="1940365"/>
                    <a:pt x="873610" y="1903160"/>
                    <a:pt x="784584" y="1961626"/>
                  </a:cubicBezTo>
                  <a:cubicBezTo>
                    <a:pt x="855008" y="1974914"/>
                    <a:pt x="938720" y="1920434"/>
                    <a:pt x="1005159" y="1994844"/>
                  </a:cubicBezTo>
                  <a:cubicBezTo>
                    <a:pt x="1035720" y="2059953"/>
                    <a:pt x="847035" y="2162268"/>
                    <a:pt x="756681" y="2130377"/>
                  </a:cubicBezTo>
                  <a:cubicBezTo>
                    <a:pt x="885570" y="2200803"/>
                    <a:pt x="715490" y="2234020"/>
                    <a:pt x="642407" y="2208775"/>
                  </a:cubicBezTo>
                  <a:cubicBezTo>
                    <a:pt x="577299" y="2283185"/>
                    <a:pt x="857665" y="2277870"/>
                    <a:pt x="936062" y="2263254"/>
                  </a:cubicBezTo>
                  <a:cubicBezTo>
                    <a:pt x="1041035" y="2195487"/>
                    <a:pt x="1001172" y="2336336"/>
                    <a:pt x="924104" y="2320391"/>
                  </a:cubicBezTo>
                  <a:cubicBezTo>
                    <a:pt x="994529" y="2378856"/>
                    <a:pt x="901515" y="2400116"/>
                    <a:pt x="857665" y="2370883"/>
                  </a:cubicBezTo>
                  <a:cubicBezTo>
                    <a:pt x="922775" y="2489142"/>
                    <a:pt x="1079570" y="2396130"/>
                    <a:pt x="1180554" y="2382842"/>
                  </a:cubicBezTo>
                  <a:cubicBezTo>
                    <a:pt x="1175239" y="2570198"/>
                    <a:pt x="1015788" y="2594115"/>
                    <a:pt x="869625" y="2566210"/>
                  </a:cubicBezTo>
                  <a:cubicBezTo>
                    <a:pt x="876268" y="2696428"/>
                    <a:pt x="1152650" y="2598100"/>
                    <a:pt x="1253636" y="2657895"/>
                  </a:cubicBezTo>
                  <a:cubicBezTo>
                    <a:pt x="1452949" y="2584813"/>
                    <a:pt x="1294827" y="2741606"/>
                    <a:pt x="1199158" y="2749578"/>
                  </a:cubicBezTo>
                  <a:cubicBezTo>
                    <a:pt x="1308116" y="2770839"/>
                    <a:pt x="1211115" y="2794757"/>
                    <a:pt x="1159294" y="2786784"/>
                  </a:cubicBezTo>
                  <a:cubicBezTo>
                    <a:pt x="1250979" y="2882455"/>
                    <a:pt x="1038377" y="2764196"/>
                    <a:pt x="1007816" y="2834619"/>
                  </a:cubicBezTo>
                  <a:cubicBezTo>
                    <a:pt x="1128732" y="2902386"/>
                    <a:pt x="1301471" y="2918331"/>
                    <a:pt x="1446306" y="2922318"/>
                  </a:cubicBezTo>
                  <a:cubicBezTo>
                    <a:pt x="1559915" y="2908366"/>
                    <a:pt x="1533008" y="2917584"/>
                    <a:pt x="1478819" y="2941564"/>
                  </a:cubicBezTo>
                  <a:lnTo>
                    <a:pt x="1446714" y="2957097"/>
                  </a:lnTo>
                  <a:lnTo>
                    <a:pt x="0" y="2957097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>
              <a:outerShdw blurRad="127000" dist="12700" dir="16200000" rotWithShape="0">
                <a:prstClr val="black">
                  <a:alpha val="15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defTabSz="685749"/>
              <a:endParaRPr lang="en-US" sz="2000">
                <a:solidFill>
                  <a:prstClr val="black"/>
                </a:solidFill>
              </a:endParaRPr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xmlns="" id="{AEA3E210-B1ED-40DF-9B3E-1EC217936C85}"/>
                </a:ext>
              </a:extLst>
            </p:cNvPr>
            <p:cNvSpPr/>
            <p:nvPr/>
          </p:nvSpPr>
          <p:spPr>
            <a:xfrm>
              <a:off x="35636" y="1136215"/>
              <a:ext cx="1113712" cy="2991028"/>
            </a:xfrm>
            <a:custGeom>
              <a:avLst/>
              <a:gdLst>
                <a:gd name="connsiteX0" fmla="*/ 807386 w 1113712"/>
                <a:gd name="connsiteY0" fmla="*/ 1975864 h 2991028"/>
                <a:gd name="connsiteX1" fmla="*/ 807386 w 1113712"/>
                <a:gd name="connsiteY1" fmla="*/ 1975864 h 2991028"/>
                <a:gd name="connsiteX2" fmla="*/ 970824 w 1113712"/>
                <a:gd name="connsiteY2" fmla="*/ 1251690 h 2991028"/>
                <a:gd name="connsiteX3" fmla="*/ 970824 w 1113712"/>
                <a:gd name="connsiteY3" fmla="*/ 1251690 h 2991028"/>
                <a:gd name="connsiteX4" fmla="*/ 701085 w 1113712"/>
                <a:gd name="connsiteY4" fmla="*/ 1251690 h 2991028"/>
                <a:gd name="connsiteX5" fmla="*/ 835291 w 1113712"/>
                <a:gd name="connsiteY5" fmla="*/ 1310157 h 2991028"/>
                <a:gd name="connsiteX6" fmla="*/ 701085 w 1113712"/>
                <a:gd name="connsiteY6" fmla="*/ 1251690 h 2991028"/>
                <a:gd name="connsiteX7" fmla="*/ 1035932 w 1113712"/>
                <a:gd name="connsiteY7" fmla="*/ 1229102 h 2991028"/>
                <a:gd name="connsiteX8" fmla="*/ 1035932 w 1113712"/>
                <a:gd name="connsiteY8" fmla="*/ 1229102 h 2991028"/>
                <a:gd name="connsiteX9" fmla="*/ 1091741 w 1113712"/>
                <a:gd name="connsiteY9" fmla="*/ 1199868 h 2991028"/>
                <a:gd name="connsiteX10" fmla="*/ 1091741 w 1113712"/>
                <a:gd name="connsiteY10" fmla="*/ 1199868 h 2991028"/>
                <a:gd name="connsiteX11" fmla="*/ 954879 w 1113712"/>
                <a:gd name="connsiteY11" fmla="*/ 554092 h 2991028"/>
                <a:gd name="connsiteX12" fmla="*/ 973481 w 1113712"/>
                <a:gd name="connsiteY12" fmla="*/ 597942 h 2991028"/>
                <a:gd name="connsiteX13" fmla="*/ 954879 w 1113712"/>
                <a:gd name="connsiteY13" fmla="*/ 554092 h 2991028"/>
                <a:gd name="connsiteX14" fmla="*/ 986769 w 1113712"/>
                <a:gd name="connsiteY14" fmla="*/ 390655 h 2991028"/>
                <a:gd name="connsiteX15" fmla="*/ 1017330 w 1113712"/>
                <a:gd name="connsiteY15" fmla="*/ 446464 h 2991028"/>
                <a:gd name="connsiteX16" fmla="*/ 986769 w 1113712"/>
                <a:gd name="connsiteY16" fmla="*/ 390655 h 2991028"/>
                <a:gd name="connsiteX17" fmla="*/ 1074467 w 1113712"/>
                <a:gd name="connsiteY17" fmla="*/ 0 h 2991028"/>
                <a:gd name="connsiteX18" fmla="*/ 1101955 w 1113712"/>
                <a:gd name="connsiteY18" fmla="*/ 13529 h 2991028"/>
                <a:gd name="connsiteX19" fmla="*/ 1113712 w 1113712"/>
                <a:gd name="connsiteY19" fmla="*/ 31513 h 2991028"/>
                <a:gd name="connsiteX20" fmla="*/ 1113712 w 1113712"/>
                <a:gd name="connsiteY20" fmla="*/ 2991028 h 2991028"/>
                <a:gd name="connsiteX21" fmla="*/ 380617 w 1113712"/>
                <a:gd name="connsiteY21" fmla="*/ 2991028 h 2991028"/>
                <a:gd name="connsiteX22" fmla="*/ 384865 w 1113712"/>
                <a:gd name="connsiteY22" fmla="*/ 2982557 h 2991028"/>
                <a:gd name="connsiteX23" fmla="*/ 370960 w 1113712"/>
                <a:gd name="connsiteY23" fmla="*/ 2976437 h 2991028"/>
                <a:gd name="connsiteX24" fmla="*/ 337023 w 1113712"/>
                <a:gd name="connsiteY24" fmla="*/ 2991028 h 2991028"/>
                <a:gd name="connsiteX25" fmla="*/ 336998 w 1113712"/>
                <a:gd name="connsiteY25" fmla="*/ 2991028 h 2991028"/>
                <a:gd name="connsiteX26" fmla="*/ 312923 w 1113712"/>
                <a:gd name="connsiteY26" fmla="*/ 2971636 h 2991028"/>
                <a:gd name="connsiteX27" fmla="*/ 116432 w 1113712"/>
                <a:gd name="connsiteY27" fmla="*/ 2908653 h 2991028"/>
                <a:gd name="connsiteX28" fmla="*/ 80556 w 1113712"/>
                <a:gd name="connsiteY28" fmla="*/ 2848859 h 2991028"/>
                <a:gd name="connsiteX29" fmla="*/ 135035 w 1113712"/>
                <a:gd name="connsiteY29" fmla="*/ 2814311 h 2991028"/>
                <a:gd name="connsiteX30" fmla="*/ 590799 w 1113712"/>
                <a:gd name="connsiteY30" fmla="*/ 2786407 h 2991028"/>
                <a:gd name="connsiteX31" fmla="*/ 523032 w 1113712"/>
                <a:gd name="connsiteY31" fmla="*/ 2714654 h 2991028"/>
                <a:gd name="connsiteX32" fmla="*/ 410089 w 1113712"/>
                <a:gd name="connsiteY32" fmla="*/ 2664161 h 2991028"/>
                <a:gd name="connsiteX33" fmla="*/ 218747 w 1113712"/>
                <a:gd name="connsiteY33" fmla="*/ 2660175 h 2991028"/>
                <a:gd name="connsiteX34" fmla="*/ 49994 w 1113712"/>
                <a:gd name="connsiteY34" fmla="*/ 2588422 h 2991028"/>
                <a:gd name="connsiteX35" fmla="*/ 53981 w 1113712"/>
                <a:gd name="connsiteY35" fmla="*/ 2494079 h 2991028"/>
                <a:gd name="connsiteX36" fmla="*/ 593457 w 1113712"/>
                <a:gd name="connsiteY36" fmla="*/ 2444916 h 2991028"/>
                <a:gd name="connsiteX37" fmla="*/ 775496 w 1113712"/>
                <a:gd name="connsiteY37" fmla="*/ 2309383 h 2991028"/>
                <a:gd name="connsiteX38" fmla="*/ 625346 w 1113712"/>
                <a:gd name="connsiteY38" fmla="*/ 2314698 h 2991028"/>
                <a:gd name="connsiteX39" fmla="*/ 519047 w 1113712"/>
                <a:gd name="connsiteY39" fmla="*/ 2345259 h 2991028"/>
                <a:gd name="connsiteX40" fmla="*/ 149652 w 1113712"/>
                <a:gd name="connsiteY40" fmla="*/ 2205739 h 2991028"/>
                <a:gd name="connsiteX41" fmla="*/ 612059 w 1113712"/>
                <a:gd name="connsiteY41" fmla="*/ 2064891 h 2991028"/>
                <a:gd name="connsiteX42" fmla="*/ 639963 w 1113712"/>
                <a:gd name="connsiteY42" fmla="*/ 1961248 h 2991028"/>
                <a:gd name="connsiteX43" fmla="*/ 261267 w 1113712"/>
                <a:gd name="connsiteY43" fmla="*/ 1894811 h 2991028"/>
                <a:gd name="connsiteX44" fmla="*/ 491142 w 1113712"/>
                <a:gd name="connsiteY44" fmla="*/ 1817742 h 2991028"/>
                <a:gd name="connsiteX45" fmla="*/ 321060 w 1113712"/>
                <a:gd name="connsiteY45" fmla="*/ 1670249 h 2991028"/>
                <a:gd name="connsiteX46" fmla="*/ 768853 w 1113712"/>
                <a:gd name="connsiteY46" fmla="*/ 1602483 h 2991028"/>
                <a:gd name="connsiteX47" fmla="*/ 513731 w 1113712"/>
                <a:gd name="connsiteY47" fmla="*/ 1478908 h 2991028"/>
                <a:gd name="connsiteX48" fmla="*/ 322390 w 1113712"/>
                <a:gd name="connsiteY48" fmla="*/ 1347361 h 2991028"/>
                <a:gd name="connsiteX49" fmla="*/ 451278 w 1113712"/>
                <a:gd name="connsiteY49" fmla="*/ 1327429 h 2991028"/>
                <a:gd name="connsiteX50" fmla="*/ 544292 w 1113712"/>
                <a:gd name="connsiteY50" fmla="*/ 1263649 h 2991028"/>
                <a:gd name="connsiteX51" fmla="*/ 491142 w 1113712"/>
                <a:gd name="connsiteY51" fmla="*/ 1170636 h 2991028"/>
                <a:gd name="connsiteX52" fmla="*/ 487156 w 1113712"/>
                <a:gd name="connsiteY52" fmla="*/ 1089582 h 2991028"/>
                <a:gd name="connsiteX53" fmla="*/ 691785 w 1113712"/>
                <a:gd name="connsiteY53" fmla="*/ 1048390 h 2991028"/>
                <a:gd name="connsiteX54" fmla="*/ 1071810 w 1113712"/>
                <a:gd name="connsiteY54" fmla="*/ 951392 h 2991028"/>
                <a:gd name="connsiteX55" fmla="*/ 747592 w 1113712"/>
                <a:gd name="connsiteY55" fmla="*/ 1005870 h 2991028"/>
                <a:gd name="connsiteX56" fmla="*/ 628004 w 1113712"/>
                <a:gd name="connsiteY56" fmla="*/ 950062 h 2991028"/>
                <a:gd name="connsiteX57" fmla="*/ 584155 w 1113712"/>
                <a:gd name="connsiteY57" fmla="*/ 895583 h 2991028"/>
                <a:gd name="connsiteX58" fmla="*/ 491142 w 1113712"/>
                <a:gd name="connsiteY58" fmla="*/ 829146 h 2991028"/>
                <a:gd name="connsiteX59" fmla="*/ 771511 w 1113712"/>
                <a:gd name="connsiteY59" fmla="*/ 853063 h 2991028"/>
                <a:gd name="connsiteX60" fmla="*/ 1071810 w 1113712"/>
                <a:gd name="connsiteY60" fmla="*/ 795926 h 2991028"/>
                <a:gd name="connsiteX61" fmla="*/ 905714 w 1113712"/>
                <a:gd name="connsiteY61" fmla="*/ 790611 h 2991028"/>
                <a:gd name="connsiteX62" fmla="*/ 747592 w 1113712"/>
                <a:gd name="connsiteY62" fmla="*/ 742776 h 2991028"/>
                <a:gd name="connsiteX63" fmla="*/ 731647 w 1113712"/>
                <a:gd name="connsiteY63" fmla="*/ 619202 h 2991028"/>
                <a:gd name="connsiteX64" fmla="*/ 705072 w 1113712"/>
                <a:gd name="connsiteY64" fmla="*/ 522202 h 2991028"/>
                <a:gd name="connsiteX65" fmla="*/ 880468 w 1113712"/>
                <a:gd name="connsiteY65" fmla="*/ 447791 h 2991028"/>
                <a:gd name="connsiteX66" fmla="*/ 891098 w 1113712"/>
                <a:gd name="connsiteY66" fmla="*/ 410586 h 2991028"/>
                <a:gd name="connsiteX67" fmla="*/ 913686 w 1113712"/>
                <a:gd name="connsiteY67" fmla="*/ 260437 h 2991028"/>
                <a:gd name="connsiteX68" fmla="*/ 1018659 w 1113712"/>
                <a:gd name="connsiteY68" fmla="*/ 322888 h 2991028"/>
                <a:gd name="connsiteX69" fmla="*/ 982783 w 1113712"/>
                <a:gd name="connsiteY69" fmla="*/ 136862 h 2991028"/>
                <a:gd name="connsiteX70" fmla="*/ 1074467 w 1113712"/>
                <a:gd name="connsiteY70" fmla="*/ 0 h 2991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1113712" h="2991028">
                  <a:moveTo>
                    <a:pt x="807386" y="1975864"/>
                  </a:moveTo>
                  <a:cubicBezTo>
                    <a:pt x="657238" y="2001111"/>
                    <a:pt x="706400" y="2051604"/>
                    <a:pt x="807386" y="1975864"/>
                  </a:cubicBezTo>
                  <a:close/>
                  <a:moveTo>
                    <a:pt x="970824" y="1251690"/>
                  </a:moveTo>
                  <a:cubicBezTo>
                    <a:pt x="922989" y="1274279"/>
                    <a:pt x="1014672" y="1270294"/>
                    <a:pt x="970824" y="1251690"/>
                  </a:cubicBezTo>
                  <a:close/>
                  <a:moveTo>
                    <a:pt x="701085" y="1251690"/>
                  </a:moveTo>
                  <a:cubicBezTo>
                    <a:pt x="663880" y="1338060"/>
                    <a:pt x="790113" y="1319456"/>
                    <a:pt x="835291" y="1310157"/>
                  </a:cubicBezTo>
                  <a:cubicBezTo>
                    <a:pt x="1034605" y="1241060"/>
                    <a:pt x="752907" y="1312814"/>
                    <a:pt x="701085" y="1251690"/>
                  </a:cubicBezTo>
                  <a:close/>
                  <a:moveTo>
                    <a:pt x="1035932" y="1229102"/>
                  </a:moveTo>
                  <a:cubicBezTo>
                    <a:pt x="988097" y="1251690"/>
                    <a:pt x="1079782" y="1247704"/>
                    <a:pt x="1035932" y="1229102"/>
                  </a:cubicBezTo>
                  <a:close/>
                  <a:moveTo>
                    <a:pt x="1091741" y="1199868"/>
                  </a:moveTo>
                  <a:cubicBezTo>
                    <a:pt x="1033275" y="1219801"/>
                    <a:pt x="1130274" y="1225116"/>
                    <a:pt x="1091741" y="1199868"/>
                  </a:cubicBezTo>
                  <a:close/>
                  <a:moveTo>
                    <a:pt x="954879" y="554092"/>
                  </a:moveTo>
                  <a:cubicBezTo>
                    <a:pt x="925646" y="556749"/>
                    <a:pt x="974810" y="599269"/>
                    <a:pt x="973481" y="597942"/>
                  </a:cubicBezTo>
                  <a:cubicBezTo>
                    <a:pt x="1071810" y="693613"/>
                    <a:pt x="1050550" y="556749"/>
                    <a:pt x="954879" y="554092"/>
                  </a:cubicBezTo>
                  <a:close/>
                  <a:moveTo>
                    <a:pt x="986769" y="390655"/>
                  </a:moveTo>
                  <a:cubicBezTo>
                    <a:pt x="977467" y="415901"/>
                    <a:pt x="1012015" y="427861"/>
                    <a:pt x="1017330" y="446464"/>
                  </a:cubicBezTo>
                  <a:cubicBezTo>
                    <a:pt x="1057192" y="589969"/>
                    <a:pt x="1077125" y="399956"/>
                    <a:pt x="986769" y="390655"/>
                  </a:cubicBezTo>
                  <a:close/>
                  <a:moveTo>
                    <a:pt x="1074467" y="0"/>
                  </a:moveTo>
                  <a:cubicBezTo>
                    <a:pt x="1086426" y="2990"/>
                    <a:pt x="1095354" y="7661"/>
                    <a:pt x="1101955" y="13529"/>
                  </a:cubicBezTo>
                  <a:lnTo>
                    <a:pt x="1113712" y="31513"/>
                  </a:lnTo>
                  <a:lnTo>
                    <a:pt x="1113712" y="2991028"/>
                  </a:lnTo>
                  <a:lnTo>
                    <a:pt x="380617" y="2991028"/>
                  </a:lnTo>
                  <a:lnTo>
                    <a:pt x="384865" y="2982557"/>
                  </a:lnTo>
                  <a:cubicBezTo>
                    <a:pt x="387715" y="2975254"/>
                    <a:pt x="386090" y="2971491"/>
                    <a:pt x="370960" y="2976437"/>
                  </a:cubicBezTo>
                  <a:lnTo>
                    <a:pt x="337023" y="2991028"/>
                  </a:lnTo>
                  <a:lnTo>
                    <a:pt x="336998" y="2991028"/>
                  </a:lnTo>
                  <a:lnTo>
                    <a:pt x="312923" y="2971636"/>
                  </a:lnTo>
                  <a:cubicBezTo>
                    <a:pt x="249122" y="2938010"/>
                    <a:pt x="138524" y="2977250"/>
                    <a:pt x="116432" y="2908653"/>
                  </a:cubicBezTo>
                  <a:cubicBezTo>
                    <a:pt x="-47004" y="2875434"/>
                    <a:pt x="214761" y="2864804"/>
                    <a:pt x="80556" y="2848859"/>
                  </a:cubicBezTo>
                  <a:cubicBezTo>
                    <a:pt x="-85539" y="2806338"/>
                    <a:pt x="42022" y="2782421"/>
                    <a:pt x="135035" y="2814311"/>
                  </a:cubicBezTo>
                  <a:cubicBezTo>
                    <a:pt x="278540" y="2810325"/>
                    <a:pt x="432676" y="2826269"/>
                    <a:pt x="590799" y="2786407"/>
                  </a:cubicBezTo>
                  <a:cubicBezTo>
                    <a:pt x="739620" y="2754516"/>
                    <a:pt x="609402" y="2701366"/>
                    <a:pt x="523032" y="2714654"/>
                  </a:cubicBezTo>
                  <a:cubicBezTo>
                    <a:pt x="507087" y="2633600"/>
                    <a:pt x="404774" y="2755846"/>
                    <a:pt x="410089" y="2664161"/>
                  </a:cubicBezTo>
                  <a:cubicBezTo>
                    <a:pt x="343650" y="2681435"/>
                    <a:pt x="303788" y="2645558"/>
                    <a:pt x="218747" y="2660175"/>
                  </a:cubicBezTo>
                  <a:cubicBezTo>
                    <a:pt x="254623" y="2584435"/>
                    <a:pt x="-4485" y="2654860"/>
                    <a:pt x="49994" y="2588422"/>
                  </a:cubicBezTo>
                  <a:cubicBezTo>
                    <a:pt x="174897" y="2529957"/>
                    <a:pt x="-49662" y="2540587"/>
                    <a:pt x="53981" y="2494079"/>
                  </a:cubicBezTo>
                  <a:cubicBezTo>
                    <a:pt x="230706" y="2455546"/>
                    <a:pt x="419389" y="2494079"/>
                    <a:pt x="593457" y="2444916"/>
                  </a:cubicBezTo>
                  <a:cubicBezTo>
                    <a:pt x="382184" y="2365191"/>
                    <a:pt x="713045" y="2375821"/>
                    <a:pt x="775496" y="2309383"/>
                  </a:cubicBezTo>
                  <a:cubicBezTo>
                    <a:pt x="717031" y="2240288"/>
                    <a:pt x="677167" y="2342601"/>
                    <a:pt x="625346" y="2314698"/>
                  </a:cubicBezTo>
                  <a:cubicBezTo>
                    <a:pt x="562894" y="2297424"/>
                    <a:pt x="590799" y="2318684"/>
                    <a:pt x="519047" y="2345259"/>
                  </a:cubicBezTo>
                  <a:cubicBezTo>
                    <a:pt x="380855" y="2323999"/>
                    <a:pt x="259938" y="2312040"/>
                    <a:pt x="149652" y="2205739"/>
                  </a:cubicBezTo>
                  <a:cubicBezTo>
                    <a:pt x="225391" y="2135315"/>
                    <a:pt x="479183" y="2126015"/>
                    <a:pt x="612059" y="2064891"/>
                  </a:cubicBezTo>
                  <a:cubicBezTo>
                    <a:pt x="558909" y="1983836"/>
                    <a:pt x="685140" y="1994466"/>
                    <a:pt x="639963" y="1961248"/>
                  </a:cubicBezTo>
                  <a:cubicBezTo>
                    <a:pt x="505758" y="2070206"/>
                    <a:pt x="390156" y="1971878"/>
                    <a:pt x="261267" y="1894811"/>
                  </a:cubicBezTo>
                  <a:cubicBezTo>
                    <a:pt x="230706" y="1811098"/>
                    <a:pt x="701085" y="1910756"/>
                    <a:pt x="491142" y="1817742"/>
                  </a:cubicBezTo>
                  <a:cubicBezTo>
                    <a:pt x="472540" y="1809770"/>
                    <a:pt x="261267" y="1716756"/>
                    <a:pt x="321060" y="1670249"/>
                  </a:cubicBezTo>
                  <a:cubicBezTo>
                    <a:pt x="465896" y="1611784"/>
                    <a:pt x="638634" y="1711441"/>
                    <a:pt x="768853" y="1602483"/>
                  </a:cubicBezTo>
                  <a:cubicBezTo>
                    <a:pt x="718360" y="1648989"/>
                    <a:pt x="614717" y="1476251"/>
                    <a:pt x="513731" y="1478908"/>
                  </a:cubicBezTo>
                  <a:cubicBezTo>
                    <a:pt x="461910" y="1465621"/>
                    <a:pt x="234692" y="1368621"/>
                    <a:pt x="322390" y="1347361"/>
                  </a:cubicBezTo>
                  <a:cubicBezTo>
                    <a:pt x="419389" y="1395197"/>
                    <a:pt x="380855" y="1288897"/>
                    <a:pt x="451278" y="1327429"/>
                  </a:cubicBezTo>
                  <a:cubicBezTo>
                    <a:pt x="590799" y="1416457"/>
                    <a:pt x="459252" y="1262320"/>
                    <a:pt x="544292" y="1263649"/>
                  </a:cubicBezTo>
                  <a:cubicBezTo>
                    <a:pt x="739620" y="1294212"/>
                    <a:pt x="585484" y="1197211"/>
                    <a:pt x="491142" y="1170636"/>
                  </a:cubicBezTo>
                  <a:cubicBezTo>
                    <a:pt x="499115" y="1157348"/>
                    <a:pt x="403444" y="1090911"/>
                    <a:pt x="487156" y="1089582"/>
                  </a:cubicBezTo>
                  <a:cubicBezTo>
                    <a:pt x="546949" y="1021815"/>
                    <a:pt x="775496" y="1136088"/>
                    <a:pt x="691785" y="1048390"/>
                  </a:cubicBezTo>
                  <a:cubicBezTo>
                    <a:pt x="816688" y="1085595"/>
                    <a:pt x="984111" y="1084267"/>
                    <a:pt x="1071810" y="951392"/>
                  </a:cubicBezTo>
                  <a:cubicBezTo>
                    <a:pt x="1058522" y="910199"/>
                    <a:pt x="814031" y="1085595"/>
                    <a:pt x="747592" y="1005870"/>
                  </a:cubicBezTo>
                  <a:cubicBezTo>
                    <a:pt x="915016" y="857049"/>
                    <a:pt x="654580" y="1077622"/>
                    <a:pt x="628004" y="950062"/>
                  </a:cubicBezTo>
                  <a:cubicBezTo>
                    <a:pt x="784798" y="847748"/>
                    <a:pt x="430019" y="1019158"/>
                    <a:pt x="584155" y="895583"/>
                  </a:cubicBezTo>
                  <a:cubicBezTo>
                    <a:pt x="536319" y="904884"/>
                    <a:pt x="303788" y="843761"/>
                    <a:pt x="491142" y="829146"/>
                  </a:cubicBezTo>
                  <a:cubicBezTo>
                    <a:pt x="553594" y="722845"/>
                    <a:pt x="685140" y="857049"/>
                    <a:pt x="771511" y="853063"/>
                  </a:cubicBezTo>
                  <a:cubicBezTo>
                    <a:pt x="699757" y="736132"/>
                    <a:pt x="1114329" y="984610"/>
                    <a:pt x="1071810" y="795926"/>
                  </a:cubicBezTo>
                  <a:cubicBezTo>
                    <a:pt x="988097" y="850406"/>
                    <a:pt x="992084" y="782638"/>
                    <a:pt x="905714" y="790611"/>
                  </a:cubicBezTo>
                  <a:cubicBezTo>
                    <a:pt x="950891" y="712215"/>
                    <a:pt x="812701" y="765365"/>
                    <a:pt x="747592" y="742776"/>
                  </a:cubicBezTo>
                  <a:cubicBezTo>
                    <a:pt x="609402" y="694940"/>
                    <a:pt x="913686" y="682983"/>
                    <a:pt x="731647" y="619202"/>
                  </a:cubicBezTo>
                  <a:cubicBezTo>
                    <a:pt x="618703" y="563394"/>
                    <a:pt x="835291" y="578009"/>
                    <a:pt x="705072" y="522202"/>
                  </a:cubicBezTo>
                  <a:cubicBezTo>
                    <a:pt x="707730" y="475696"/>
                    <a:pt x="1014672" y="631160"/>
                    <a:pt x="880468" y="447791"/>
                  </a:cubicBezTo>
                  <a:cubicBezTo>
                    <a:pt x="964180" y="487655"/>
                    <a:pt x="1000056" y="410586"/>
                    <a:pt x="891098" y="410586"/>
                  </a:cubicBezTo>
                  <a:cubicBezTo>
                    <a:pt x="948234" y="387997"/>
                    <a:pt x="772838" y="205957"/>
                    <a:pt x="913686" y="260437"/>
                  </a:cubicBezTo>
                  <a:cubicBezTo>
                    <a:pt x="954879" y="233862"/>
                    <a:pt x="1004042" y="229874"/>
                    <a:pt x="1018659" y="322888"/>
                  </a:cubicBezTo>
                  <a:cubicBezTo>
                    <a:pt x="1135589" y="429189"/>
                    <a:pt x="965509" y="136862"/>
                    <a:pt x="982783" y="136862"/>
                  </a:cubicBezTo>
                  <a:cubicBezTo>
                    <a:pt x="1107686" y="269738"/>
                    <a:pt x="1059850" y="77069"/>
                    <a:pt x="1074467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27000" dist="12700" dir="16200000" rotWithShape="0">
                <a:prstClr val="black">
                  <a:alpha val="15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defTabSz="685749"/>
              <a:endParaRPr lang="en-US" sz="2000">
                <a:solidFill>
                  <a:prstClr val="black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4F767EA1-DCB1-4019-85DD-A7022071EBC2}"/>
              </a:ext>
            </a:extLst>
          </p:cNvPr>
          <p:cNvGrpSpPr/>
          <p:nvPr userDrawn="1"/>
        </p:nvGrpSpPr>
        <p:grpSpPr>
          <a:xfrm>
            <a:off x="539824" y="4294607"/>
            <a:ext cx="730304" cy="842103"/>
            <a:chOff x="276796" y="1136215"/>
            <a:chExt cx="2593938" cy="299102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xmlns="" id="{086A14DB-06E7-49B9-A5D4-524A47846991}"/>
                </a:ext>
              </a:extLst>
            </p:cNvPr>
            <p:cNvSpPr/>
            <p:nvPr/>
          </p:nvSpPr>
          <p:spPr>
            <a:xfrm>
              <a:off x="1345231" y="1170148"/>
              <a:ext cx="1525503" cy="2957096"/>
            </a:xfrm>
            <a:custGeom>
              <a:avLst/>
              <a:gdLst>
                <a:gd name="connsiteX0" fmla="*/ 1104814 w 1525504"/>
                <a:gd name="connsiteY0" fmla="*/ 2757552 h 2957097"/>
                <a:gd name="connsiteX1" fmla="*/ 1104814 w 1525504"/>
                <a:gd name="connsiteY1" fmla="*/ 2757552 h 2957097"/>
                <a:gd name="connsiteX2" fmla="*/ 1100829 w 1525504"/>
                <a:gd name="connsiteY2" fmla="*/ 2479842 h 2957097"/>
                <a:gd name="connsiteX3" fmla="*/ 1100829 w 1525504"/>
                <a:gd name="connsiteY3" fmla="*/ 2479842 h 2957097"/>
                <a:gd name="connsiteX4" fmla="*/ 811160 w 1525504"/>
                <a:gd name="connsiteY4" fmla="*/ 2420047 h 2957097"/>
                <a:gd name="connsiteX5" fmla="*/ 811160 w 1525504"/>
                <a:gd name="connsiteY5" fmla="*/ 2420047 h 2957097"/>
                <a:gd name="connsiteX6" fmla="*/ 789367 w 1525504"/>
                <a:gd name="connsiteY6" fmla="*/ 1820093 h 2957097"/>
                <a:gd name="connsiteX7" fmla="*/ 791353 w 1525504"/>
                <a:gd name="connsiteY7" fmla="*/ 1823414 h 2957097"/>
                <a:gd name="connsiteX8" fmla="*/ 769677 w 1525504"/>
                <a:gd name="connsiteY8" fmla="*/ 1826029 h 2957097"/>
                <a:gd name="connsiteX9" fmla="*/ 769537 w 1525504"/>
                <a:gd name="connsiteY9" fmla="*/ 1824965 h 2957097"/>
                <a:gd name="connsiteX10" fmla="*/ 83001 w 1525504"/>
                <a:gd name="connsiteY10" fmla="*/ 1192274 h 2957097"/>
                <a:gd name="connsiteX11" fmla="*/ 83001 w 1525504"/>
                <a:gd name="connsiteY11" fmla="*/ 1192274 h 2957097"/>
                <a:gd name="connsiteX12" fmla="*/ 77686 w 1525504"/>
                <a:gd name="connsiteY12" fmla="*/ 1019535 h 2957097"/>
                <a:gd name="connsiteX13" fmla="*/ 71041 w 1525504"/>
                <a:gd name="connsiteY13" fmla="*/ 1047440 h 2957097"/>
                <a:gd name="connsiteX14" fmla="*/ 77686 w 1525504"/>
                <a:gd name="connsiteY14" fmla="*/ 1019535 h 2957097"/>
                <a:gd name="connsiteX15" fmla="*/ 381971 w 1525504"/>
                <a:gd name="connsiteY15" fmla="*/ 841481 h 2957097"/>
                <a:gd name="connsiteX16" fmla="*/ 381971 w 1525504"/>
                <a:gd name="connsiteY16" fmla="*/ 841481 h 2957097"/>
                <a:gd name="connsiteX17" fmla="*/ 213512 w 1525504"/>
                <a:gd name="connsiteY17" fmla="*/ 797184 h 2957097"/>
                <a:gd name="connsiteX18" fmla="*/ 186644 w 1525504"/>
                <a:gd name="connsiteY18" fmla="*/ 800290 h 2957097"/>
                <a:gd name="connsiteX19" fmla="*/ 213512 w 1525504"/>
                <a:gd name="connsiteY19" fmla="*/ 797184 h 2957097"/>
                <a:gd name="connsiteX20" fmla="*/ 44466 w 1525504"/>
                <a:gd name="connsiteY20" fmla="*/ 773716 h 2957097"/>
                <a:gd name="connsiteX21" fmla="*/ 72371 w 1525504"/>
                <a:gd name="connsiteY21" fmla="*/ 794975 h 2957097"/>
                <a:gd name="connsiteX22" fmla="*/ 44466 w 1525504"/>
                <a:gd name="connsiteY22" fmla="*/ 773716 h 2957097"/>
                <a:gd name="connsiteX23" fmla="*/ 194617 w 1525504"/>
                <a:gd name="connsiteY23" fmla="*/ 614264 h 2957097"/>
                <a:gd name="connsiteX24" fmla="*/ 124191 w 1525504"/>
                <a:gd name="connsiteY24" fmla="*/ 671400 h 2957097"/>
                <a:gd name="connsiteX25" fmla="*/ 194617 w 1525504"/>
                <a:gd name="connsiteY25" fmla="*/ 614264 h 2957097"/>
                <a:gd name="connsiteX26" fmla="*/ 0 w 1525504"/>
                <a:gd name="connsiteY26" fmla="*/ 0 h 2957097"/>
                <a:gd name="connsiteX27" fmla="*/ 1780 w 1525504"/>
                <a:gd name="connsiteY27" fmla="*/ 2724 h 2957097"/>
                <a:gd name="connsiteX28" fmla="*/ 27192 w 1525504"/>
                <a:gd name="connsiteY28" fmla="*/ 114651 h 2957097"/>
                <a:gd name="connsiteX29" fmla="*/ 20549 w 1525504"/>
                <a:gd name="connsiteY29" fmla="*/ 226266 h 2957097"/>
                <a:gd name="connsiteX30" fmla="*/ 121533 w 1525504"/>
                <a:gd name="connsiteY30" fmla="*/ 216964 h 2957097"/>
                <a:gd name="connsiteX31" fmla="*/ 189302 w 1525504"/>
                <a:gd name="connsiteY31" fmla="*/ 254170 h 2957097"/>
                <a:gd name="connsiteX32" fmla="*/ 105588 w 1525504"/>
                <a:gd name="connsiteY32" fmla="*/ 309977 h 2957097"/>
                <a:gd name="connsiteX33" fmla="*/ 113561 w 1525504"/>
                <a:gd name="connsiteY33" fmla="*/ 408306 h 2957097"/>
                <a:gd name="connsiteX34" fmla="*/ 81671 w 1525504"/>
                <a:gd name="connsiteY34" fmla="*/ 587689 h 2957097"/>
                <a:gd name="connsiteX35" fmla="*/ 383300 w 1525504"/>
                <a:gd name="connsiteY35" fmla="*/ 375087 h 2957097"/>
                <a:gd name="connsiteX36" fmla="*/ 350080 w 1525504"/>
                <a:gd name="connsiteY36" fmla="*/ 538524 h 2957097"/>
                <a:gd name="connsiteX37" fmla="*/ 283643 w 1525504"/>
                <a:gd name="connsiteY37" fmla="*/ 675387 h 2957097"/>
                <a:gd name="connsiteX38" fmla="*/ 275670 w 1525504"/>
                <a:gd name="connsiteY38" fmla="*/ 781688 h 2957097"/>
                <a:gd name="connsiteX39" fmla="*/ 574641 w 1525504"/>
                <a:gd name="connsiteY39" fmla="*/ 889316 h 2957097"/>
                <a:gd name="connsiteX40" fmla="*/ 372670 w 1525504"/>
                <a:gd name="connsiteY40" fmla="*/ 973029 h 2957097"/>
                <a:gd name="connsiteX41" fmla="*/ 154753 w 1525504"/>
                <a:gd name="connsiteY41" fmla="*/ 898619 h 2957097"/>
                <a:gd name="connsiteX42" fmla="*/ 59083 w 1525504"/>
                <a:gd name="connsiteY42" fmla="*/ 873371 h 2957097"/>
                <a:gd name="connsiteX43" fmla="*/ 214547 w 1525504"/>
                <a:gd name="connsiteY43" fmla="*/ 1012892 h 2957097"/>
                <a:gd name="connsiteX44" fmla="*/ 538764 w 1525504"/>
                <a:gd name="connsiteY44" fmla="*/ 1072686 h 2957097"/>
                <a:gd name="connsiteX45" fmla="*/ 702202 w 1525504"/>
                <a:gd name="connsiteY45" fmla="*/ 1119193 h 2957097"/>
                <a:gd name="connsiteX46" fmla="*/ 522819 w 1525504"/>
                <a:gd name="connsiteY46" fmla="*/ 1169685 h 2957097"/>
                <a:gd name="connsiteX47" fmla="*/ 456381 w 1525504"/>
                <a:gd name="connsiteY47" fmla="*/ 1192274 h 2957097"/>
                <a:gd name="connsiteX48" fmla="*/ 247766 w 1525504"/>
                <a:gd name="connsiteY48" fmla="*/ 1218849 h 2957097"/>
                <a:gd name="connsiteX49" fmla="*/ 619819 w 1525504"/>
                <a:gd name="connsiteY49" fmla="*/ 1268014 h 2957097"/>
                <a:gd name="connsiteX50" fmla="*/ 773954 w 1525504"/>
                <a:gd name="connsiteY50" fmla="*/ 1310534 h 2957097"/>
                <a:gd name="connsiteX51" fmla="*/ 740736 w 1525504"/>
                <a:gd name="connsiteY51" fmla="*/ 1410189 h 2957097"/>
                <a:gd name="connsiteX52" fmla="*/ 598559 w 1525504"/>
                <a:gd name="connsiteY52" fmla="*/ 1485931 h 2957097"/>
                <a:gd name="connsiteX53" fmla="*/ 464353 w 1525504"/>
                <a:gd name="connsiteY53" fmla="*/ 1505860 h 2957097"/>
                <a:gd name="connsiteX54" fmla="*/ 209232 w 1525504"/>
                <a:gd name="connsiteY54" fmla="*/ 1485931 h 2957097"/>
                <a:gd name="connsiteX55" fmla="*/ 646394 w 1525504"/>
                <a:gd name="connsiteY55" fmla="*/ 1564326 h 2957097"/>
                <a:gd name="connsiteX56" fmla="*/ 860323 w 1525504"/>
                <a:gd name="connsiteY56" fmla="*/ 1645381 h 2957097"/>
                <a:gd name="connsiteX57" fmla="*/ 824448 w 1525504"/>
                <a:gd name="connsiteY57" fmla="*/ 1811476 h 2957097"/>
                <a:gd name="connsiteX58" fmla="*/ 789367 w 1525504"/>
                <a:gd name="connsiteY58" fmla="*/ 1820093 h 2957097"/>
                <a:gd name="connsiteX59" fmla="*/ 787818 w 1525504"/>
                <a:gd name="connsiteY59" fmla="*/ 1817505 h 2957097"/>
                <a:gd name="connsiteX60" fmla="*/ 775283 w 1525504"/>
                <a:gd name="connsiteY60" fmla="*/ 1810147 h 2957097"/>
                <a:gd name="connsiteX61" fmla="*/ 768852 w 1525504"/>
                <a:gd name="connsiteY61" fmla="*/ 1819793 h 2957097"/>
                <a:gd name="connsiteX62" fmla="*/ 769537 w 1525504"/>
                <a:gd name="connsiteY62" fmla="*/ 1824965 h 2957097"/>
                <a:gd name="connsiteX63" fmla="*/ 724977 w 1525504"/>
                <a:gd name="connsiteY63" fmla="*/ 1835912 h 2957097"/>
                <a:gd name="connsiteX64" fmla="*/ 425819 w 1525504"/>
                <a:gd name="connsiteY64" fmla="*/ 1856653 h 2957097"/>
                <a:gd name="connsiteX65" fmla="*/ 758009 w 1525504"/>
                <a:gd name="connsiteY65" fmla="*/ 1895188 h 2957097"/>
                <a:gd name="connsiteX66" fmla="*/ 784584 w 1525504"/>
                <a:gd name="connsiteY66" fmla="*/ 1961626 h 2957097"/>
                <a:gd name="connsiteX67" fmla="*/ 1005159 w 1525504"/>
                <a:gd name="connsiteY67" fmla="*/ 1994844 h 2957097"/>
                <a:gd name="connsiteX68" fmla="*/ 756681 w 1525504"/>
                <a:gd name="connsiteY68" fmla="*/ 2130377 h 2957097"/>
                <a:gd name="connsiteX69" fmla="*/ 642407 w 1525504"/>
                <a:gd name="connsiteY69" fmla="*/ 2208775 h 2957097"/>
                <a:gd name="connsiteX70" fmla="*/ 936062 w 1525504"/>
                <a:gd name="connsiteY70" fmla="*/ 2263254 h 2957097"/>
                <a:gd name="connsiteX71" fmla="*/ 924104 w 1525504"/>
                <a:gd name="connsiteY71" fmla="*/ 2320391 h 2957097"/>
                <a:gd name="connsiteX72" fmla="*/ 857665 w 1525504"/>
                <a:gd name="connsiteY72" fmla="*/ 2370883 h 2957097"/>
                <a:gd name="connsiteX73" fmla="*/ 1180554 w 1525504"/>
                <a:gd name="connsiteY73" fmla="*/ 2382842 h 2957097"/>
                <a:gd name="connsiteX74" fmla="*/ 869625 w 1525504"/>
                <a:gd name="connsiteY74" fmla="*/ 2566210 h 2957097"/>
                <a:gd name="connsiteX75" fmla="*/ 1253636 w 1525504"/>
                <a:gd name="connsiteY75" fmla="*/ 2657895 h 2957097"/>
                <a:gd name="connsiteX76" fmla="*/ 1199158 w 1525504"/>
                <a:gd name="connsiteY76" fmla="*/ 2749578 h 2957097"/>
                <a:gd name="connsiteX77" fmla="*/ 1159294 w 1525504"/>
                <a:gd name="connsiteY77" fmla="*/ 2786784 h 2957097"/>
                <a:gd name="connsiteX78" fmla="*/ 1007816 w 1525504"/>
                <a:gd name="connsiteY78" fmla="*/ 2834619 h 2957097"/>
                <a:gd name="connsiteX79" fmla="*/ 1446306 w 1525504"/>
                <a:gd name="connsiteY79" fmla="*/ 2922318 h 2957097"/>
                <a:gd name="connsiteX80" fmla="*/ 1478819 w 1525504"/>
                <a:gd name="connsiteY80" fmla="*/ 2941564 h 2957097"/>
                <a:gd name="connsiteX81" fmla="*/ 1446714 w 1525504"/>
                <a:gd name="connsiteY81" fmla="*/ 2957097 h 2957097"/>
                <a:gd name="connsiteX82" fmla="*/ 0 w 1525504"/>
                <a:gd name="connsiteY82" fmla="*/ 2957097 h 2957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1525504" h="2957097">
                  <a:moveTo>
                    <a:pt x="1104814" y="2757552"/>
                  </a:moveTo>
                  <a:cubicBezTo>
                    <a:pt x="1127404" y="2802729"/>
                    <a:pt x="1193843" y="2752237"/>
                    <a:pt x="1104814" y="2757552"/>
                  </a:cubicBezTo>
                  <a:close/>
                  <a:moveTo>
                    <a:pt x="1100829" y="2479842"/>
                  </a:moveTo>
                  <a:cubicBezTo>
                    <a:pt x="1059637" y="2497114"/>
                    <a:pt x="1173910" y="2478512"/>
                    <a:pt x="1100829" y="2479842"/>
                  </a:cubicBezTo>
                  <a:close/>
                  <a:moveTo>
                    <a:pt x="811160" y="2420047"/>
                  </a:moveTo>
                  <a:cubicBezTo>
                    <a:pt x="674297" y="2433334"/>
                    <a:pt x="945364" y="2434663"/>
                    <a:pt x="811160" y="2420047"/>
                  </a:cubicBezTo>
                  <a:close/>
                  <a:moveTo>
                    <a:pt x="789367" y="1820093"/>
                  </a:moveTo>
                  <a:lnTo>
                    <a:pt x="791353" y="1823414"/>
                  </a:lnTo>
                  <a:cubicBezTo>
                    <a:pt x="791269" y="1830183"/>
                    <a:pt x="774411" y="1832216"/>
                    <a:pt x="769677" y="1826029"/>
                  </a:cubicBezTo>
                  <a:lnTo>
                    <a:pt x="769537" y="1824965"/>
                  </a:lnTo>
                  <a:close/>
                  <a:moveTo>
                    <a:pt x="83001" y="1192274"/>
                  </a:moveTo>
                  <a:cubicBezTo>
                    <a:pt x="63068" y="1224164"/>
                    <a:pt x="105588" y="1250739"/>
                    <a:pt x="83001" y="1192274"/>
                  </a:cubicBezTo>
                  <a:close/>
                  <a:moveTo>
                    <a:pt x="77686" y="1019535"/>
                  </a:moveTo>
                  <a:lnTo>
                    <a:pt x="71041" y="1047440"/>
                  </a:lnTo>
                  <a:cubicBezTo>
                    <a:pt x="45796" y="1180315"/>
                    <a:pt x="128178" y="1093946"/>
                    <a:pt x="77686" y="1019535"/>
                  </a:cubicBezTo>
                  <a:close/>
                  <a:moveTo>
                    <a:pt x="381971" y="841481"/>
                  </a:moveTo>
                  <a:cubicBezTo>
                    <a:pt x="323505" y="854769"/>
                    <a:pt x="424491" y="869385"/>
                    <a:pt x="381971" y="841481"/>
                  </a:cubicBezTo>
                  <a:close/>
                  <a:moveTo>
                    <a:pt x="213512" y="797184"/>
                  </a:moveTo>
                  <a:cubicBezTo>
                    <a:pt x="207344" y="796636"/>
                    <a:pt x="198603" y="797467"/>
                    <a:pt x="186644" y="800290"/>
                  </a:cubicBezTo>
                  <a:cubicBezTo>
                    <a:pt x="173855" y="872376"/>
                    <a:pt x="256693" y="801017"/>
                    <a:pt x="213512" y="797184"/>
                  </a:cubicBezTo>
                  <a:close/>
                  <a:moveTo>
                    <a:pt x="44466" y="773716"/>
                  </a:moveTo>
                  <a:lnTo>
                    <a:pt x="72371" y="794975"/>
                  </a:lnTo>
                  <a:cubicBezTo>
                    <a:pt x="210562" y="829523"/>
                    <a:pt x="126849" y="783015"/>
                    <a:pt x="44466" y="773716"/>
                  </a:cubicBezTo>
                  <a:close/>
                  <a:moveTo>
                    <a:pt x="194617" y="614264"/>
                  </a:moveTo>
                  <a:cubicBezTo>
                    <a:pt x="166712" y="627551"/>
                    <a:pt x="153424" y="659442"/>
                    <a:pt x="124191" y="671400"/>
                  </a:cubicBezTo>
                  <a:cubicBezTo>
                    <a:pt x="-84424" y="715249"/>
                    <a:pt x="230491" y="711263"/>
                    <a:pt x="194617" y="614264"/>
                  </a:cubicBezTo>
                  <a:close/>
                  <a:moveTo>
                    <a:pt x="0" y="0"/>
                  </a:moveTo>
                  <a:lnTo>
                    <a:pt x="1780" y="2724"/>
                  </a:lnTo>
                  <a:cubicBezTo>
                    <a:pt x="17725" y="49375"/>
                    <a:pt x="-24629" y="121626"/>
                    <a:pt x="27192" y="114651"/>
                  </a:cubicBezTo>
                  <a:cubicBezTo>
                    <a:pt x="194617" y="5692"/>
                    <a:pt x="44466" y="150527"/>
                    <a:pt x="20549" y="226266"/>
                  </a:cubicBezTo>
                  <a:cubicBezTo>
                    <a:pt x="-11342" y="408306"/>
                    <a:pt x="73698" y="149198"/>
                    <a:pt x="121533" y="216964"/>
                  </a:cubicBezTo>
                  <a:cubicBezTo>
                    <a:pt x="190629" y="202349"/>
                    <a:pt x="298260" y="147869"/>
                    <a:pt x="189302" y="254170"/>
                  </a:cubicBezTo>
                  <a:cubicBezTo>
                    <a:pt x="340780" y="296690"/>
                    <a:pt x="158739" y="303335"/>
                    <a:pt x="105588" y="309977"/>
                  </a:cubicBezTo>
                  <a:cubicBezTo>
                    <a:pt x="207904" y="313965"/>
                    <a:pt x="245109" y="414951"/>
                    <a:pt x="113561" y="408306"/>
                  </a:cubicBezTo>
                  <a:cubicBezTo>
                    <a:pt x="-8684" y="295362"/>
                    <a:pt x="-23300" y="607620"/>
                    <a:pt x="81671" y="587689"/>
                  </a:cubicBezTo>
                  <a:cubicBezTo>
                    <a:pt x="172027" y="474744"/>
                    <a:pt x="241123" y="380402"/>
                    <a:pt x="383300" y="375087"/>
                  </a:cubicBezTo>
                  <a:cubicBezTo>
                    <a:pt x="306233" y="445510"/>
                    <a:pt x="481628" y="490689"/>
                    <a:pt x="350080" y="538524"/>
                  </a:cubicBezTo>
                  <a:cubicBezTo>
                    <a:pt x="529463" y="603634"/>
                    <a:pt x="267698" y="627551"/>
                    <a:pt x="283643" y="675387"/>
                  </a:cubicBezTo>
                  <a:cubicBezTo>
                    <a:pt x="413861" y="692660"/>
                    <a:pt x="352737" y="716578"/>
                    <a:pt x="275670" y="781688"/>
                  </a:cubicBezTo>
                  <a:cubicBezTo>
                    <a:pt x="291615" y="765743"/>
                    <a:pt x="500230" y="829523"/>
                    <a:pt x="574641" y="889316"/>
                  </a:cubicBezTo>
                  <a:cubicBezTo>
                    <a:pt x="537435" y="1002262"/>
                    <a:pt x="409875" y="893304"/>
                    <a:pt x="372670" y="973029"/>
                  </a:cubicBezTo>
                  <a:cubicBezTo>
                    <a:pt x="292944" y="850783"/>
                    <a:pt x="205247" y="1044782"/>
                    <a:pt x="154753" y="898619"/>
                  </a:cubicBezTo>
                  <a:cubicBezTo>
                    <a:pt x="160068" y="1008905"/>
                    <a:pt x="72371" y="933166"/>
                    <a:pt x="59083" y="873371"/>
                  </a:cubicBezTo>
                  <a:cubicBezTo>
                    <a:pt x="-28615" y="903934"/>
                    <a:pt x="174684" y="991631"/>
                    <a:pt x="214547" y="1012892"/>
                  </a:cubicBezTo>
                  <a:cubicBezTo>
                    <a:pt x="253081" y="1143111"/>
                    <a:pt x="464353" y="913234"/>
                    <a:pt x="538764" y="1072686"/>
                  </a:cubicBezTo>
                  <a:cubicBezTo>
                    <a:pt x="599886" y="1023522"/>
                    <a:pt x="904173" y="1095274"/>
                    <a:pt x="702202" y="1119193"/>
                  </a:cubicBezTo>
                  <a:cubicBezTo>
                    <a:pt x="715490" y="1173670"/>
                    <a:pt x="606531" y="1230808"/>
                    <a:pt x="522819" y="1169685"/>
                  </a:cubicBezTo>
                  <a:cubicBezTo>
                    <a:pt x="649051" y="1234794"/>
                    <a:pt x="517504" y="1253396"/>
                    <a:pt x="456381" y="1192274"/>
                  </a:cubicBezTo>
                  <a:cubicBezTo>
                    <a:pt x="457711" y="1307876"/>
                    <a:pt x="310217" y="1213534"/>
                    <a:pt x="247766" y="1218849"/>
                  </a:cubicBezTo>
                  <a:cubicBezTo>
                    <a:pt x="315532" y="1341095"/>
                    <a:pt x="509532" y="1370327"/>
                    <a:pt x="619819" y="1268014"/>
                  </a:cubicBezTo>
                  <a:cubicBezTo>
                    <a:pt x="627791" y="1365012"/>
                    <a:pt x="727447" y="1265356"/>
                    <a:pt x="773954" y="1310534"/>
                  </a:cubicBezTo>
                  <a:cubicBezTo>
                    <a:pt x="934734" y="1311862"/>
                    <a:pt x="769968" y="1345081"/>
                    <a:pt x="740736" y="1410189"/>
                  </a:cubicBezTo>
                  <a:cubicBezTo>
                    <a:pt x="623804" y="1331794"/>
                    <a:pt x="700872" y="1481943"/>
                    <a:pt x="598559" y="1485931"/>
                  </a:cubicBezTo>
                  <a:cubicBezTo>
                    <a:pt x="556039" y="1585586"/>
                    <a:pt x="451066" y="1463341"/>
                    <a:pt x="464353" y="1505860"/>
                  </a:cubicBezTo>
                  <a:cubicBezTo>
                    <a:pt x="362040" y="1481943"/>
                    <a:pt x="331477" y="1524463"/>
                    <a:pt x="209232" y="1485931"/>
                  </a:cubicBezTo>
                  <a:cubicBezTo>
                    <a:pt x="239794" y="1548382"/>
                    <a:pt x="517504" y="1666641"/>
                    <a:pt x="646394" y="1564326"/>
                  </a:cubicBezTo>
                  <a:cubicBezTo>
                    <a:pt x="598559" y="1722450"/>
                    <a:pt x="813818" y="1548382"/>
                    <a:pt x="860323" y="1645381"/>
                  </a:cubicBezTo>
                  <a:cubicBezTo>
                    <a:pt x="1072924" y="1667970"/>
                    <a:pt x="785913" y="1710490"/>
                    <a:pt x="824448" y="1811476"/>
                  </a:cubicBezTo>
                  <a:lnTo>
                    <a:pt x="789367" y="1820093"/>
                  </a:lnTo>
                  <a:lnTo>
                    <a:pt x="787818" y="1817505"/>
                  </a:lnTo>
                  <a:cubicBezTo>
                    <a:pt x="785290" y="1815275"/>
                    <a:pt x="781262" y="1812804"/>
                    <a:pt x="775283" y="1810147"/>
                  </a:cubicBezTo>
                  <a:cubicBezTo>
                    <a:pt x="771629" y="1813967"/>
                    <a:pt x="769636" y="1817165"/>
                    <a:pt x="768852" y="1819793"/>
                  </a:cubicBezTo>
                  <a:lnTo>
                    <a:pt x="769537" y="1824965"/>
                  </a:lnTo>
                  <a:lnTo>
                    <a:pt x="724977" y="1835912"/>
                  </a:lnTo>
                  <a:cubicBezTo>
                    <a:pt x="628621" y="1854411"/>
                    <a:pt x="538432" y="1856653"/>
                    <a:pt x="425819" y="1856653"/>
                  </a:cubicBezTo>
                  <a:cubicBezTo>
                    <a:pt x="363367" y="1900503"/>
                    <a:pt x="688913" y="2022749"/>
                    <a:pt x="758009" y="1895188"/>
                  </a:cubicBezTo>
                  <a:cubicBezTo>
                    <a:pt x="783256" y="1940365"/>
                    <a:pt x="873610" y="1903160"/>
                    <a:pt x="784584" y="1961626"/>
                  </a:cubicBezTo>
                  <a:cubicBezTo>
                    <a:pt x="855008" y="1974914"/>
                    <a:pt x="938720" y="1920434"/>
                    <a:pt x="1005159" y="1994844"/>
                  </a:cubicBezTo>
                  <a:cubicBezTo>
                    <a:pt x="1035720" y="2059953"/>
                    <a:pt x="847035" y="2162268"/>
                    <a:pt x="756681" y="2130377"/>
                  </a:cubicBezTo>
                  <a:cubicBezTo>
                    <a:pt x="885570" y="2200803"/>
                    <a:pt x="715490" y="2234020"/>
                    <a:pt x="642407" y="2208775"/>
                  </a:cubicBezTo>
                  <a:cubicBezTo>
                    <a:pt x="577299" y="2283185"/>
                    <a:pt x="857665" y="2277870"/>
                    <a:pt x="936062" y="2263254"/>
                  </a:cubicBezTo>
                  <a:cubicBezTo>
                    <a:pt x="1041035" y="2195487"/>
                    <a:pt x="1001172" y="2336336"/>
                    <a:pt x="924104" y="2320391"/>
                  </a:cubicBezTo>
                  <a:cubicBezTo>
                    <a:pt x="994529" y="2378856"/>
                    <a:pt x="901515" y="2400116"/>
                    <a:pt x="857665" y="2370883"/>
                  </a:cubicBezTo>
                  <a:cubicBezTo>
                    <a:pt x="922775" y="2489142"/>
                    <a:pt x="1079570" y="2396130"/>
                    <a:pt x="1180554" y="2382842"/>
                  </a:cubicBezTo>
                  <a:cubicBezTo>
                    <a:pt x="1175239" y="2570198"/>
                    <a:pt x="1015788" y="2594115"/>
                    <a:pt x="869625" y="2566210"/>
                  </a:cubicBezTo>
                  <a:cubicBezTo>
                    <a:pt x="876268" y="2696428"/>
                    <a:pt x="1152650" y="2598100"/>
                    <a:pt x="1253636" y="2657895"/>
                  </a:cubicBezTo>
                  <a:cubicBezTo>
                    <a:pt x="1452949" y="2584813"/>
                    <a:pt x="1294827" y="2741606"/>
                    <a:pt x="1199158" y="2749578"/>
                  </a:cubicBezTo>
                  <a:cubicBezTo>
                    <a:pt x="1308116" y="2770839"/>
                    <a:pt x="1211115" y="2794757"/>
                    <a:pt x="1159294" y="2786784"/>
                  </a:cubicBezTo>
                  <a:cubicBezTo>
                    <a:pt x="1250979" y="2882455"/>
                    <a:pt x="1038377" y="2764196"/>
                    <a:pt x="1007816" y="2834619"/>
                  </a:cubicBezTo>
                  <a:cubicBezTo>
                    <a:pt x="1128732" y="2902386"/>
                    <a:pt x="1301471" y="2918331"/>
                    <a:pt x="1446306" y="2922318"/>
                  </a:cubicBezTo>
                  <a:cubicBezTo>
                    <a:pt x="1559915" y="2908366"/>
                    <a:pt x="1533008" y="2917584"/>
                    <a:pt x="1478819" y="2941564"/>
                  </a:cubicBezTo>
                  <a:lnTo>
                    <a:pt x="1446714" y="2957097"/>
                  </a:lnTo>
                  <a:lnTo>
                    <a:pt x="0" y="2957097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>
              <a:outerShdw blurRad="127000" dist="12700" dir="16200000" rotWithShape="0">
                <a:prstClr val="black">
                  <a:alpha val="15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defTabSz="685749"/>
              <a:endParaRPr lang="en-US" sz="2000">
                <a:solidFill>
                  <a:prstClr val="black"/>
                </a:solidFill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xmlns="" id="{4307D085-B667-4D37-A930-54AE1C03F6E4}"/>
                </a:ext>
              </a:extLst>
            </p:cNvPr>
            <p:cNvSpPr/>
            <p:nvPr/>
          </p:nvSpPr>
          <p:spPr>
            <a:xfrm>
              <a:off x="276796" y="1136215"/>
              <a:ext cx="1113713" cy="2991029"/>
            </a:xfrm>
            <a:custGeom>
              <a:avLst/>
              <a:gdLst>
                <a:gd name="connsiteX0" fmla="*/ 807386 w 1113712"/>
                <a:gd name="connsiteY0" fmla="*/ 1975864 h 2991028"/>
                <a:gd name="connsiteX1" fmla="*/ 807386 w 1113712"/>
                <a:gd name="connsiteY1" fmla="*/ 1975864 h 2991028"/>
                <a:gd name="connsiteX2" fmla="*/ 970824 w 1113712"/>
                <a:gd name="connsiteY2" fmla="*/ 1251690 h 2991028"/>
                <a:gd name="connsiteX3" fmla="*/ 970824 w 1113712"/>
                <a:gd name="connsiteY3" fmla="*/ 1251690 h 2991028"/>
                <a:gd name="connsiteX4" fmla="*/ 701085 w 1113712"/>
                <a:gd name="connsiteY4" fmla="*/ 1251690 h 2991028"/>
                <a:gd name="connsiteX5" fmla="*/ 835291 w 1113712"/>
                <a:gd name="connsiteY5" fmla="*/ 1310157 h 2991028"/>
                <a:gd name="connsiteX6" fmla="*/ 701085 w 1113712"/>
                <a:gd name="connsiteY6" fmla="*/ 1251690 h 2991028"/>
                <a:gd name="connsiteX7" fmla="*/ 1035932 w 1113712"/>
                <a:gd name="connsiteY7" fmla="*/ 1229102 h 2991028"/>
                <a:gd name="connsiteX8" fmla="*/ 1035932 w 1113712"/>
                <a:gd name="connsiteY8" fmla="*/ 1229102 h 2991028"/>
                <a:gd name="connsiteX9" fmla="*/ 1091741 w 1113712"/>
                <a:gd name="connsiteY9" fmla="*/ 1199868 h 2991028"/>
                <a:gd name="connsiteX10" fmla="*/ 1091741 w 1113712"/>
                <a:gd name="connsiteY10" fmla="*/ 1199868 h 2991028"/>
                <a:gd name="connsiteX11" fmla="*/ 954879 w 1113712"/>
                <a:gd name="connsiteY11" fmla="*/ 554092 h 2991028"/>
                <a:gd name="connsiteX12" fmla="*/ 973481 w 1113712"/>
                <a:gd name="connsiteY12" fmla="*/ 597942 h 2991028"/>
                <a:gd name="connsiteX13" fmla="*/ 954879 w 1113712"/>
                <a:gd name="connsiteY13" fmla="*/ 554092 h 2991028"/>
                <a:gd name="connsiteX14" fmla="*/ 986769 w 1113712"/>
                <a:gd name="connsiteY14" fmla="*/ 390655 h 2991028"/>
                <a:gd name="connsiteX15" fmla="*/ 1017330 w 1113712"/>
                <a:gd name="connsiteY15" fmla="*/ 446464 h 2991028"/>
                <a:gd name="connsiteX16" fmla="*/ 986769 w 1113712"/>
                <a:gd name="connsiteY16" fmla="*/ 390655 h 2991028"/>
                <a:gd name="connsiteX17" fmla="*/ 1074467 w 1113712"/>
                <a:gd name="connsiteY17" fmla="*/ 0 h 2991028"/>
                <a:gd name="connsiteX18" fmla="*/ 1101955 w 1113712"/>
                <a:gd name="connsiteY18" fmla="*/ 13529 h 2991028"/>
                <a:gd name="connsiteX19" fmla="*/ 1113712 w 1113712"/>
                <a:gd name="connsiteY19" fmla="*/ 31513 h 2991028"/>
                <a:gd name="connsiteX20" fmla="*/ 1113712 w 1113712"/>
                <a:gd name="connsiteY20" fmla="*/ 2991028 h 2991028"/>
                <a:gd name="connsiteX21" fmla="*/ 380617 w 1113712"/>
                <a:gd name="connsiteY21" fmla="*/ 2991028 h 2991028"/>
                <a:gd name="connsiteX22" fmla="*/ 384865 w 1113712"/>
                <a:gd name="connsiteY22" fmla="*/ 2982557 h 2991028"/>
                <a:gd name="connsiteX23" fmla="*/ 370960 w 1113712"/>
                <a:gd name="connsiteY23" fmla="*/ 2976437 h 2991028"/>
                <a:gd name="connsiteX24" fmla="*/ 337023 w 1113712"/>
                <a:gd name="connsiteY24" fmla="*/ 2991028 h 2991028"/>
                <a:gd name="connsiteX25" fmla="*/ 336998 w 1113712"/>
                <a:gd name="connsiteY25" fmla="*/ 2991028 h 2991028"/>
                <a:gd name="connsiteX26" fmla="*/ 312923 w 1113712"/>
                <a:gd name="connsiteY26" fmla="*/ 2971636 h 2991028"/>
                <a:gd name="connsiteX27" fmla="*/ 116432 w 1113712"/>
                <a:gd name="connsiteY27" fmla="*/ 2908653 h 2991028"/>
                <a:gd name="connsiteX28" fmla="*/ 80556 w 1113712"/>
                <a:gd name="connsiteY28" fmla="*/ 2848859 h 2991028"/>
                <a:gd name="connsiteX29" fmla="*/ 135035 w 1113712"/>
                <a:gd name="connsiteY29" fmla="*/ 2814311 h 2991028"/>
                <a:gd name="connsiteX30" fmla="*/ 590799 w 1113712"/>
                <a:gd name="connsiteY30" fmla="*/ 2786407 h 2991028"/>
                <a:gd name="connsiteX31" fmla="*/ 523032 w 1113712"/>
                <a:gd name="connsiteY31" fmla="*/ 2714654 h 2991028"/>
                <a:gd name="connsiteX32" fmla="*/ 410089 w 1113712"/>
                <a:gd name="connsiteY32" fmla="*/ 2664161 h 2991028"/>
                <a:gd name="connsiteX33" fmla="*/ 218747 w 1113712"/>
                <a:gd name="connsiteY33" fmla="*/ 2660175 h 2991028"/>
                <a:gd name="connsiteX34" fmla="*/ 49994 w 1113712"/>
                <a:gd name="connsiteY34" fmla="*/ 2588422 h 2991028"/>
                <a:gd name="connsiteX35" fmla="*/ 53981 w 1113712"/>
                <a:gd name="connsiteY35" fmla="*/ 2494079 h 2991028"/>
                <a:gd name="connsiteX36" fmla="*/ 593457 w 1113712"/>
                <a:gd name="connsiteY36" fmla="*/ 2444916 h 2991028"/>
                <a:gd name="connsiteX37" fmla="*/ 775496 w 1113712"/>
                <a:gd name="connsiteY37" fmla="*/ 2309383 h 2991028"/>
                <a:gd name="connsiteX38" fmla="*/ 625346 w 1113712"/>
                <a:gd name="connsiteY38" fmla="*/ 2314698 h 2991028"/>
                <a:gd name="connsiteX39" fmla="*/ 519047 w 1113712"/>
                <a:gd name="connsiteY39" fmla="*/ 2345259 h 2991028"/>
                <a:gd name="connsiteX40" fmla="*/ 149652 w 1113712"/>
                <a:gd name="connsiteY40" fmla="*/ 2205739 h 2991028"/>
                <a:gd name="connsiteX41" fmla="*/ 612059 w 1113712"/>
                <a:gd name="connsiteY41" fmla="*/ 2064891 h 2991028"/>
                <a:gd name="connsiteX42" fmla="*/ 639963 w 1113712"/>
                <a:gd name="connsiteY42" fmla="*/ 1961248 h 2991028"/>
                <a:gd name="connsiteX43" fmla="*/ 261267 w 1113712"/>
                <a:gd name="connsiteY43" fmla="*/ 1894811 h 2991028"/>
                <a:gd name="connsiteX44" fmla="*/ 491142 w 1113712"/>
                <a:gd name="connsiteY44" fmla="*/ 1817742 h 2991028"/>
                <a:gd name="connsiteX45" fmla="*/ 321060 w 1113712"/>
                <a:gd name="connsiteY45" fmla="*/ 1670249 h 2991028"/>
                <a:gd name="connsiteX46" fmla="*/ 768853 w 1113712"/>
                <a:gd name="connsiteY46" fmla="*/ 1602483 h 2991028"/>
                <a:gd name="connsiteX47" fmla="*/ 513731 w 1113712"/>
                <a:gd name="connsiteY47" fmla="*/ 1478908 h 2991028"/>
                <a:gd name="connsiteX48" fmla="*/ 322390 w 1113712"/>
                <a:gd name="connsiteY48" fmla="*/ 1347361 h 2991028"/>
                <a:gd name="connsiteX49" fmla="*/ 451278 w 1113712"/>
                <a:gd name="connsiteY49" fmla="*/ 1327429 h 2991028"/>
                <a:gd name="connsiteX50" fmla="*/ 544292 w 1113712"/>
                <a:gd name="connsiteY50" fmla="*/ 1263649 h 2991028"/>
                <a:gd name="connsiteX51" fmla="*/ 491142 w 1113712"/>
                <a:gd name="connsiteY51" fmla="*/ 1170636 h 2991028"/>
                <a:gd name="connsiteX52" fmla="*/ 487156 w 1113712"/>
                <a:gd name="connsiteY52" fmla="*/ 1089582 h 2991028"/>
                <a:gd name="connsiteX53" fmla="*/ 691785 w 1113712"/>
                <a:gd name="connsiteY53" fmla="*/ 1048390 h 2991028"/>
                <a:gd name="connsiteX54" fmla="*/ 1071810 w 1113712"/>
                <a:gd name="connsiteY54" fmla="*/ 951392 h 2991028"/>
                <a:gd name="connsiteX55" fmla="*/ 747592 w 1113712"/>
                <a:gd name="connsiteY55" fmla="*/ 1005870 h 2991028"/>
                <a:gd name="connsiteX56" fmla="*/ 628004 w 1113712"/>
                <a:gd name="connsiteY56" fmla="*/ 950062 h 2991028"/>
                <a:gd name="connsiteX57" fmla="*/ 584155 w 1113712"/>
                <a:gd name="connsiteY57" fmla="*/ 895583 h 2991028"/>
                <a:gd name="connsiteX58" fmla="*/ 491142 w 1113712"/>
                <a:gd name="connsiteY58" fmla="*/ 829146 h 2991028"/>
                <a:gd name="connsiteX59" fmla="*/ 771511 w 1113712"/>
                <a:gd name="connsiteY59" fmla="*/ 853063 h 2991028"/>
                <a:gd name="connsiteX60" fmla="*/ 1071810 w 1113712"/>
                <a:gd name="connsiteY60" fmla="*/ 795926 h 2991028"/>
                <a:gd name="connsiteX61" fmla="*/ 905714 w 1113712"/>
                <a:gd name="connsiteY61" fmla="*/ 790611 h 2991028"/>
                <a:gd name="connsiteX62" fmla="*/ 747592 w 1113712"/>
                <a:gd name="connsiteY62" fmla="*/ 742776 h 2991028"/>
                <a:gd name="connsiteX63" fmla="*/ 731647 w 1113712"/>
                <a:gd name="connsiteY63" fmla="*/ 619202 h 2991028"/>
                <a:gd name="connsiteX64" fmla="*/ 705072 w 1113712"/>
                <a:gd name="connsiteY64" fmla="*/ 522202 h 2991028"/>
                <a:gd name="connsiteX65" fmla="*/ 880468 w 1113712"/>
                <a:gd name="connsiteY65" fmla="*/ 447791 h 2991028"/>
                <a:gd name="connsiteX66" fmla="*/ 891098 w 1113712"/>
                <a:gd name="connsiteY66" fmla="*/ 410586 h 2991028"/>
                <a:gd name="connsiteX67" fmla="*/ 913686 w 1113712"/>
                <a:gd name="connsiteY67" fmla="*/ 260437 h 2991028"/>
                <a:gd name="connsiteX68" fmla="*/ 1018659 w 1113712"/>
                <a:gd name="connsiteY68" fmla="*/ 322888 h 2991028"/>
                <a:gd name="connsiteX69" fmla="*/ 982783 w 1113712"/>
                <a:gd name="connsiteY69" fmla="*/ 136862 h 2991028"/>
                <a:gd name="connsiteX70" fmla="*/ 1074467 w 1113712"/>
                <a:gd name="connsiteY70" fmla="*/ 0 h 2991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1113712" h="2991028">
                  <a:moveTo>
                    <a:pt x="807386" y="1975864"/>
                  </a:moveTo>
                  <a:cubicBezTo>
                    <a:pt x="657238" y="2001111"/>
                    <a:pt x="706400" y="2051604"/>
                    <a:pt x="807386" y="1975864"/>
                  </a:cubicBezTo>
                  <a:close/>
                  <a:moveTo>
                    <a:pt x="970824" y="1251690"/>
                  </a:moveTo>
                  <a:cubicBezTo>
                    <a:pt x="922989" y="1274279"/>
                    <a:pt x="1014672" y="1270294"/>
                    <a:pt x="970824" y="1251690"/>
                  </a:cubicBezTo>
                  <a:close/>
                  <a:moveTo>
                    <a:pt x="701085" y="1251690"/>
                  </a:moveTo>
                  <a:cubicBezTo>
                    <a:pt x="663880" y="1338060"/>
                    <a:pt x="790113" y="1319456"/>
                    <a:pt x="835291" y="1310157"/>
                  </a:cubicBezTo>
                  <a:cubicBezTo>
                    <a:pt x="1034605" y="1241060"/>
                    <a:pt x="752907" y="1312814"/>
                    <a:pt x="701085" y="1251690"/>
                  </a:cubicBezTo>
                  <a:close/>
                  <a:moveTo>
                    <a:pt x="1035932" y="1229102"/>
                  </a:moveTo>
                  <a:cubicBezTo>
                    <a:pt x="988097" y="1251690"/>
                    <a:pt x="1079782" y="1247704"/>
                    <a:pt x="1035932" y="1229102"/>
                  </a:cubicBezTo>
                  <a:close/>
                  <a:moveTo>
                    <a:pt x="1091741" y="1199868"/>
                  </a:moveTo>
                  <a:cubicBezTo>
                    <a:pt x="1033275" y="1219801"/>
                    <a:pt x="1130274" y="1225116"/>
                    <a:pt x="1091741" y="1199868"/>
                  </a:cubicBezTo>
                  <a:close/>
                  <a:moveTo>
                    <a:pt x="954879" y="554092"/>
                  </a:moveTo>
                  <a:cubicBezTo>
                    <a:pt x="925646" y="556749"/>
                    <a:pt x="974810" y="599269"/>
                    <a:pt x="973481" y="597942"/>
                  </a:cubicBezTo>
                  <a:cubicBezTo>
                    <a:pt x="1071810" y="693613"/>
                    <a:pt x="1050550" y="556749"/>
                    <a:pt x="954879" y="554092"/>
                  </a:cubicBezTo>
                  <a:close/>
                  <a:moveTo>
                    <a:pt x="986769" y="390655"/>
                  </a:moveTo>
                  <a:cubicBezTo>
                    <a:pt x="977467" y="415901"/>
                    <a:pt x="1012015" y="427861"/>
                    <a:pt x="1017330" y="446464"/>
                  </a:cubicBezTo>
                  <a:cubicBezTo>
                    <a:pt x="1057192" y="589969"/>
                    <a:pt x="1077125" y="399956"/>
                    <a:pt x="986769" y="390655"/>
                  </a:cubicBezTo>
                  <a:close/>
                  <a:moveTo>
                    <a:pt x="1074467" y="0"/>
                  </a:moveTo>
                  <a:cubicBezTo>
                    <a:pt x="1086426" y="2990"/>
                    <a:pt x="1095354" y="7661"/>
                    <a:pt x="1101955" y="13529"/>
                  </a:cubicBezTo>
                  <a:lnTo>
                    <a:pt x="1113712" y="31513"/>
                  </a:lnTo>
                  <a:lnTo>
                    <a:pt x="1113712" y="2991028"/>
                  </a:lnTo>
                  <a:lnTo>
                    <a:pt x="380617" y="2991028"/>
                  </a:lnTo>
                  <a:lnTo>
                    <a:pt x="384865" y="2982557"/>
                  </a:lnTo>
                  <a:cubicBezTo>
                    <a:pt x="387715" y="2975254"/>
                    <a:pt x="386090" y="2971491"/>
                    <a:pt x="370960" y="2976437"/>
                  </a:cubicBezTo>
                  <a:lnTo>
                    <a:pt x="337023" y="2991028"/>
                  </a:lnTo>
                  <a:lnTo>
                    <a:pt x="336998" y="2991028"/>
                  </a:lnTo>
                  <a:lnTo>
                    <a:pt x="312923" y="2971636"/>
                  </a:lnTo>
                  <a:cubicBezTo>
                    <a:pt x="249122" y="2938010"/>
                    <a:pt x="138524" y="2977250"/>
                    <a:pt x="116432" y="2908653"/>
                  </a:cubicBezTo>
                  <a:cubicBezTo>
                    <a:pt x="-47004" y="2875434"/>
                    <a:pt x="214761" y="2864804"/>
                    <a:pt x="80556" y="2848859"/>
                  </a:cubicBezTo>
                  <a:cubicBezTo>
                    <a:pt x="-85539" y="2806338"/>
                    <a:pt x="42022" y="2782421"/>
                    <a:pt x="135035" y="2814311"/>
                  </a:cubicBezTo>
                  <a:cubicBezTo>
                    <a:pt x="278540" y="2810325"/>
                    <a:pt x="432676" y="2826269"/>
                    <a:pt x="590799" y="2786407"/>
                  </a:cubicBezTo>
                  <a:cubicBezTo>
                    <a:pt x="739620" y="2754516"/>
                    <a:pt x="609402" y="2701366"/>
                    <a:pt x="523032" y="2714654"/>
                  </a:cubicBezTo>
                  <a:cubicBezTo>
                    <a:pt x="507087" y="2633600"/>
                    <a:pt x="404774" y="2755846"/>
                    <a:pt x="410089" y="2664161"/>
                  </a:cubicBezTo>
                  <a:cubicBezTo>
                    <a:pt x="343650" y="2681435"/>
                    <a:pt x="303788" y="2645558"/>
                    <a:pt x="218747" y="2660175"/>
                  </a:cubicBezTo>
                  <a:cubicBezTo>
                    <a:pt x="254623" y="2584435"/>
                    <a:pt x="-4485" y="2654860"/>
                    <a:pt x="49994" y="2588422"/>
                  </a:cubicBezTo>
                  <a:cubicBezTo>
                    <a:pt x="174897" y="2529957"/>
                    <a:pt x="-49662" y="2540587"/>
                    <a:pt x="53981" y="2494079"/>
                  </a:cubicBezTo>
                  <a:cubicBezTo>
                    <a:pt x="230706" y="2455546"/>
                    <a:pt x="419389" y="2494079"/>
                    <a:pt x="593457" y="2444916"/>
                  </a:cubicBezTo>
                  <a:cubicBezTo>
                    <a:pt x="382184" y="2365191"/>
                    <a:pt x="713045" y="2375821"/>
                    <a:pt x="775496" y="2309383"/>
                  </a:cubicBezTo>
                  <a:cubicBezTo>
                    <a:pt x="717031" y="2240288"/>
                    <a:pt x="677167" y="2342601"/>
                    <a:pt x="625346" y="2314698"/>
                  </a:cubicBezTo>
                  <a:cubicBezTo>
                    <a:pt x="562894" y="2297424"/>
                    <a:pt x="590799" y="2318684"/>
                    <a:pt x="519047" y="2345259"/>
                  </a:cubicBezTo>
                  <a:cubicBezTo>
                    <a:pt x="380855" y="2323999"/>
                    <a:pt x="259938" y="2312040"/>
                    <a:pt x="149652" y="2205739"/>
                  </a:cubicBezTo>
                  <a:cubicBezTo>
                    <a:pt x="225391" y="2135315"/>
                    <a:pt x="479183" y="2126015"/>
                    <a:pt x="612059" y="2064891"/>
                  </a:cubicBezTo>
                  <a:cubicBezTo>
                    <a:pt x="558909" y="1983836"/>
                    <a:pt x="685140" y="1994466"/>
                    <a:pt x="639963" y="1961248"/>
                  </a:cubicBezTo>
                  <a:cubicBezTo>
                    <a:pt x="505758" y="2070206"/>
                    <a:pt x="390156" y="1971878"/>
                    <a:pt x="261267" y="1894811"/>
                  </a:cubicBezTo>
                  <a:cubicBezTo>
                    <a:pt x="230706" y="1811098"/>
                    <a:pt x="701085" y="1910756"/>
                    <a:pt x="491142" y="1817742"/>
                  </a:cubicBezTo>
                  <a:cubicBezTo>
                    <a:pt x="472540" y="1809770"/>
                    <a:pt x="261267" y="1716756"/>
                    <a:pt x="321060" y="1670249"/>
                  </a:cubicBezTo>
                  <a:cubicBezTo>
                    <a:pt x="465896" y="1611784"/>
                    <a:pt x="638634" y="1711441"/>
                    <a:pt x="768853" y="1602483"/>
                  </a:cubicBezTo>
                  <a:cubicBezTo>
                    <a:pt x="718360" y="1648989"/>
                    <a:pt x="614717" y="1476251"/>
                    <a:pt x="513731" y="1478908"/>
                  </a:cubicBezTo>
                  <a:cubicBezTo>
                    <a:pt x="461910" y="1465621"/>
                    <a:pt x="234692" y="1368621"/>
                    <a:pt x="322390" y="1347361"/>
                  </a:cubicBezTo>
                  <a:cubicBezTo>
                    <a:pt x="419389" y="1395197"/>
                    <a:pt x="380855" y="1288897"/>
                    <a:pt x="451278" y="1327429"/>
                  </a:cubicBezTo>
                  <a:cubicBezTo>
                    <a:pt x="590799" y="1416457"/>
                    <a:pt x="459252" y="1262320"/>
                    <a:pt x="544292" y="1263649"/>
                  </a:cubicBezTo>
                  <a:cubicBezTo>
                    <a:pt x="739620" y="1294212"/>
                    <a:pt x="585484" y="1197211"/>
                    <a:pt x="491142" y="1170636"/>
                  </a:cubicBezTo>
                  <a:cubicBezTo>
                    <a:pt x="499115" y="1157348"/>
                    <a:pt x="403444" y="1090911"/>
                    <a:pt x="487156" y="1089582"/>
                  </a:cubicBezTo>
                  <a:cubicBezTo>
                    <a:pt x="546949" y="1021815"/>
                    <a:pt x="775496" y="1136088"/>
                    <a:pt x="691785" y="1048390"/>
                  </a:cubicBezTo>
                  <a:cubicBezTo>
                    <a:pt x="816688" y="1085595"/>
                    <a:pt x="984111" y="1084267"/>
                    <a:pt x="1071810" y="951392"/>
                  </a:cubicBezTo>
                  <a:cubicBezTo>
                    <a:pt x="1058522" y="910199"/>
                    <a:pt x="814031" y="1085595"/>
                    <a:pt x="747592" y="1005870"/>
                  </a:cubicBezTo>
                  <a:cubicBezTo>
                    <a:pt x="915016" y="857049"/>
                    <a:pt x="654580" y="1077622"/>
                    <a:pt x="628004" y="950062"/>
                  </a:cubicBezTo>
                  <a:cubicBezTo>
                    <a:pt x="784798" y="847748"/>
                    <a:pt x="430019" y="1019158"/>
                    <a:pt x="584155" y="895583"/>
                  </a:cubicBezTo>
                  <a:cubicBezTo>
                    <a:pt x="536319" y="904884"/>
                    <a:pt x="303788" y="843761"/>
                    <a:pt x="491142" y="829146"/>
                  </a:cubicBezTo>
                  <a:cubicBezTo>
                    <a:pt x="553594" y="722845"/>
                    <a:pt x="685140" y="857049"/>
                    <a:pt x="771511" y="853063"/>
                  </a:cubicBezTo>
                  <a:cubicBezTo>
                    <a:pt x="699757" y="736132"/>
                    <a:pt x="1114329" y="984610"/>
                    <a:pt x="1071810" y="795926"/>
                  </a:cubicBezTo>
                  <a:cubicBezTo>
                    <a:pt x="988097" y="850406"/>
                    <a:pt x="992084" y="782638"/>
                    <a:pt x="905714" y="790611"/>
                  </a:cubicBezTo>
                  <a:cubicBezTo>
                    <a:pt x="950891" y="712215"/>
                    <a:pt x="812701" y="765365"/>
                    <a:pt x="747592" y="742776"/>
                  </a:cubicBezTo>
                  <a:cubicBezTo>
                    <a:pt x="609402" y="694940"/>
                    <a:pt x="913686" y="682983"/>
                    <a:pt x="731647" y="619202"/>
                  </a:cubicBezTo>
                  <a:cubicBezTo>
                    <a:pt x="618703" y="563394"/>
                    <a:pt x="835291" y="578009"/>
                    <a:pt x="705072" y="522202"/>
                  </a:cubicBezTo>
                  <a:cubicBezTo>
                    <a:pt x="707730" y="475696"/>
                    <a:pt x="1014672" y="631160"/>
                    <a:pt x="880468" y="447791"/>
                  </a:cubicBezTo>
                  <a:cubicBezTo>
                    <a:pt x="964180" y="487655"/>
                    <a:pt x="1000056" y="410586"/>
                    <a:pt x="891098" y="410586"/>
                  </a:cubicBezTo>
                  <a:cubicBezTo>
                    <a:pt x="948234" y="387997"/>
                    <a:pt x="772838" y="205957"/>
                    <a:pt x="913686" y="260437"/>
                  </a:cubicBezTo>
                  <a:cubicBezTo>
                    <a:pt x="954879" y="233862"/>
                    <a:pt x="1004042" y="229874"/>
                    <a:pt x="1018659" y="322888"/>
                  </a:cubicBezTo>
                  <a:cubicBezTo>
                    <a:pt x="1135589" y="429189"/>
                    <a:pt x="965509" y="136862"/>
                    <a:pt x="982783" y="136862"/>
                  </a:cubicBezTo>
                  <a:cubicBezTo>
                    <a:pt x="1107686" y="269738"/>
                    <a:pt x="1059850" y="77069"/>
                    <a:pt x="1074467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27000" dist="12700" dir="16200000" rotWithShape="0">
                <a:prstClr val="black">
                  <a:alpha val="15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defTabSz="685749"/>
              <a:endParaRPr lang="en-US" sz="2000">
                <a:solidFill>
                  <a:prstClr val="black"/>
                </a:solidFill>
              </a:endParaRPr>
            </a:p>
          </p:txBody>
        </p: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xmlns="" id="{553A449B-1E16-427E-AA1F-1761A105A61E}"/>
              </a:ext>
            </a:extLst>
          </p:cNvPr>
          <p:cNvSpPr/>
          <p:nvPr userDrawn="1"/>
        </p:nvSpPr>
        <p:spPr>
          <a:xfrm>
            <a:off x="1619671" y="0"/>
            <a:ext cx="7524000" cy="5143500"/>
          </a:xfrm>
          <a:prstGeom prst="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76" tIns="34289" rIns="68576" bIns="34289" rtlCol="0" anchor="ctr"/>
          <a:lstStyle/>
          <a:p>
            <a:pPr algn="ctr" defTabSz="685749"/>
            <a:endParaRPr lang="en-US" sz="1400">
              <a:solidFill>
                <a:prstClr val="white"/>
              </a:solidFill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xmlns="" id="{A3D05169-BAAB-49AE-B6AB-F6EDA5219658}"/>
              </a:ext>
            </a:extLst>
          </p:cNvPr>
          <p:cNvGrpSpPr/>
          <p:nvPr userDrawn="1"/>
        </p:nvGrpSpPr>
        <p:grpSpPr>
          <a:xfrm>
            <a:off x="179512" y="1738483"/>
            <a:ext cx="1129154" cy="1924538"/>
            <a:chOff x="11521621" y="1903133"/>
            <a:chExt cx="2494544" cy="4251720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xmlns="" id="{A662FEF3-1917-4118-A53E-3734B721FD74}"/>
                </a:ext>
              </a:extLst>
            </p:cNvPr>
            <p:cNvSpPr/>
            <p:nvPr/>
          </p:nvSpPr>
          <p:spPr>
            <a:xfrm rot="20249457" flipH="1">
              <a:off x="12313664" y="1903133"/>
              <a:ext cx="877925" cy="1729673"/>
            </a:xfrm>
            <a:custGeom>
              <a:avLst/>
              <a:gdLst>
                <a:gd name="connsiteX0" fmla="*/ 417713 w 666025"/>
                <a:gd name="connsiteY0" fmla="*/ 1803 h 1312853"/>
                <a:gd name="connsiteX1" fmla="*/ 648776 w 666025"/>
                <a:gd name="connsiteY1" fmla="*/ 158461 h 1312853"/>
                <a:gd name="connsiteX2" fmla="*/ 666025 w 666025"/>
                <a:gd name="connsiteY2" fmla="*/ 133883 h 1312853"/>
                <a:gd name="connsiteX3" fmla="*/ 666025 w 666025"/>
                <a:gd name="connsiteY3" fmla="*/ 1307251 h 1312853"/>
                <a:gd name="connsiteX4" fmla="*/ 657567 w 666025"/>
                <a:gd name="connsiteY4" fmla="*/ 1312853 h 1312853"/>
                <a:gd name="connsiteX5" fmla="*/ 417713 w 666025"/>
                <a:gd name="connsiteY5" fmla="*/ 1803 h 1312853"/>
                <a:gd name="connsiteX0" fmla="*/ 417713 w 666025"/>
                <a:gd name="connsiteY0" fmla="*/ 1803 h 1312853"/>
                <a:gd name="connsiteX1" fmla="*/ 648776 w 666025"/>
                <a:gd name="connsiteY1" fmla="*/ 158461 h 1312853"/>
                <a:gd name="connsiteX2" fmla="*/ 666025 w 666025"/>
                <a:gd name="connsiteY2" fmla="*/ 133883 h 1312853"/>
                <a:gd name="connsiteX3" fmla="*/ 666025 w 666025"/>
                <a:gd name="connsiteY3" fmla="*/ 1307251 h 1312853"/>
                <a:gd name="connsiteX4" fmla="*/ 657567 w 666025"/>
                <a:gd name="connsiteY4" fmla="*/ 1312853 h 1312853"/>
                <a:gd name="connsiteX5" fmla="*/ 417713 w 666025"/>
                <a:gd name="connsiteY5" fmla="*/ 1803 h 1312853"/>
                <a:gd name="connsiteX0" fmla="*/ 417713 w 666025"/>
                <a:gd name="connsiteY0" fmla="*/ 1803 h 1312853"/>
                <a:gd name="connsiteX1" fmla="*/ 648776 w 666025"/>
                <a:gd name="connsiteY1" fmla="*/ 158461 h 1312853"/>
                <a:gd name="connsiteX2" fmla="*/ 666025 w 666025"/>
                <a:gd name="connsiteY2" fmla="*/ 1307251 h 1312853"/>
                <a:gd name="connsiteX3" fmla="*/ 657567 w 666025"/>
                <a:gd name="connsiteY3" fmla="*/ 1312853 h 1312853"/>
                <a:gd name="connsiteX4" fmla="*/ 417713 w 666025"/>
                <a:gd name="connsiteY4" fmla="*/ 1803 h 1312853"/>
                <a:gd name="connsiteX0" fmla="*/ 417713 w 666361"/>
                <a:gd name="connsiteY0" fmla="*/ 1803 h 1312853"/>
                <a:gd name="connsiteX1" fmla="*/ 666361 w 666361"/>
                <a:gd name="connsiteY1" fmla="*/ 167253 h 1312853"/>
                <a:gd name="connsiteX2" fmla="*/ 666025 w 666361"/>
                <a:gd name="connsiteY2" fmla="*/ 1307251 h 1312853"/>
                <a:gd name="connsiteX3" fmla="*/ 657567 w 666361"/>
                <a:gd name="connsiteY3" fmla="*/ 1312853 h 1312853"/>
                <a:gd name="connsiteX4" fmla="*/ 417713 w 666361"/>
                <a:gd name="connsiteY4" fmla="*/ 1803 h 1312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361" h="1312853">
                  <a:moveTo>
                    <a:pt x="417713" y="1803"/>
                  </a:moveTo>
                  <a:cubicBezTo>
                    <a:pt x="504336" y="11478"/>
                    <a:pt x="605290" y="69294"/>
                    <a:pt x="666361" y="167253"/>
                  </a:cubicBezTo>
                  <a:lnTo>
                    <a:pt x="666025" y="1307251"/>
                  </a:lnTo>
                  <a:lnTo>
                    <a:pt x="657567" y="1312853"/>
                  </a:lnTo>
                  <a:cubicBezTo>
                    <a:pt x="-394158" y="656864"/>
                    <a:pt x="42344" y="-40119"/>
                    <a:pt x="417713" y="1803"/>
                  </a:cubicBezTo>
                  <a:close/>
                </a:path>
              </a:pathLst>
            </a:custGeom>
            <a:gradFill flip="none" rotWithShape="1">
              <a:gsLst>
                <a:gs pos="75000">
                  <a:schemeClr val="bg1">
                    <a:lumMod val="85000"/>
                  </a:schemeClr>
                </a:gs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noFill/>
            </a:ln>
            <a:effectLst>
              <a:outerShdw blurRad="317500" dist="12700" dir="16200000" rotWithShape="0">
                <a:prstClr val="black">
                  <a:alpha val="15000"/>
                </a:prstClr>
              </a:outerShdw>
            </a:effectLst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defTabSz="685749"/>
              <a:endParaRPr lang="en-US" sz="2000" dirty="0">
                <a:solidFill>
                  <a:prstClr val="black"/>
                </a:solidFill>
              </a:endParaRP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xmlns="" id="{EE2EF4D9-4CF5-400C-A9F0-AD7A0BD54A78}"/>
                </a:ext>
              </a:extLst>
            </p:cNvPr>
            <p:cNvGrpSpPr/>
            <p:nvPr/>
          </p:nvGrpSpPr>
          <p:grpSpPr>
            <a:xfrm>
              <a:off x="11521621" y="1969094"/>
              <a:ext cx="2494544" cy="4185759"/>
              <a:chOff x="11521621" y="1969094"/>
              <a:chExt cx="2494544" cy="4185759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xmlns="" id="{28497920-E136-42D7-9412-1BD60605931D}"/>
                  </a:ext>
                </a:extLst>
              </p:cNvPr>
              <p:cNvGrpSpPr/>
              <p:nvPr/>
            </p:nvGrpSpPr>
            <p:grpSpPr>
              <a:xfrm>
                <a:off x="11521621" y="1969094"/>
                <a:ext cx="2494544" cy="2682188"/>
                <a:chOff x="11521621" y="1969094"/>
                <a:chExt cx="2494544" cy="2682188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xmlns="" id="{98BF5F43-E851-4EF1-BD30-1A3EA3DBFB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2654231" y="3563301"/>
                  <a:ext cx="235200" cy="1087981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</a:ln>
                <a:effectLst>
                  <a:outerShdw blurRad="63500" algn="ctr" rotWithShape="0">
                    <a:prstClr val="black">
                      <a:alpha val="25000"/>
                    </a:prstClr>
                  </a:out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xmlns="" id="{239A8E24-3262-47F3-8EE2-A371E7B0B0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06700" y="3563297"/>
                  <a:ext cx="186689" cy="1076234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</a:ln>
                <a:effectLst>
                  <a:outerShdw blurRad="63500" algn="ctr" rotWithShape="0">
                    <a:prstClr val="black">
                      <a:alpha val="25000"/>
                    </a:prstClr>
                  </a:out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xmlns="" id="{3131A34C-91F3-4276-90E0-38EA36726C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00880" y="3458988"/>
                  <a:ext cx="0" cy="1180545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</a:ln>
                <a:effectLst>
                  <a:outerShdw blurRad="63500" algn="ctr" rotWithShape="0">
                    <a:prstClr val="black">
                      <a:alpha val="25000"/>
                    </a:prstClr>
                  </a:out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0" name="Freeform: Shape 79">
                  <a:extLst>
                    <a:ext uri="{FF2B5EF4-FFF2-40B4-BE49-F238E27FC236}">
                      <a16:creationId xmlns:a16="http://schemas.microsoft.com/office/drawing/2014/main" xmlns="" id="{45293FBB-84BA-42C0-8D04-E7711A61D918}"/>
                    </a:ext>
                  </a:extLst>
                </p:cNvPr>
                <p:cNvSpPr/>
                <p:nvPr/>
              </p:nvSpPr>
              <p:spPr>
                <a:xfrm rot="20249457">
                  <a:off x="11521621" y="2231355"/>
                  <a:ext cx="877925" cy="1729673"/>
                </a:xfrm>
                <a:custGeom>
                  <a:avLst/>
                  <a:gdLst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07251 h 1312853"/>
                    <a:gd name="connsiteX3" fmla="*/ 657567 w 666025"/>
                    <a:gd name="connsiteY3" fmla="*/ 1312853 h 1312853"/>
                    <a:gd name="connsiteX4" fmla="*/ 417713 w 666025"/>
                    <a:gd name="connsiteY4" fmla="*/ 1803 h 1312853"/>
                    <a:gd name="connsiteX0" fmla="*/ 417713 w 666361"/>
                    <a:gd name="connsiteY0" fmla="*/ 1803 h 1312853"/>
                    <a:gd name="connsiteX1" fmla="*/ 666361 w 666361"/>
                    <a:gd name="connsiteY1" fmla="*/ 167253 h 1312853"/>
                    <a:gd name="connsiteX2" fmla="*/ 666025 w 666361"/>
                    <a:gd name="connsiteY2" fmla="*/ 1307251 h 1312853"/>
                    <a:gd name="connsiteX3" fmla="*/ 657567 w 666361"/>
                    <a:gd name="connsiteY3" fmla="*/ 1312853 h 1312853"/>
                    <a:gd name="connsiteX4" fmla="*/ 417713 w 666361"/>
                    <a:gd name="connsiteY4" fmla="*/ 1803 h 1312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1" h="1312853">
                      <a:moveTo>
                        <a:pt x="417713" y="1803"/>
                      </a:moveTo>
                      <a:cubicBezTo>
                        <a:pt x="504336" y="11478"/>
                        <a:pt x="605290" y="69294"/>
                        <a:pt x="666361" y="167253"/>
                      </a:cubicBezTo>
                      <a:lnTo>
                        <a:pt x="666025" y="1307251"/>
                      </a:lnTo>
                      <a:lnTo>
                        <a:pt x="657567" y="1312853"/>
                      </a:lnTo>
                      <a:cubicBezTo>
                        <a:pt x="-394158" y="656864"/>
                        <a:pt x="42344" y="-40119"/>
                        <a:pt x="417713" y="1803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25000">
                      <a:schemeClr val="bg1">
                        <a:lumMod val="8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  <a:effectLst>
                  <a:outerShdw blurRad="317500" dist="12700" dir="16200000" rotWithShape="0">
                    <a:prstClr val="black">
                      <a:alpha val="15000"/>
                    </a:prstClr>
                  </a:outerShdw>
                </a:effectLst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685749"/>
                  <a:endParaRPr lang="en-US" sz="200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1" name="Freeform: Shape 80">
                  <a:extLst>
                    <a:ext uri="{FF2B5EF4-FFF2-40B4-BE49-F238E27FC236}">
                      <a16:creationId xmlns:a16="http://schemas.microsoft.com/office/drawing/2014/main" xmlns="" id="{D71E92F0-854E-4348-B522-E514A01DE665}"/>
                    </a:ext>
                  </a:extLst>
                </p:cNvPr>
                <p:cNvSpPr/>
                <p:nvPr/>
              </p:nvSpPr>
              <p:spPr>
                <a:xfrm rot="20249457" flipH="1">
                  <a:off x="12330923" y="1969094"/>
                  <a:ext cx="525061" cy="1729673"/>
                </a:xfrm>
                <a:custGeom>
                  <a:avLst/>
                  <a:gdLst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07251 h 1312853"/>
                    <a:gd name="connsiteX3" fmla="*/ 657567 w 666025"/>
                    <a:gd name="connsiteY3" fmla="*/ 1312853 h 1312853"/>
                    <a:gd name="connsiteX4" fmla="*/ 417713 w 666025"/>
                    <a:gd name="connsiteY4" fmla="*/ 1803 h 1312853"/>
                    <a:gd name="connsiteX0" fmla="*/ 417713 w 666361"/>
                    <a:gd name="connsiteY0" fmla="*/ 1803 h 1312853"/>
                    <a:gd name="connsiteX1" fmla="*/ 666361 w 666361"/>
                    <a:gd name="connsiteY1" fmla="*/ 167253 h 1312853"/>
                    <a:gd name="connsiteX2" fmla="*/ 666025 w 666361"/>
                    <a:gd name="connsiteY2" fmla="*/ 1307251 h 1312853"/>
                    <a:gd name="connsiteX3" fmla="*/ 657567 w 666361"/>
                    <a:gd name="connsiteY3" fmla="*/ 1312853 h 1312853"/>
                    <a:gd name="connsiteX4" fmla="*/ 417713 w 666361"/>
                    <a:gd name="connsiteY4" fmla="*/ 1803 h 1312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1" h="1312853">
                      <a:moveTo>
                        <a:pt x="417713" y="1803"/>
                      </a:moveTo>
                      <a:cubicBezTo>
                        <a:pt x="504336" y="11478"/>
                        <a:pt x="605290" y="69294"/>
                        <a:pt x="666361" y="167253"/>
                      </a:cubicBezTo>
                      <a:lnTo>
                        <a:pt x="666025" y="1307251"/>
                      </a:lnTo>
                      <a:lnTo>
                        <a:pt x="657567" y="1312853"/>
                      </a:lnTo>
                      <a:cubicBezTo>
                        <a:pt x="-394158" y="656864"/>
                        <a:pt x="42344" y="-40119"/>
                        <a:pt x="417713" y="1803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70000">
                      <a:schemeClr val="bg1">
                        <a:lumMod val="85000"/>
                      </a:schemeClr>
                    </a:gs>
                    <a:gs pos="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0" scaled="1"/>
                  <a:tileRect/>
                </a:gradFill>
                <a:ln>
                  <a:noFill/>
                </a:ln>
                <a:effectLst>
                  <a:outerShdw blurRad="317500" dist="12700" dir="16200000" rotWithShape="0">
                    <a:prstClr val="black">
                      <a:alpha val="15000"/>
                    </a:prstClr>
                  </a:outerShdw>
                </a:effectLst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685749"/>
                  <a:endParaRPr lang="en-US" sz="20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xmlns="" id="{77B26116-3BCE-40E9-AE21-3B3AD12ABC44}"/>
                    </a:ext>
                  </a:extLst>
                </p:cNvPr>
                <p:cNvSpPr/>
                <p:nvPr/>
              </p:nvSpPr>
              <p:spPr>
                <a:xfrm rot="20249457">
                  <a:off x="11857226" y="2165394"/>
                  <a:ext cx="525061" cy="1729673"/>
                </a:xfrm>
                <a:custGeom>
                  <a:avLst/>
                  <a:gdLst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07251 h 1312853"/>
                    <a:gd name="connsiteX3" fmla="*/ 657567 w 666025"/>
                    <a:gd name="connsiteY3" fmla="*/ 1312853 h 1312853"/>
                    <a:gd name="connsiteX4" fmla="*/ 417713 w 666025"/>
                    <a:gd name="connsiteY4" fmla="*/ 1803 h 1312853"/>
                    <a:gd name="connsiteX0" fmla="*/ 417713 w 666361"/>
                    <a:gd name="connsiteY0" fmla="*/ 1803 h 1312853"/>
                    <a:gd name="connsiteX1" fmla="*/ 666361 w 666361"/>
                    <a:gd name="connsiteY1" fmla="*/ 167253 h 1312853"/>
                    <a:gd name="connsiteX2" fmla="*/ 666025 w 666361"/>
                    <a:gd name="connsiteY2" fmla="*/ 1307251 h 1312853"/>
                    <a:gd name="connsiteX3" fmla="*/ 657567 w 666361"/>
                    <a:gd name="connsiteY3" fmla="*/ 1312853 h 1312853"/>
                    <a:gd name="connsiteX4" fmla="*/ 417713 w 666361"/>
                    <a:gd name="connsiteY4" fmla="*/ 1803 h 1312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1" h="1312853">
                      <a:moveTo>
                        <a:pt x="417713" y="1803"/>
                      </a:moveTo>
                      <a:cubicBezTo>
                        <a:pt x="504336" y="11478"/>
                        <a:pt x="605290" y="69294"/>
                        <a:pt x="666361" y="167253"/>
                      </a:cubicBezTo>
                      <a:lnTo>
                        <a:pt x="666025" y="1307251"/>
                      </a:lnTo>
                      <a:lnTo>
                        <a:pt x="657567" y="1312853"/>
                      </a:lnTo>
                      <a:cubicBezTo>
                        <a:pt x="-394158" y="656864"/>
                        <a:pt x="42344" y="-40119"/>
                        <a:pt x="417713" y="1803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30000">
                      <a:schemeClr val="bg1">
                        <a:lumMod val="8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  <a:effectLst>
                  <a:outerShdw blurRad="317500" dist="12700" dir="16200000" rotWithShape="0">
                    <a:prstClr val="black">
                      <a:alpha val="15000"/>
                    </a:prstClr>
                  </a:outerShdw>
                </a:effectLst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685749"/>
                  <a:endParaRPr lang="en-US" sz="200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xmlns="" id="{73A68979-BA70-4ED6-B4C8-3947E4DA45E0}"/>
                    </a:ext>
                  </a:extLst>
                </p:cNvPr>
                <p:cNvSpPr/>
                <p:nvPr/>
              </p:nvSpPr>
              <p:spPr>
                <a:xfrm rot="1067215">
                  <a:off x="12580333" y="2145489"/>
                  <a:ext cx="743996" cy="1465808"/>
                </a:xfrm>
                <a:custGeom>
                  <a:avLst/>
                  <a:gdLst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07251 h 1312853"/>
                    <a:gd name="connsiteX3" fmla="*/ 657567 w 666025"/>
                    <a:gd name="connsiteY3" fmla="*/ 1312853 h 1312853"/>
                    <a:gd name="connsiteX4" fmla="*/ 417713 w 666025"/>
                    <a:gd name="connsiteY4" fmla="*/ 1803 h 1312853"/>
                    <a:gd name="connsiteX0" fmla="*/ 417713 w 666361"/>
                    <a:gd name="connsiteY0" fmla="*/ 1803 h 1312853"/>
                    <a:gd name="connsiteX1" fmla="*/ 666361 w 666361"/>
                    <a:gd name="connsiteY1" fmla="*/ 167253 h 1312853"/>
                    <a:gd name="connsiteX2" fmla="*/ 666025 w 666361"/>
                    <a:gd name="connsiteY2" fmla="*/ 1307251 h 1312853"/>
                    <a:gd name="connsiteX3" fmla="*/ 657567 w 666361"/>
                    <a:gd name="connsiteY3" fmla="*/ 1312853 h 1312853"/>
                    <a:gd name="connsiteX4" fmla="*/ 417713 w 666361"/>
                    <a:gd name="connsiteY4" fmla="*/ 1803 h 1312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1" h="1312853">
                      <a:moveTo>
                        <a:pt x="417713" y="1803"/>
                      </a:moveTo>
                      <a:cubicBezTo>
                        <a:pt x="504336" y="11478"/>
                        <a:pt x="605290" y="69294"/>
                        <a:pt x="666361" y="167253"/>
                      </a:cubicBezTo>
                      <a:lnTo>
                        <a:pt x="666025" y="1307251"/>
                      </a:lnTo>
                      <a:lnTo>
                        <a:pt x="657567" y="1312853"/>
                      </a:lnTo>
                      <a:cubicBezTo>
                        <a:pt x="-394158" y="656864"/>
                        <a:pt x="42344" y="-40119"/>
                        <a:pt x="417713" y="1803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25000">
                      <a:schemeClr val="bg1">
                        <a:lumMod val="8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  <a:effectLst>
                  <a:outerShdw blurRad="317500" dist="12700" dir="16200000" rotWithShape="0">
                    <a:prstClr val="black">
                      <a:alpha val="15000"/>
                    </a:prstClr>
                  </a:outerShdw>
                </a:effectLst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685749"/>
                  <a:endParaRPr lang="en-US" sz="200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xmlns="" id="{63EC72E7-6A91-4B49-BE33-260E67D58848}"/>
                    </a:ext>
                  </a:extLst>
                </p:cNvPr>
                <p:cNvSpPr/>
                <p:nvPr/>
              </p:nvSpPr>
              <p:spPr>
                <a:xfrm rot="1067215" flipH="1">
                  <a:off x="13272169" y="2367439"/>
                  <a:ext cx="743996" cy="1465808"/>
                </a:xfrm>
                <a:custGeom>
                  <a:avLst/>
                  <a:gdLst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07251 h 1312853"/>
                    <a:gd name="connsiteX3" fmla="*/ 657567 w 666025"/>
                    <a:gd name="connsiteY3" fmla="*/ 1312853 h 1312853"/>
                    <a:gd name="connsiteX4" fmla="*/ 417713 w 666025"/>
                    <a:gd name="connsiteY4" fmla="*/ 1803 h 1312853"/>
                    <a:gd name="connsiteX0" fmla="*/ 417713 w 666361"/>
                    <a:gd name="connsiteY0" fmla="*/ 1803 h 1312853"/>
                    <a:gd name="connsiteX1" fmla="*/ 666361 w 666361"/>
                    <a:gd name="connsiteY1" fmla="*/ 167253 h 1312853"/>
                    <a:gd name="connsiteX2" fmla="*/ 666025 w 666361"/>
                    <a:gd name="connsiteY2" fmla="*/ 1307251 h 1312853"/>
                    <a:gd name="connsiteX3" fmla="*/ 657567 w 666361"/>
                    <a:gd name="connsiteY3" fmla="*/ 1312853 h 1312853"/>
                    <a:gd name="connsiteX4" fmla="*/ 417713 w 666361"/>
                    <a:gd name="connsiteY4" fmla="*/ 1803 h 1312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1" h="1312853">
                      <a:moveTo>
                        <a:pt x="417713" y="1803"/>
                      </a:moveTo>
                      <a:cubicBezTo>
                        <a:pt x="504336" y="11478"/>
                        <a:pt x="605290" y="69294"/>
                        <a:pt x="666361" y="167253"/>
                      </a:cubicBezTo>
                      <a:lnTo>
                        <a:pt x="666025" y="1307251"/>
                      </a:lnTo>
                      <a:lnTo>
                        <a:pt x="657567" y="1312853"/>
                      </a:lnTo>
                      <a:cubicBezTo>
                        <a:pt x="-394158" y="656864"/>
                        <a:pt x="42344" y="-40119"/>
                        <a:pt x="417713" y="1803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75000">
                      <a:schemeClr val="bg1">
                        <a:lumMod val="85000"/>
                      </a:schemeClr>
                    </a:gs>
                    <a:gs pos="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0" scaled="1"/>
                  <a:tileRect/>
                </a:gradFill>
                <a:ln>
                  <a:noFill/>
                </a:ln>
                <a:effectLst>
                  <a:outerShdw blurRad="317500" dist="12700" dir="16200000" rotWithShape="0">
                    <a:prstClr val="black">
                      <a:alpha val="15000"/>
                    </a:prstClr>
                  </a:outerShdw>
                </a:effectLst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685749"/>
                  <a:endParaRPr lang="en-US" sz="200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xmlns="" id="{33C767EF-BC74-470D-9DE9-80F9E1EBE8B6}"/>
                    </a:ext>
                  </a:extLst>
                </p:cNvPr>
                <p:cNvSpPr/>
                <p:nvPr/>
              </p:nvSpPr>
              <p:spPr>
                <a:xfrm rot="1067215" flipH="1">
                  <a:off x="13282651" y="2322835"/>
                  <a:ext cx="444962" cy="1465808"/>
                </a:xfrm>
                <a:custGeom>
                  <a:avLst/>
                  <a:gdLst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07251 h 1312853"/>
                    <a:gd name="connsiteX3" fmla="*/ 657567 w 666025"/>
                    <a:gd name="connsiteY3" fmla="*/ 1312853 h 1312853"/>
                    <a:gd name="connsiteX4" fmla="*/ 417713 w 666025"/>
                    <a:gd name="connsiteY4" fmla="*/ 1803 h 1312853"/>
                    <a:gd name="connsiteX0" fmla="*/ 417713 w 666361"/>
                    <a:gd name="connsiteY0" fmla="*/ 1803 h 1312853"/>
                    <a:gd name="connsiteX1" fmla="*/ 666361 w 666361"/>
                    <a:gd name="connsiteY1" fmla="*/ 167253 h 1312853"/>
                    <a:gd name="connsiteX2" fmla="*/ 666025 w 666361"/>
                    <a:gd name="connsiteY2" fmla="*/ 1307251 h 1312853"/>
                    <a:gd name="connsiteX3" fmla="*/ 657567 w 666361"/>
                    <a:gd name="connsiteY3" fmla="*/ 1312853 h 1312853"/>
                    <a:gd name="connsiteX4" fmla="*/ 417713 w 666361"/>
                    <a:gd name="connsiteY4" fmla="*/ 1803 h 1312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1" h="1312853">
                      <a:moveTo>
                        <a:pt x="417713" y="1803"/>
                      </a:moveTo>
                      <a:cubicBezTo>
                        <a:pt x="504336" y="11478"/>
                        <a:pt x="605290" y="69294"/>
                        <a:pt x="666361" y="167253"/>
                      </a:cubicBezTo>
                      <a:lnTo>
                        <a:pt x="666025" y="1307251"/>
                      </a:lnTo>
                      <a:lnTo>
                        <a:pt x="657567" y="1312853"/>
                      </a:lnTo>
                      <a:cubicBezTo>
                        <a:pt x="-394158" y="656864"/>
                        <a:pt x="42344" y="-40119"/>
                        <a:pt x="417713" y="1803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70000">
                      <a:schemeClr val="bg1">
                        <a:lumMod val="85000"/>
                      </a:schemeClr>
                    </a:gs>
                    <a:gs pos="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0" scaled="1"/>
                  <a:tileRect/>
                </a:gradFill>
                <a:ln>
                  <a:noFill/>
                </a:ln>
                <a:effectLst>
                  <a:outerShdw blurRad="317500" dist="12700" dir="16200000" rotWithShape="0">
                    <a:prstClr val="black">
                      <a:alpha val="15000"/>
                    </a:prstClr>
                  </a:outerShdw>
                </a:effectLst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685749"/>
                  <a:endParaRPr lang="en-US" sz="20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xmlns="" id="{7ABAA443-D4A2-4AD3-86E3-A9A56ADD1B2F}"/>
                    </a:ext>
                  </a:extLst>
                </p:cNvPr>
                <p:cNvSpPr/>
                <p:nvPr/>
              </p:nvSpPr>
              <p:spPr>
                <a:xfrm rot="1067215">
                  <a:off x="12868885" y="2190093"/>
                  <a:ext cx="444962" cy="1465808"/>
                </a:xfrm>
                <a:custGeom>
                  <a:avLst/>
                  <a:gdLst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07251 h 1312853"/>
                    <a:gd name="connsiteX3" fmla="*/ 657567 w 666025"/>
                    <a:gd name="connsiteY3" fmla="*/ 1312853 h 1312853"/>
                    <a:gd name="connsiteX4" fmla="*/ 417713 w 666025"/>
                    <a:gd name="connsiteY4" fmla="*/ 1803 h 1312853"/>
                    <a:gd name="connsiteX0" fmla="*/ 417713 w 666361"/>
                    <a:gd name="connsiteY0" fmla="*/ 1803 h 1312853"/>
                    <a:gd name="connsiteX1" fmla="*/ 666361 w 666361"/>
                    <a:gd name="connsiteY1" fmla="*/ 167253 h 1312853"/>
                    <a:gd name="connsiteX2" fmla="*/ 666025 w 666361"/>
                    <a:gd name="connsiteY2" fmla="*/ 1307251 h 1312853"/>
                    <a:gd name="connsiteX3" fmla="*/ 657567 w 666361"/>
                    <a:gd name="connsiteY3" fmla="*/ 1312853 h 1312853"/>
                    <a:gd name="connsiteX4" fmla="*/ 417713 w 666361"/>
                    <a:gd name="connsiteY4" fmla="*/ 1803 h 1312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1" h="1312853">
                      <a:moveTo>
                        <a:pt x="417713" y="1803"/>
                      </a:moveTo>
                      <a:cubicBezTo>
                        <a:pt x="504336" y="11478"/>
                        <a:pt x="605290" y="69294"/>
                        <a:pt x="666361" y="167253"/>
                      </a:cubicBezTo>
                      <a:lnTo>
                        <a:pt x="666025" y="1307251"/>
                      </a:lnTo>
                      <a:lnTo>
                        <a:pt x="657567" y="1312853"/>
                      </a:lnTo>
                      <a:cubicBezTo>
                        <a:pt x="-394158" y="656864"/>
                        <a:pt x="42344" y="-40119"/>
                        <a:pt x="417713" y="1803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30000">
                      <a:schemeClr val="bg1">
                        <a:lumMod val="8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  <a:effectLst>
                  <a:outerShdw blurRad="317500" dist="12700" dir="16200000" rotWithShape="0">
                    <a:prstClr val="black">
                      <a:alpha val="15000"/>
                    </a:prstClr>
                  </a:outerShdw>
                </a:effectLst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685749"/>
                  <a:endParaRPr lang="en-US" sz="200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xmlns="" id="{985EE30F-3169-41D8-AB7E-5DD444E5D5CF}"/>
                    </a:ext>
                  </a:extLst>
                </p:cNvPr>
                <p:cNvSpPr/>
                <p:nvPr/>
              </p:nvSpPr>
              <p:spPr>
                <a:xfrm>
                  <a:off x="12316258" y="2613898"/>
                  <a:ext cx="599207" cy="1180547"/>
                </a:xfrm>
                <a:custGeom>
                  <a:avLst/>
                  <a:gdLst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07251 h 1312853"/>
                    <a:gd name="connsiteX3" fmla="*/ 657567 w 666025"/>
                    <a:gd name="connsiteY3" fmla="*/ 1312853 h 1312853"/>
                    <a:gd name="connsiteX4" fmla="*/ 417713 w 666025"/>
                    <a:gd name="connsiteY4" fmla="*/ 1803 h 1312853"/>
                    <a:gd name="connsiteX0" fmla="*/ 417713 w 666361"/>
                    <a:gd name="connsiteY0" fmla="*/ 1803 h 1312853"/>
                    <a:gd name="connsiteX1" fmla="*/ 666361 w 666361"/>
                    <a:gd name="connsiteY1" fmla="*/ 167253 h 1312853"/>
                    <a:gd name="connsiteX2" fmla="*/ 666025 w 666361"/>
                    <a:gd name="connsiteY2" fmla="*/ 1307251 h 1312853"/>
                    <a:gd name="connsiteX3" fmla="*/ 657567 w 666361"/>
                    <a:gd name="connsiteY3" fmla="*/ 1312853 h 1312853"/>
                    <a:gd name="connsiteX4" fmla="*/ 417713 w 666361"/>
                    <a:gd name="connsiteY4" fmla="*/ 1803 h 1312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1" h="1312853">
                      <a:moveTo>
                        <a:pt x="417713" y="1803"/>
                      </a:moveTo>
                      <a:cubicBezTo>
                        <a:pt x="504336" y="11478"/>
                        <a:pt x="605290" y="69294"/>
                        <a:pt x="666361" y="167253"/>
                      </a:cubicBezTo>
                      <a:lnTo>
                        <a:pt x="666025" y="1307251"/>
                      </a:lnTo>
                      <a:lnTo>
                        <a:pt x="657567" y="1312853"/>
                      </a:lnTo>
                      <a:cubicBezTo>
                        <a:pt x="-394158" y="656864"/>
                        <a:pt x="42344" y="-40119"/>
                        <a:pt x="417713" y="1803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25000">
                      <a:schemeClr val="bg1">
                        <a:lumMod val="8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  <a:effectLst>
                  <a:outerShdw blurRad="317500" dist="12700" dir="16200000" rotWithShape="0">
                    <a:prstClr val="black">
                      <a:alpha val="15000"/>
                    </a:prstClr>
                  </a:outerShdw>
                </a:effectLst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685749"/>
                  <a:endParaRPr lang="en-US" sz="200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8" name="Freeform: Shape 87">
                  <a:extLst>
                    <a:ext uri="{FF2B5EF4-FFF2-40B4-BE49-F238E27FC236}">
                      <a16:creationId xmlns:a16="http://schemas.microsoft.com/office/drawing/2014/main" xmlns="" id="{55D40BAD-C198-4806-9C94-D174ECA8118B}"/>
                    </a:ext>
                  </a:extLst>
                </p:cNvPr>
                <p:cNvSpPr/>
                <p:nvPr/>
              </p:nvSpPr>
              <p:spPr>
                <a:xfrm flipH="1">
                  <a:off x="12901427" y="2613898"/>
                  <a:ext cx="599207" cy="1180547"/>
                </a:xfrm>
                <a:custGeom>
                  <a:avLst/>
                  <a:gdLst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07251 h 1312853"/>
                    <a:gd name="connsiteX3" fmla="*/ 657567 w 666025"/>
                    <a:gd name="connsiteY3" fmla="*/ 1312853 h 1312853"/>
                    <a:gd name="connsiteX4" fmla="*/ 417713 w 666025"/>
                    <a:gd name="connsiteY4" fmla="*/ 1803 h 1312853"/>
                    <a:gd name="connsiteX0" fmla="*/ 417713 w 666361"/>
                    <a:gd name="connsiteY0" fmla="*/ 1803 h 1312853"/>
                    <a:gd name="connsiteX1" fmla="*/ 666361 w 666361"/>
                    <a:gd name="connsiteY1" fmla="*/ 167253 h 1312853"/>
                    <a:gd name="connsiteX2" fmla="*/ 666025 w 666361"/>
                    <a:gd name="connsiteY2" fmla="*/ 1307251 h 1312853"/>
                    <a:gd name="connsiteX3" fmla="*/ 657567 w 666361"/>
                    <a:gd name="connsiteY3" fmla="*/ 1312853 h 1312853"/>
                    <a:gd name="connsiteX4" fmla="*/ 417713 w 666361"/>
                    <a:gd name="connsiteY4" fmla="*/ 1803 h 1312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1" h="1312853">
                      <a:moveTo>
                        <a:pt x="417713" y="1803"/>
                      </a:moveTo>
                      <a:cubicBezTo>
                        <a:pt x="504336" y="11478"/>
                        <a:pt x="605290" y="69294"/>
                        <a:pt x="666361" y="167253"/>
                      </a:cubicBezTo>
                      <a:lnTo>
                        <a:pt x="666025" y="1307251"/>
                      </a:lnTo>
                      <a:lnTo>
                        <a:pt x="657567" y="1312853"/>
                      </a:lnTo>
                      <a:cubicBezTo>
                        <a:pt x="-394158" y="656864"/>
                        <a:pt x="42344" y="-40119"/>
                        <a:pt x="417713" y="1803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75000">
                      <a:schemeClr val="bg1">
                        <a:lumMod val="85000"/>
                      </a:schemeClr>
                    </a:gs>
                    <a:gs pos="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0" scaled="1"/>
                  <a:tileRect/>
                </a:gradFill>
                <a:ln>
                  <a:noFill/>
                </a:ln>
                <a:effectLst>
                  <a:outerShdw blurRad="317500" dist="12700" dir="16200000" rotWithShape="0">
                    <a:prstClr val="black">
                      <a:alpha val="15000"/>
                    </a:prstClr>
                  </a:outerShdw>
                </a:effectLst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685749"/>
                  <a:endParaRPr lang="en-US" sz="200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9" name="Freeform: Shape 88">
                  <a:extLst>
                    <a:ext uri="{FF2B5EF4-FFF2-40B4-BE49-F238E27FC236}">
                      <a16:creationId xmlns:a16="http://schemas.microsoft.com/office/drawing/2014/main" xmlns="" id="{A7BB54F3-47F4-425D-83D1-DEFB6DF87CA2}"/>
                    </a:ext>
                  </a:extLst>
                </p:cNvPr>
                <p:cNvSpPr/>
                <p:nvPr/>
              </p:nvSpPr>
              <p:spPr>
                <a:xfrm flipH="1">
                  <a:off x="12904248" y="2613898"/>
                  <a:ext cx="358368" cy="1180547"/>
                </a:xfrm>
                <a:custGeom>
                  <a:avLst/>
                  <a:gdLst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07251 h 1312853"/>
                    <a:gd name="connsiteX3" fmla="*/ 657567 w 666025"/>
                    <a:gd name="connsiteY3" fmla="*/ 1312853 h 1312853"/>
                    <a:gd name="connsiteX4" fmla="*/ 417713 w 666025"/>
                    <a:gd name="connsiteY4" fmla="*/ 1803 h 1312853"/>
                    <a:gd name="connsiteX0" fmla="*/ 417713 w 666361"/>
                    <a:gd name="connsiteY0" fmla="*/ 1803 h 1312853"/>
                    <a:gd name="connsiteX1" fmla="*/ 666361 w 666361"/>
                    <a:gd name="connsiteY1" fmla="*/ 167253 h 1312853"/>
                    <a:gd name="connsiteX2" fmla="*/ 666025 w 666361"/>
                    <a:gd name="connsiteY2" fmla="*/ 1307251 h 1312853"/>
                    <a:gd name="connsiteX3" fmla="*/ 657567 w 666361"/>
                    <a:gd name="connsiteY3" fmla="*/ 1312853 h 1312853"/>
                    <a:gd name="connsiteX4" fmla="*/ 417713 w 666361"/>
                    <a:gd name="connsiteY4" fmla="*/ 1803 h 1312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1" h="1312853">
                      <a:moveTo>
                        <a:pt x="417713" y="1803"/>
                      </a:moveTo>
                      <a:cubicBezTo>
                        <a:pt x="504336" y="11478"/>
                        <a:pt x="605290" y="69294"/>
                        <a:pt x="666361" y="167253"/>
                      </a:cubicBezTo>
                      <a:lnTo>
                        <a:pt x="666025" y="1307251"/>
                      </a:lnTo>
                      <a:lnTo>
                        <a:pt x="657567" y="1312853"/>
                      </a:lnTo>
                      <a:cubicBezTo>
                        <a:pt x="-394158" y="656864"/>
                        <a:pt x="42344" y="-40119"/>
                        <a:pt x="417713" y="1803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70000">
                      <a:schemeClr val="bg1">
                        <a:lumMod val="85000"/>
                      </a:schemeClr>
                    </a:gs>
                    <a:gs pos="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0" scaled="1"/>
                  <a:tileRect/>
                </a:gradFill>
                <a:ln>
                  <a:noFill/>
                </a:ln>
                <a:effectLst>
                  <a:outerShdw blurRad="317500" dist="12700" dir="16200000" rotWithShape="0">
                    <a:prstClr val="black">
                      <a:alpha val="15000"/>
                    </a:prstClr>
                  </a:outerShdw>
                </a:effectLst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685749"/>
                  <a:endParaRPr lang="en-US" sz="20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90" name="Freeform: Shape 89">
                  <a:extLst>
                    <a:ext uri="{FF2B5EF4-FFF2-40B4-BE49-F238E27FC236}">
                      <a16:creationId xmlns:a16="http://schemas.microsoft.com/office/drawing/2014/main" xmlns="" id="{0AF18DC6-16E1-4799-BB5C-0F3A0C7FA28B}"/>
                    </a:ext>
                  </a:extLst>
                </p:cNvPr>
                <p:cNvSpPr/>
                <p:nvPr/>
              </p:nvSpPr>
              <p:spPr>
                <a:xfrm>
                  <a:off x="12554276" y="2613898"/>
                  <a:ext cx="358368" cy="1180547"/>
                </a:xfrm>
                <a:custGeom>
                  <a:avLst/>
                  <a:gdLst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3883 h 1312853"/>
                    <a:gd name="connsiteX3" fmla="*/ 666025 w 666025"/>
                    <a:gd name="connsiteY3" fmla="*/ 1307251 h 1312853"/>
                    <a:gd name="connsiteX4" fmla="*/ 657567 w 666025"/>
                    <a:gd name="connsiteY4" fmla="*/ 1312853 h 1312853"/>
                    <a:gd name="connsiteX5" fmla="*/ 417713 w 666025"/>
                    <a:gd name="connsiteY5" fmla="*/ 1803 h 1312853"/>
                    <a:gd name="connsiteX0" fmla="*/ 417713 w 666025"/>
                    <a:gd name="connsiteY0" fmla="*/ 1803 h 1312853"/>
                    <a:gd name="connsiteX1" fmla="*/ 648776 w 666025"/>
                    <a:gd name="connsiteY1" fmla="*/ 158461 h 1312853"/>
                    <a:gd name="connsiteX2" fmla="*/ 666025 w 666025"/>
                    <a:gd name="connsiteY2" fmla="*/ 1307251 h 1312853"/>
                    <a:gd name="connsiteX3" fmla="*/ 657567 w 666025"/>
                    <a:gd name="connsiteY3" fmla="*/ 1312853 h 1312853"/>
                    <a:gd name="connsiteX4" fmla="*/ 417713 w 666025"/>
                    <a:gd name="connsiteY4" fmla="*/ 1803 h 1312853"/>
                    <a:gd name="connsiteX0" fmla="*/ 417713 w 666361"/>
                    <a:gd name="connsiteY0" fmla="*/ 1803 h 1312853"/>
                    <a:gd name="connsiteX1" fmla="*/ 666361 w 666361"/>
                    <a:gd name="connsiteY1" fmla="*/ 167253 h 1312853"/>
                    <a:gd name="connsiteX2" fmla="*/ 666025 w 666361"/>
                    <a:gd name="connsiteY2" fmla="*/ 1307251 h 1312853"/>
                    <a:gd name="connsiteX3" fmla="*/ 657567 w 666361"/>
                    <a:gd name="connsiteY3" fmla="*/ 1312853 h 1312853"/>
                    <a:gd name="connsiteX4" fmla="*/ 417713 w 666361"/>
                    <a:gd name="connsiteY4" fmla="*/ 1803 h 1312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6361" h="1312853">
                      <a:moveTo>
                        <a:pt x="417713" y="1803"/>
                      </a:moveTo>
                      <a:cubicBezTo>
                        <a:pt x="504336" y="11478"/>
                        <a:pt x="605290" y="69294"/>
                        <a:pt x="666361" y="167253"/>
                      </a:cubicBezTo>
                      <a:lnTo>
                        <a:pt x="666025" y="1307251"/>
                      </a:lnTo>
                      <a:lnTo>
                        <a:pt x="657567" y="1312853"/>
                      </a:lnTo>
                      <a:cubicBezTo>
                        <a:pt x="-394158" y="656864"/>
                        <a:pt x="42344" y="-40119"/>
                        <a:pt x="417713" y="1803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30000">
                      <a:schemeClr val="bg1">
                        <a:lumMod val="8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  <a:effectLst>
                  <a:outerShdw blurRad="317500" dist="12700" dir="16200000" rotWithShape="0">
                    <a:prstClr val="black">
                      <a:alpha val="15000"/>
                    </a:prstClr>
                  </a:outerShdw>
                </a:effectLst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defTabSz="685749"/>
                  <a:endParaRPr lang="en-US" sz="2000" dirty="0">
                    <a:solidFill>
                      <a:prstClr val="black"/>
                    </a:solidFill>
                  </a:endParaRPr>
                </a:p>
              </p:txBody>
            </p:sp>
          </p:grp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xmlns="" id="{342C8FA0-A3B0-4165-BF81-245EB245A084}"/>
                  </a:ext>
                </a:extLst>
              </p:cNvPr>
              <p:cNvGrpSpPr/>
              <p:nvPr/>
            </p:nvGrpSpPr>
            <p:grpSpPr>
              <a:xfrm>
                <a:off x="12470968" y="4604322"/>
                <a:ext cx="839142" cy="1550531"/>
                <a:chOff x="12470968" y="4604322"/>
                <a:chExt cx="839142" cy="1550531"/>
              </a:xfrm>
            </p:grpSpPr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xmlns="" id="{334060C5-27F3-4421-A304-B193F9BD3396}"/>
                    </a:ext>
                  </a:extLst>
                </p:cNvPr>
                <p:cNvGrpSpPr/>
                <p:nvPr/>
              </p:nvGrpSpPr>
              <p:grpSpPr>
                <a:xfrm>
                  <a:off x="12710801" y="4604322"/>
                  <a:ext cx="471270" cy="1549314"/>
                  <a:chOff x="2541356" y="1774680"/>
                  <a:chExt cx="1106202" cy="3636668"/>
                </a:xfrm>
                <a:solidFill>
                  <a:schemeClr val="bg1">
                    <a:lumMod val="75000"/>
                  </a:schemeClr>
                </a:solidFill>
              </p:grpSpPr>
              <p:sp>
                <p:nvSpPr>
                  <p:cNvPr id="66" name="Freeform: Shape 65">
                    <a:extLst>
                      <a:ext uri="{FF2B5EF4-FFF2-40B4-BE49-F238E27FC236}">
                        <a16:creationId xmlns:a16="http://schemas.microsoft.com/office/drawing/2014/main" xmlns="" id="{5E3F14CE-CF61-4B63-BE02-EF710F602842}"/>
                      </a:ext>
                    </a:extLst>
                  </p:cNvPr>
                  <p:cNvSpPr/>
                  <p:nvPr/>
                </p:nvSpPr>
                <p:spPr>
                  <a:xfrm>
                    <a:off x="2571096" y="4597937"/>
                    <a:ext cx="402336" cy="182880"/>
                  </a:xfrm>
                  <a:custGeom>
                    <a:avLst/>
                    <a:gdLst>
                      <a:gd name="connsiteX0" fmla="*/ 62916 w 3480752"/>
                      <a:gd name="connsiteY0" fmla="*/ 34213 h 1560620"/>
                      <a:gd name="connsiteX1" fmla="*/ 114391 w 3480752"/>
                      <a:gd name="connsiteY1" fmla="*/ 57191 h 1560620"/>
                      <a:gd name="connsiteX2" fmla="*/ 694512 w 3480752"/>
                      <a:gd name="connsiteY2" fmla="*/ 277806 h 1560620"/>
                      <a:gd name="connsiteX3" fmla="*/ 784810 w 3480752"/>
                      <a:gd name="connsiteY3" fmla="*/ 326909 h 1560620"/>
                      <a:gd name="connsiteX4" fmla="*/ 786764 w 3480752"/>
                      <a:gd name="connsiteY4" fmla="*/ 323526 h 1560620"/>
                      <a:gd name="connsiteX5" fmla="*/ 702687 w 3480752"/>
                      <a:gd name="connsiteY5" fmla="*/ 277806 h 1560620"/>
                      <a:gd name="connsiteX6" fmla="*/ 833420 w 3480752"/>
                      <a:gd name="connsiteY6" fmla="*/ 310489 h 1560620"/>
                      <a:gd name="connsiteX7" fmla="*/ 1241959 w 3480752"/>
                      <a:gd name="connsiteY7" fmla="*/ 343172 h 1560620"/>
                      <a:gd name="connsiteX8" fmla="*/ 3480752 w 3480752"/>
                      <a:gd name="connsiteY8" fmla="*/ 1560620 h 1560620"/>
                      <a:gd name="connsiteX9" fmla="*/ 3064038 w 3480752"/>
                      <a:gd name="connsiteY9" fmla="*/ 1527929 h 1560620"/>
                      <a:gd name="connsiteX10" fmla="*/ 3057133 w 3480752"/>
                      <a:gd name="connsiteY10" fmla="*/ 1524163 h 1560620"/>
                      <a:gd name="connsiteX11" fmla="*/ 2941481 w 3480752"/>
                      <a:gd name="connsiteY11" fmla="*/ 1495246 h 1560620"/>
                      <a:gd name="connsiteX12" fmla="*/ 2881754 w 3480752"/>
                      <a:gd name="connsiteY12" fmla="*/ 1462767 h 1560620"/>
                      <a:gd name="connsiteX13" fmla="*/ 2879802 w 3480752"/>
                      <a:gd name="connsiteY13" fmla="*/ 1466146 h 1560620"/>
                      <a:gd name="connsiteX14" fmla="*/ 2933314 w 3480752"/>
                      <a:gd name="connsiteY14" fmla="*/ 1495246 h 1560620"/>
                      <a:gd name="connsiteX15" fmla="*/ 2353185 w 3480752"/>
                      <a:gd name="connsiteY15" fmla="*/ 1274639 h 1560620"/>
                      <a:gd name="connsiteX16" fmla="*/ 2238794 w 3480752"/>
                      <a:gd name="connsiteY16" fmla="*/ 1217440 h 1560620"/>
                      <a:gd name="connsiteX17" fmla="*/ 0 w 3480752"/>
                      <a:gd name="connsiteY17" fmla="*/ 0 h 1560620"/>
                      <a:gd name="connsiteX18" fmla="*/ 62916 w 3480752"/>
                      <a:gd name="connsiteY18" fmla="*/ 34213 h 1560620"/>
                      <a:gd name="connsiteX19" fmla="*/ 57199 w 3480752"/>
                      <a:gd name="connsiteY19" fmla="*/ 31661 h 1560620"/>
                      <a:gd name="connsiteX20" fmla="*/ 0 w 3480752"/>
                      <a:gd name="connsiteY20" fmla="*/ 0 h 1560620"/>
                      <a:gd name="connsiteX0" fmla="*/ 62916 w 3480752"/>
                      <a:gd name="connsiteY0" fmla="*/ 34213 h 1560620"/>
                      <a:gd name="connsiteX1" fmla="*/ 114391 w 3480752"/>
                      <a:gd name="connsiteY1" fmla="*/ 57191 h 1560620"/>
                      <a:gd name="connsiteX2" fmla="*/ 694512 w 3480752"/>
                      <a:gd name="connsiteY2" fmla="*/ 277806 h 1560620"/>
                      <a:gd name="connsiteX3" fmla="*/ 784810 w 3480752"/>
                      <a:gd name="connsiteY3" fmla="*/ 326909 h 1560620"/>
                      <a:gd name="connsiteX4" fmla="*/ 702687 w 3480752"/>
                      <a:gd name="connsiteY4" fmla="*/ 277806 h 1560620"/>
                      <a:gd name="connsiteX5" fmla="*/ 833420 w 3480752"/>
                      <a:gd name="connsiteY5" fmla="*/ 310489 h 1560620"/>
                      <a:gd name="connsiteX6" fmla="*/ 1241959 w 3480752"/>
                      <a:gd name="connsiteY6" fmla="*/ 343172 h 1560620"/>
                      <a:gd name="connsiteX7" fmla="*/ 3480752 w 3480752"/>
                      <a:gd name="connsiteY7" fmla="*/ 1560620 h 1560620"/>
                      <a:gd name="connsiteX8" fmla="*/ 3064038 w 3480752"/>
                      <a:gd name="connsiteY8" fmla="*/ 1527929 h 1560620"/>
                      <a:gd name="connsiteX9" fmla="*/ 3057133 w 3480752"/>
                      <a:gd name="connsiteY9" fmla="*/ 1524163 h 1560620"/>
                      <a:gd name="connsiteX10" fmla="*/ 2941481 w 3480752"/>
                      <a:gd name="connsiteY10" fmla="*/ 1495246 h 1560620"/>
                      <a:gd name="connsiteX11" fmla="*/ 2881754 w 3480752"/>
                      <a:gd name="connsiteY11" fmla="*/ 1462767 h 1560620"/>
                      <a:gd name="connsiteX12" fmla="*/ 2879802 w 3480752"/>
                      <a:gd name="connsiteY12" fmla="*/ 1466146 h 1560620"/>
                      <a:gd name="connsiteX13" fmla="*/ 2933314 w 3480752"/>
                      <a:gd name="connsiteY13" fmla="*/ 1495246 h 1560620"/>
                      <a:gd name="connsiteX14" fmla="*/ 2353185 w 3480752"/>
                      <a:gd name="connsiteY14" fmla="*/ 1274639 h 1560620"/>
                      <a:gd name="connsiteX15" fmla="*/ 2238794 w 3480752"/>
                      <a:gd name="connsiteY15" fmla="*/ 1217440 h 1560620"/>
                      <a:gd name="connsiteX16" fmla="*/ 62916 w 3480752"/>
                      <a:gd name="connsiteY16" fmla="*/ 34213 h 1560620"/>
                      <a:gd name="connsiteX17" fmla="*/ 0 w 3480752"/>
                      <a:gd name="connsiteY17" fmla="*/ 0 h 1560620"/>
                      <a:gd name="connsiteX18" fmla="*/ 62916 w 3480752"/>
                      <a:gd name="connsiteY18" fmla="*/ 34213 h 1560620"/>
                      <a:gd name="connsiteX19" fmla="*/ 57199 w 3480752"/>
                      <a:gd name="connsiteY19" fmla="*/ 31661 h 1560620"/>
                      <a:gd name="connsiteX20" fmla="*/ 0 w 3480752"/>
                      <a:gd name="connsiteY20" fmla="*/ 0 h 1560620"/>
                      <a:gd name="connsiteX0" fmla="*/ 62916 w 3480752"/>
                      <a:gd name="connsiteY0" fmla="*/ 34213 h 1560620"/>
                      <a:gd name="connsiteX1" fmla="*/ 114391 w 3480752"/>
                      <a:gd name="connsiteY1" fmla="*/ 57191 h 1560620"/>
                      <a:gd name="connsiteX2" fmla="*/ 694512 w 3480752"/>
                      <a:gd name="connsiteY2" fmla="*/ 277806 h 1560620"/>
                      <a:gd name="connsiteX3" fmla="*/ 702687 w 3480752"/>
                      <a:gd name="connsiteY3" fmla="*/ 277806 h 1560620"/>
                      <a:gd name="connsiteX4" fmla="*/ 833420 w 3480752"/>
                      <a:gd name="connsiteY4" fmla="*/ 310489 h 1560620"/>
                      <a:gd name="connsiteX5" fmla="*/ 1241959 w 3480752"/>
                      <a:gd name="connsiteY5" fmla="*/ 343172 h 1560620"/>
                      <a:gd name="connsiteX6" fmla="*/ 3480752 w 3480752"/>
                      <a:gd name="connsiteY6" fmla="*/ 1560620 h 1560620"/>
                      <a:gd name="connsiteX7" fmla="*/ 3064038 w 3480752"/>
                      <a:gd name="connsiteY7" fmla="*/ 1527929 h 1560620"/>
                      <a:gd name="connsiteX8" fmla="*/ 3057133 w 3480752"/>
                      <a:gd name="connsiteY8" fmla="*/ 1524163 h 1560620"/>
                      <a:gd name="connsiteX9" fmla="*/ 2941481 w 3480752"/>
                      <a:gd name="connsiteY9" fmla="*/ 1495246 h 1560620"/>
                      <a:gd name="connsiteX10" fmla="*/ 2881754 w 3480752"/>
                      <a:gd name="connsiteY10" fmla="*/ 1462767 h 1560620"/>
                      <a:gd name="connsiteX11" fmla="*/ 2879802 w 3480752"/>
                      <a:gd name="connsiteY11" fmla="*/ 1466146 h 1560620"/>
                      <a:gd name="connsiteX12" fmla="*/ 2933314 w 3480752"/>
                      <a:gd name="connsiteY12" fmla="*/ 1495246 h 1560620"/>
                      <a:gd name="connsiteX13" fmla="*/ 2353185 w 3480752"/>
                      <a:gd name="connsiteY13" fmla="*/ 1274639 h 1560620"/>
                      <a:gd name="connsiteX14" fmla="*/ 2238794 w 3480752"/>
                      <a:gd name="connsiteY14" fmla="*/ 1217440 h 1560620"/>
                      <a:gd name="connsiteX15" fmla="*/ 62916 w 3480752"/>
                      <a:gd name="connsiteY15" fmla="*/ 34213 h 1560620"/>
                      <a:gd name="connsiteX16" fmla="*/ 0 w 3480752"/>
                      <a:gd name="connsiteY16" fmla="*/ 0 h 1560620"/>
                      <a:gd name="connsiteX17" fmla="*/ 62916 w 3480752"/>
                      <a:gd name="connsiteY17" fmla="*/ 34213 h 1560620"/>
                      <a:gd name="connsiteX18" fmla="*/ 57199 w 3480752"/>
                      <a:gd name="connsiteY18" fmla="*/ 31661 h 1560620"/>
                      <a:gd name="connsiteX19" fmla="*/ 0 w 3480752"/>
                      <a:gd name="connsiteY19" fmla="*/ 0 h 1560620"/>
                      <a:gd name="connsiteX0" fmla="*/ 62916 w 3480752"/>
                      <a:gd name="connsiteY0" fmla="*/ 34213 h 1560620"/>
                      <a:gd name="connsiteX1" fmla="*/ 114391 w 3480752"/>
                      <a:gd name="connsiteY1" fmla="*/ 57191 h 1560620"/>
                      <a:gd name="connsiteX2" fmla="*/ 694512 w 3480752"/>
                      <a:gd name="connsiteY2" fmla="*/ 277806 h 1560620"/>
                      <a:gd name="connsiteX3" fmla="*/ 702687 w 3480752"/>
                      <a:gd name="connsiteY3" fmla="*/ 277806 h 1560620"/>
                      <a:gd name="connsiteX4" fmla="*/ 833420 w 3480752"/>
                      <a:gd name="connsiteY4" fmla="*/ 310489 h 1560620"/>
                      <a:gd name="connsiteX5" fmla="*/ 1241959 w 3480752"/>
                      <a:gd name="connsiteY5" fmla="*/ 343172 h 1560620"/>
                      <a:gd name="connsiteX6" fmla="*/ 3480752 w 3480752"/>
                      <a:gd name="connsiteY6" fmla="*/ 1560620 h 1560620"/>
                      <a:gd name="connsiteX7" fmla="*/ 3064038 w 3480752"/>
                      <a:gd name="connsiteY7" fmla="*/ 1527929 h 1560620"/>
                      <a:gd name="connsiteX8" fmla="*/ 3057133 w 3480752"/>
                      <a:gd name="connsiteY8" fmla="*/ 1524163 h 1560620"/>
                      <a:gd name="connsiteX9" fmla="*/ 2941481 w 3480752"/>
                      <a:gd name="connsiteY9" fmla="*/ 1495246 h 1560620"/>
                      <a:gd name="connsiteX10" fmla="*/ 2881754 w 3480752"/>
                      <a:gd name="connsiteY10" fmla="*/ 1462767 h 1560620"/>
                      <a:gd name="connsiteX11" fmla="*/ 2933314 w 3480752"/>
                      <a:gd name="connsiteY11" fmla="*/ 1495246 h 1560620"/>
                      <a:gd name="connsiteX12" fmla="*/ 2353185 w 3480752"/>
                      <a:gd name="connsiteY12" fmla="*/ 1274639 h 1560620"/>
                      <a:gd name="connsiteX13" fmla="*/ 2238794 w 3480752"/>
                      <a:gd name="connsiteY13" fmla="*/ 1217440 h 1560620"/>
                      <a:gd name="connsiteX14" fmla="*/ 62916 w 3480752"/>
                      <a:gd name="connsiteY14" fmla="*/ 34213 h 1560620"/>
                      <a:gd name="connsiteX15" fmla="*/ 0 w 3480752"/>
                      <a:gd name="connsiteY15" fmla="*/ 0 h 1560620"/>
                      <a:gd name="connsiteX16" fmla="*/ 62916 w 3480752"/>
                      <a:gd name="connsiteY16" fmla="*/ 34213 h 1560620"/>
                      <a:gd name="connsiteX17" fmla="*/ 57199 w 3480752"/>
                      <a:gd name="connsiteY17" fmla="*/ 31661 h 1560620"/>
                      <a:gd name="connsiteX18" fmla="*/ 0 w 3480752"/>
                      <a:gd name="connsiteY18" fmla="*/ 0 h 1560620"/>
                      <a:gd name="connsiteX0" fmla="*/ 62916 w 3480752"/>
                      <a:gd name="connsiteY0" fmla="*/ 34213 h 1560620"/>
                      <a:gd name="connsiteX1" fmla="*/ 114391 w 3480752"/>
                      <a:gd name="connsiteY1" fmla="*/ 57191 h 1560620"/>
                      <a:gd name="connsiteX2" fmla="*/ 694512 w 3480752"/>
                      <a:gd name="connsiteY2" fmla="*/ 277806 h 1560620"/>
                      <a:gd name="connsiteX3" fmla="*/ 702687 w 3480752"/>
                      <a:gd name="connsiteY3" fmla="*/ 277806 h 1560620"/>
                      <a:gd name="connsiteX4" fmla="*/ 833420 w 3480752"/>
                      <a:gd name="connsiteY4" fmla="*/ 310489 h 1560620"/>
                      <a:gd name="connsiteX5" fmla="*/ 1241959 w 3480752"/>
                      <a:gd name="connsiteY5" fmla="*/ 343172 h 1560620"/>
                      <a:gd name="connsiteX6" fmla="*/ 3480752 w 3480752"/>
                      <a:gd name="connsiteY6" fmla="*/ 1560620 h 1560620"/>
                      <a:gd name="connsiteX7" fmla="*/ 3064038 w 3480752"/>
                      <a:gd name="connsiteY7" fmla="*/ 1527929 h 1560620"/>
                      <a:gd name="connsiteX8" fmla="*/ 3057133 w 3480752"/>
                      <a:gd name="connsiteY8" fmla="*/ 1524163 h 1560620"/>
                      <a:gd name="connsiteX9" fmla="*/ 2941481 w 3480752"/>
                      <a:gd name="connsiteY9" fmla="*/ 1495246 h 1560620"/>
                      <a:gd name="connsiteX10" fmla="*/ 2933314 w 3480752"/>
                      <a:gd name="connsiteY10" fmla="*/ 1495246 h 1560620"/>
                      <a:gd name="connsiteX11" fmla="*/ 2353185 w 3480752"/>
                      <a:gd name="connsiteY11" fmla="*/ 1274639 h 1560620"/>
                      <a:gd name="connsiteX12" fmla="*/ 2238794 w 3480752"/>
                      <a:gd name="connsiteY12" fmla="*/ 1217440 h 1560620"/>
                      <a:gd name="connsiteX13" fmla="*/ 62916 w 3480752"/>
                      <a:gd name="connsiteY13" fmla="*/ 34213 h 1560620"/>
                      <a:gd name="connsiteX14" fmla="*/ 0 w 3480752"/>
                      <a:gd name="connsiteY14" fmla="*/ 0 h 1560620"/>
                      <a:gd name="connsiteX15" fmla="*/ 62916 w 3480752"/>
                      <a:gd name="connsiteY15" fmla="*/ 34213 h 1560620"/>
                      <a:gd name="connsiteX16" fmla="*/ 57199 w 3480752"/>
                      <a:gd name="connsiteY16" fmla="*/ 31661 h 1560620"/>
                      <a:gd name="connsiteX17" fmla="*/ 0 w 3480752"/>
                      <a:gd name="connsiteY17" fmla="*/ 0 h 15606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3480752" h="1560620">
                        <a:moveTo>
                          <a:pt x="62916" y="34213"/>
                        </a:moveTo>
                        <a:lnTo>
                          <a:pt x="114391" y="57191"/>
                        </a:lnTo>
                        <a:cubicBezTo>
                          <a:pt x="302323" y="147074"/>
                          <a:pt x="498413" y="220606"/>
                          <a:pt x="694512" y="277806"/>
                        </a:cubicBezTo>
                        <a:lnTo>
                          <a:pt x="702687" y="277806"/>
                        </a:lnTo>
                        <a:cubicBezTo>
                          <a:pt x="743545" y="285981"/>
                          <a:pt x="784395" y="302314"/>
                          <a:pt x="833420" y="310489"/>
                        </a:cubicBezTo>
                        <a:lnTo>
                          <a:pt x="1241959" y="343172"/>
                        </a:lnTo>
                        <a:lnTo>
                          <a:pt x="3480752" y="1560620"/>
                        </a:lnTo>
                        <a:lnTo>
                          <a:pt x="3064038" y="1527929"/>
                        </a:lnTo>
                        <a:lnTo>
                          <a:pt x="3057133" y="1524163"/>
                        </a:lnTo>
                        <a:lnTo>
                          <a:pt x="2941481" y="1495246"/>
                        </a:lnTo>
                        <a:lnTo>
                          <a:pt x="2933314" y="1495246"/>
                        </a:lnTo>
                        <a:cubicBezTo>
                          <a:pt x="2737215" y="1446221"/>
                          <a:pt x="2541108" y="1372688"/>
                          <a:pt x="2353185" y="1274639"/>
                        </a:cubicBezTo>
                        <a:cubicBezTo>
                          <a:pt x="2312335" y="1258298"/>
                          <a:pt x="2279652" y="1241956"/>
                          <a:pt x="2238794" y="1217440"/>
                        </a:cubicBezTo>
                        <a:lnTo>
                          <a:pt x="62916" y="34213"/>
                        </a:lnTo>
                        <a:close/>
                        <a:moveTo>
                          <a:pt x="0" y="0"/>
                        </a:moveTo>
                        <a:lnTo>
                          <a:pt x="62916" y="34213"/>
                        </a:lnTo>
                        <a:lnTo>
                          <a:pt x="57199" y="31661"/>
                        </a:lnTo>
                        <a:cubicBezTo>
                          <a:pt x="38815" y="22469"/>
                          <a:pt x="20429" y="12254"/>
                          <a:pt x="0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7" name="Freeform: Shape 66">
                    <a:extLst>
                      <a:ext uri="{FF2B5EF4-FFF2-40B4-BE49-F238E27FC236}">
                        <a16:creationId xmlns:a16="http://schemas.microsoft.com/office/drawing/2014/main" xmlns="" id="{C7850172-E89B-4A0E-B003-8BAE9D3F7D76}"/>
                      </a:ext>
                    </a:extLst>
                  </p:cNvPr>
                  <p:cNvSpPr/>
                  <p:nvPr/>
                </p:nvSpPr>
                <p:spPr>
                  <a:xfrm>
                    <a:off x="3023223" y="4576005"/>
                    <a:ext cx="257175" cy="133350"/>
                  </a:xfrm>
                  <a:custGeom>
                    <a:avLst/>
                    <a:gdLst>
                      <a:gd name="connsiteX0" fmla="*/ 260032 w 257175"/>
                      <a:gd name="connsiteY0" fmla="*/ 141922 h 133350"/>
                      <a:gd name="connsiteX1" fmla="*/ 0 w 257175"/>
                      <a:gd name="connsiteY1" fmla="*/ 0 h 133350"/>
                      <a:gd name="connsiteX2" fmla="*/ 952 w 257175"/>
                      <a:gd name="connsiteY2" fmla="*/ 0 h 133350"/>
                      <a:gd name="connsiteX3" fmla="*/ 260032 w 257175"/>
                      <a:gd name="connsiteY3" fmla="*/ 141922 h 133350"/>
                      <a:gd name="connsiteX4" fmla="*/ 260032 w 257175"/>
                      <a:gd name="connsiteY4" fmla="*/ 141922 h 1333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57175" h="133350">
                        <a:moveTo>
                          <a:pt x="260032" y="141922"/>
                        </a:moveTo>
                        <a:lnTo>
                          <a:pt x="0" y="0"/>
                        </a:lnTo>
                        <a:cubicBezTo>
                          <a:pt x="0" y="0"/>
                          <a:pt x="952" y="0"/>
                          <a:pt x="952" y="0"/>
                        </a:cubicBezTo>
                        <a:lnTo>
                          <a:pt x="260032" y="141922"/>
                        </a:lnTo>
                        <a:cubicBezTo>
                          <a:pt x="260985" y="141922"/>
                          <a:pt x="260985" y="141922"/>
                          <a:pt x="260032" y="141922"/>
                        </a:cubicBezTo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8" name="Freeform: Shape 67">
                    <a:extLst>
                      <a:ext uri="{FF2B5EF4-FFF2-40B4-BE49-F238E27FC236}">
                        <a16:creationId xmlns:a16="http://schemas.microsoft.com/office/drawing/2014/main" xmlns="" id="{A6584978-73D4-47EC-9C82-C6A2A24E2F98}"/>
                      </a:ext>
                    </a:extLst>
                  </p:cNvPr>
                  <p:cNvSpPr/>
                  <p:nvPr/>
                </p:nvSpPr>
                <p:spPr>
                  <a:xfrm>
                    <a:off x="2706138" y="4925573"/>
                    <a:ext cx="257175" cy="485775"/>
                  </a:xfrm>
                  <a:custGeom>
                    <a:avLst/>
                    <a:gdLst>
                      <a:gd name="connsiteX0" fmla="*/ 260033 w 257175"/>
                      <a:gd name="connsiteY0" fmla="*/ 486727 h 485775"/>
                      <a:gd name="connsiteX1" fmla="*/ 0 w 257175"/>
                      <a:gd name="connsiteY1" fmla="*/ 344805 h 485775"/>
                      <a:gd name="connsiteX2" fmla="*/ 953 w 257175"/>
                      <a:gd name="connsiteY2" fmla="*/ 0 h 485775"/>
                      <a:gd name="connsiteX3" fmla="*/ 260985 w 257175"/>
                      <a:gd name="connsiteY3" fmla="*/ 141922 h 4857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257175" h="485775">
                        <a:moveTo>
                          <a:pt x="260033" y="486727"/>
                        </a:moveTo>
                        <a:lnTo>
                          <a:pt x="0" y="344805"/>
                        </a:lnTo>
                        <a:lnTo>
                          <a:pt x="953" y="0"/>
                        </a:lnTo>
                        <a:lnTo>
                          <a:pt x="260985" y="141922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xmlns="" id="{77846F57-FC7C-4A6D-A2AD-E0934F6F23DA}"/>
                      </a:ext>
                    </a:extLst>
                  </p:cNvPr>
                  <p:cNvSpPr/>
                  <p:nvPr/>
                </p:nvSpPr>
                <p:spPr>
                  <a:xfrm>
                    <a:off x="2987522" y="3640652"/>
                    <a:ext cx="660036" cy="1102854"/>
                  </a:xfrm>
                  <a:custGeom>
                    <a:avLst/>
                    <a:gdLst>
                      <a:gd name="connsiteX0" fmla="*/ 359092 w 661035"/>
                      <a:gd name="connsiteY0" fmla="*/ 597218 h 1099185"/>
                      <a:gd name="connsiteX1" fmla="*/ 620078 w 661035"/>
                      <a:gd name="connsiteY1" fmla="*/ 739140 h 1099185"/>
                      <a:gd name="connsiteX2" fmla="*/ 584835 w 661035"/>
                      <a:gd name="connsiteY2" fmla="*/ 818198 h 1099185"/>
                      <a:gd name="connsiteX3" fmla="*/ 584836 w 661035"/>
                      <a:gd name="connsiteY3" fmla="*/ 818198 h 1099185"/>
                      <a:gd name="connsiteX4" fmla="*/ 545783 w 661035"/>
                      <a:gd name="connsiteY4" fmla="*/ 882015 h 1099185"/>
                      <a:gd name="connsiteX5" fmla="*/ 538930 w 661035"/>
                      <a:gd name="connsiteY5" fmla="*/ 891439 h 1099185"/>
                      <a:gd name="connsiteX6" fmla="*/ 539116 w 661035"/>
                      <a:gd name="connsiteY6" fmla="*/ 891540 h 1099185"/>
                      <a:gd name="connsiteX7" fmla="*/ 500063 w 661035"/>
                      <a:gd name="connsiteY7" fmla="*/ 940118 h 1099185"/>
                      <a:gd name="connsiteX8" fmla="*/ 452605 w 661035"/>
                      <a:gd name="connsiteY8" fmla="*/ 914311 h 1099185"/>
                      <a:gd name="connsiteX9" fmla="*/ 451949 w 661035"/>
                      <a:gd name="connsiteY9" fmla="*/ 914906 h 1099185"/>
                      <a:gd name="connsiteX10" fmla="*/ 500063 w 661035"/>
                      <a:gd name="connsiteY10" fmla="*/ 941070 h 1099185"/>
                      <a:gd name="connsiteX11" fmla="*/ 451485 w 661035"/>
                      <a:gd name="connsiteY11" fmla="*/ 989648 h 1099185"/>
                      <a:gd name="connsiteX12" fmla="*/ 396629 w 661035"/>
                      <a:gd name="connsiteY12" fmla="*/ 1033155 h 1099185"/>
                      <a:gd name="connsiteX13" fmla="*/ 397193 w 661035"/>
                      <a:gd name="connsiteY13" fmla="*/ 1033462 h 1099185"/>
                      <a:gd name="connsiteX14" fmla="*/ 320041 w 661035"/>
                      <a:gd name="connsiteY14" fmla="*/ 1076325 h 1099185"/>
                      <a:gd name="connsiteX15" fmla="*/ 291343 w 661035"/>
                      <a:gd name="connsiteY15" fmla="*/ 1060767 h 1099185"/>
                      <a:gd name="connsiteX16" fmla="*/ 290403 w 661035"/>
                      <a:gd name="connsiteY16" fmla="*/ 1061621 h 1099185"/>
                      <a:gd name="connsiteX17" fmla="*/ 319088 w 661035"/>
                      <a:gd name="connsiteY17" fmla="*/ 1077277 h 1099185"/>
                      <a:gd name="connsiteX18" fmla="*/ 260985 w 661035"/>
                      <a:gd name="connsiteY18" fmla="*/ 1099185 h 1099185"/>
                      <a:gd name="connsiteX19" fmla="*/ 0 w 661035"/>
                      <a:gd name="connsiteY19" fmla="*/ 957262 h 1099185"/>
                      <a:gd name="connsiteX20" fmla="*/ 59055 w 661035"/>
                      <a:gd name="connsiteY20" fmla="*/ 935355 h 1099185"/>
                      <a:gd name="connsiteX21" fmla="*/ 284314 w 661035"/>
                      <a:gd name="connsiteY21" fmla="*/ 1058298 h 1099185"/>
                      <a:gd name="connsiteX22" fmla="*/ 284516 w 661035"/>
                      <a:gd name="connsiteY22" fmla="*/ 1057066 h 1099185"/>
                      <a:gd name="connsiteX23" fmla="*/ 60008 w 661035"/>
                      <a:gd name="connsiteY23" fmla="*/ 935355 h 1099185"/>
                      <a:gd name="connsiteX24" fmla="*/ 135745 w 661035"/>
                      <a:gd name="connsiteY24" fmla="*/ 891807 h 1099185"/>
                      <a:gd name="connsiteX25" fmla="*/ 135255 w 661035"/>
                      <a:gd name="connsiteY25" fmla="*/ 891540 h 1099185"/>
                      <a:gd name="connsiteX26" fmla="*/ 190500 w 661035"/>
                      <a:gd name="connsiteY26" fmla="*/ 847725 h 1099185"/>
                      <a:gd name="connsiteX27" fmla="*/ 239078 w 661035"/>
                      <a:gd name="connsiteY27" fmla="*/ 799148 h 1099185"/>
                      <a:gd name="connsiteX28" fmla="*/ 319738 w 661035"/>
                      <a:gd name="connsiteY28" fmla="*/ 843010 h 1099185"/>
                      <a:gd name="connsiteX29" fmla="*/ 319882 w 661035"/>
                      <a:gd name="connsiteY29" fmla="*/ 842137 h 1099185"/>
                      <a:gd name="connsiteX30" fmla="*/ 239078 w 661035"/>
                      <a:gd name="connsiteY30" fmla="*/ 798196 h 1099185"/>
                      <a:gd name="connsiteX31" fmla="*/ 277307 w 661035"/>
                      <a:gd name="connsiteY31" fmla="*/ 750642 h 1099185"/>
                      <a:gd name="connsiteX32" fmla="*/ 277178 w 661035"/>
                      <a:gd name="connsiteY32" fmla="*/ 750571 h 1099185"/>
                      <a:gd name="connsiteX33" fmla="*/ 284798 w 661035"/>
                      <a:gd name="connsiteY33" fmla="*/ 740093 h 1099185"/>
                      <a:gd name="connsiteX34" fmla="*/ 323850 w 661035"/>
                      <a:gd name="connsiteY34" fmla="*/ 676275 h 1099185"/>
                      <a:gd name="connsiteX35" fmla="*/ 359092 w 661035"/>
                      <a:gd name="connsiteY35" fmla="*/ 597218 h 1099185"/>
                      <a:gd name="connsiteX36" fmla="*/ 220980 w 661035"/>
                      <a:gd name="connsiteY36" fmla="*/ 0 h 1099185"/>
                      <a:gd name="connsiteX37" fmla="*/ 481965 w 661035"/>
                      <a:gd name="connsiteY37" fmla="*/ 141922 h 1099185"/>
                      <a:gd name="connsiteX38" fmla="*/ 575310 w 661035"/>
                      <a:gd name="connsiteY38" fmla="*/ 214313 h 1099185"/>
                      <a:gd name="connsiteX39" fmla="*/ 661035 w 661035"/>
                      <a:gd name="connsiteY39" fmla="*/ 504825 h 1099185"/>
                      <a:gd name="connsiteX40" fmla="*/ 621030 w 661035"/>
                      <a:gd name="connsiteY40" fmla="*/ 739140 h 1099185"/>
                      <a:gd name="connsiteX41" fmla="*/ 360045 w 661035"/>
                      <a:gd name="connsiteY41" fmla="*/ 597218 h 1099185"/>
                      <a:gd name="connsiteX42" fmla="*/ 400050 w 661035"/>
                      <a:gd name="connsiteY42" fmla="*/ 362902 h 1099185"/>
                      <a:gd name="connsiteX43" fmla="*/ 314325 w 661035"/>
                      <a:gd name="connsiteY43" fmla="*/ 72390 h 1099185"/>
                      <a:gd name="connsiteX44" fmla="*/ 220980 w 661035"/>
                      <a:gd name="connsiteY44" fmla="*/ 0 h 1099185"/>
                      <a:gd name="connsiteX0" fmla="*/ 359092 w 661035"/>
                      <a:gd name="connsiteY0" fmla="*/ 597218 h 1099185"/>
                      <a:gd name="connsiteX1" fmla="*/ 620078 w 661035"/>
                      <a:gd name="connsiteY1" fmla="*/ 739140 h 1099185"/>
                      <a:gd name="connsiteX2" fmla="*/ 584835 w 661035"/>
                      <a:gd name="connsiteY2" fmla="*/ 818198 h 1099185"/>
                      <a:gd name="connsiteX3" fmla="*/ 584836 w 661035"/>
                      <a:gd name="connsiteY3" fmla="*/ 818198 h 1099185"/>
                      <a:gd name="connsiteX4" fmla="*/ 545783 w 661035"/>
                      <a:gd name="connsiteY4" fmla="*/ 882015 h 1099185"/>
                      <a:gd name="connsiteX5" fmla="*/ 538930 w 661035"/>
                      <a:gd name="connsiteY5" fmla="*/ 891439 h 1099185"/>
                      <a:gd name="connsiteX6" fmla="*/ 539116 w 661035"/>
                      <a:gd name="connsiteY6" fmla="*/ 891540 h 1099185"/>
                      <a:gd name="connsiteX7" fmla="*/ 500063 w 661035"/>
                      <a:gd name="connsiteY7" fmla="*/ 940118 h 1099185"/>
                      <a:gd name="connsiteX8" fmla="*/ 452605 w 661035"/>
                      <a:gd name="connsiteY8" fmla="*/ 914311 h 1099185"/>
                      <a:gd name="connsiteX9" fmla="*/ 451949 w 661035"/>
                      <a:gd name="connsiteY9" fmla="*/ 914906 h 1099185"/>
                      <a:gd name="connsiteX10" fmla="*/ 500063 w 661035"/>
                      <a:gd name="connsiteY10" fmla="*/ 941070 h 1099185"/>
                      <a:gd name="connsiteX11" fmla="*/ 451485 w 661035"/>
                      <a:gd name="connsiteY11" fmla="*/ 989648 h 1099185"/>
                      <a:gd name="connsiteX12" fmla="*/ 396629 w 661035"/>
                      <a:gd name="connsiteY12" fmla="*/ 1033155 h 1099185"/>
                      <a:gd name="connsiteX13" fmla="*/ 397193 w 661035"/>
                      <a:gd name="connsiteY13" fmla="*/ 1033462 h 1099185"/>
                      <a:gd name="connsiteX14" fmla="*/ 320041 w 661035"/>
                      <a:gd name="connsiteY14" fmla="*/ 1076325 h 1099185"/>
                      <a:gd name="connsiteX15" fmla="*/ 291343 w 661035"/>
                      <a:gd name="connsiteY15" fmla="*/ 1060767 h 1099185"/>
                      <a:gd name="connsiteX16" fmla="*/ 290403 w 661035"/>
                      <a:gd name="connsiteY16" fmla="*/ 1061621 h 1099185"/>
                      <a:gd name="connsiteX17" fmla="*/ 319088 w 661035"/>
                      <a:gd name="connsiteY17" fmla="*/ 1077277 h 1099185"/>
                      <a:gd name="connsiteX18" fmla="*/ 260985 w 661035"/>
                      <a:gd name="connsiteY18" fmla="*/ 1099185 h 1099185"/>
                      <a:gd name="connsiteX19" fmla="*/ 0 w 661035"/>
                      <a:gd name="connsiteY19" fmla="*/ 957262 h 1099185"/>
                      <a:gd name="connsiteX20" fmla="*/ 59055 w 661035"/>
                      <a:gd name="connsiteY20" fmla="*/ 935355 h 1099185"/>
                      <a:gd name="connsiteX21" fmla="*/ 284314 w 661035"/>
                      <a:gd name="connsiteY21" fmla="*/ 1058298 h 1099185"/>
                      <a:gd name="connsiteX22" fmla="*/ 284516 w 661035"/>
                      <a:gd name="connsiteY22" fmla="*/ 1057066 h 1099185"/>
                      <a:gd name="connsiteX23" fmla="*/ 60008 w 661035"/>
                      <a:gd name="connsiteY23" fmla="*/ 935355 h 1099185"/>
                      <a:gd name="connsiteX24" fmla="*/ 135745 w 661035"/>
                      <a:gd name="connsiteY24" fmla="*/ 891807 h 1099185"/>
                      <a:gd name="connsiteX25" fmla="*/ 135255 w 661035"/>
                      <a:gd name="connsiteY25" fmla="*/ 891540 h 1099185"/>
                      <a:gd name="connsiteX26" fmla="*/ 190500 w 661035"/>
                      <a:gd name="connsiteY26" fmla="*/ 847725 h 1099185"/>
                      <a:gd name="connsiteX27" fmla="*/ 239078 w 661035"/>
                      <a:gd name="connsiteY27" fmla="*/ 799148 h 1099185"/>
                      <a:gd name="connsiteX28" fmla="*/ 319738 w 661035"/>
                      <a:gd name="connsiteY28" fmla="*/ 843010 h 1099185"/>
                      <a:gd name="connsiteX29" fmla="*/ 239078 w 661035"/>
                      <a:gd name="connsiteY29" fmla="*/ 798196 h 1099185"/>
                      <a:gd name="connsiteX30" fmla="*/ 277307 w 661035"/>
                      <a:gd name="connsiteY30" fmla="*/ 750642 h 1099185"/>
                      <a:gd name="connsiteX31" fmla="*/ 277178 w 661035"/>
                      <a:gd name="connsiteY31" fmla="*/ 750571 h 1099185"/>
                      <a:gd name="connsiteX32" fmla="*/ 284798 w 661035"/>
                      <a:gd name="connsiteY32" fmla="*/ 740093 h 1099185"/>
                      <a:gd name="connsiteX33" fmla="*/ 323850 w 661035"/>
                      <a:gd name="connsiteY33" fmla="*/ 676275 h 1099185"/>
                      <a:gd name="connsiteX34" fmla="*/ 359092 w 661035"/>
                      <a:gd name="connsiteY34" fmla="*/ 597218 h 1099185"/>
                      <a:gd name="connsiteX35" fmla="*/ 220980 w 661035"/>
                      <a:gd name="connsiteY35" fmla="*/ 0 h 1099185"/>
                      <a:gd name="connsiteX36" fmla="*/ 481965 w 661035"/>
                      <a:gd name="connsiteY36" fmla="*/ 141922 h 1099185"/>
                      <a:gd name="connsiteX37" fmla="*/ 575310 w 661035"/>
                      <a:gd name="connsiteY37" fmla="*/ 214313 h 1099185"/>
                      <a:gd name="connsiteX38" fmla="*/ 661035 w 661035"/>
                      <a:gd name="connsiteY38" fmla="*/ 504825 h 1099185"/>
                      <a:gd name="connsiteX39" fmla="*/ 621030 w 661035"/>
                      <a:gd name="connsiteY39" fmla="*/ 739140 h 1099185"/>
                      <a:gd name="connsiteX40" fmla="*/ 360045 w 661035"/>
                      <a:gd name="connsiteY40" fmla="*/ 597218 h 1099185"/>
                      <a:gd name="connsiteX41" fmla="*/ 400050 w 661035"/>
                      <a:gd name="connsiteY41" fmla="*/ 362902 h 1099185"/>
                      <a:gd name="connsiteX42" fmla="*/ 314325 w 661035"/>
                      <a:gd name="connsiteY42" fmla="*/ 72390 h 1099185"/>
                      <a:gd name="connsiteX43" fmla="*/ 220980 w 661035"/>
                      <a:gd name="connsiteY43" fmla="*/ 0 h 1099185"/>
                      <a:gd name="connsiteX0" fmla="*/ 359092 w 661035"/>
                      <a:gd name="connsiteY0" fmla="*/ 597218 h 1099185"/>
                      <a:gd name="connsiteX1" fmla="*/ 620078 w 661035"/>
                      <a:gd name="connsiteY1" fmla="*/ 739140 h 1099185"/>
                      <a:gd name="connsiteX2" fmla="*/ 584835 w 661035"/>
                      <a:gd name="connsiteY2" fmla="*/ 818198 h 1099185"/>
                      <a:gd name="connsiteX3" fmla="*/ 584836 w 661035"/>
                      <a:gd name="connsiteY3" fmla="*/ 818198 h 1099185"/>
                      <a:gd name="connsiteX4" fmla="*/ 545783 w 661035"/>
                      <a:gd name="connsiteY4" fmla="*/ 882015 h 1099185"/>
                      <a:gd name="connsiteX5" fmla="*/ 538930 w 661035"/>
                      <a:gd name="connsiteY5" fmla="*/ 891439 h 1099185"/>
                      <a:gd name="connsiteX6" fmla="*/ 539116 w 661035"/>
                      <a:gd name="connsiteY6" fmla="*/ 891540 h 1099185"/>
                      <a:gd name="connsiteX7" fmla="*/ 500063 w 661035"/>
                      <a:gd name="connsiteY7" fmla="*/ 940118 h 1099185"/>
                      <a:gd name="connsiteX8" fmla="*/ 452605 w 661035"/>
                      <a:gd name="connsiteY8" fmla="*/ 914311 h 1099185"/>
                      <a:gd name="connsiteX9" fmla="*/ 500063 w 661035"/>
                      <a:gd name="connsiteY9" fmla="*/ 941070 h 1099185"/>
                      <a:gd name="connsiteX10" fmla="*/ 451485 w 661035"/>
                      <a:gd name="connsiteY10" fmla="*/ 989648 h 1099185"/>
                      <a:gd name="connsiteX11" fmla="*/ 396629 w 661035"/>
                      <a:gd name="connsiteY11" fmla="*/ 1033155 h 1099185"/>
                      <a:gd name="connsiteX12" fmla="*/ 397193 w 661035"/>
                      <a:gd name="connsiteY12" fmla="*/ 1033462 h 1099185"/>
                      <a:gd name="connsiteX13" fmla="*/ 320041 w 661035"/>
                      <a:gd name="connsiteY13" fmla="*/ 1076325 h 1099185"/>
                      <a:gd name="connsiteX14" fmla="*/ 291343 w 661035"/>
                      <a:gd name="connsiteY14" fmla="*/ 1060767 h 1099185"/>
                      <a:gd name="connsiteX15" fmla="*/ 290403 w 661035"/>
                      <a:gd name="connsiteY15" fmla="*/ 1061621 h 1099185"/>
                      <a:gd name="connsiteX16" fmla="*/ 319088 w 661035"/>
                      <a:gd name="connsiteY16" fmla="*/ 1077277 h 1099185"/>
                      <a:gd name="connsiteX17" fmla="*/ 260985 w 661035"/>
                      <a:gd name="connsiteY17" fmla="*/ 1099185 h 1099185"/>
                      <a:gd name="connsiteX18" fmla="*/ 0 w 661035"/>
                      <a:gd name="connsiteY18" fmla="*/ 957262 h 1099185"/>
                      <a:gd name="connsiteX19" fmla="*/ 59055 w 661035"/>
                      <a:gd name="connsiteY19" fmla="*/ 935355 h 1099185"/>
                      <a:gd name="connsiteX20" fmla="*/ 284314 w 661035"/>
                      <a:gd name="connsiteY20" fmla="*/ 1058298 h 1099185"/>
                      <a:gd name="connsiteX21" fmla="*/ 284516 w 661035"/>
                      <a:gd name="connsiteY21" fmla="*/ 1057066 h 1099185"/>
                      <a:gd name="connsiteX22" fmla="*/ 60008 w 661035"/>
                      <a:gd name="connsiteY22" fmla="*/ 935355 h 1099185"/>
                      <a:gd name="connsiteX23" fmla="*/ 135745 w 661035"/>
                      <a:gd name="connsiteY23" fmla="*/ 891807 h 1099185"/>
                      <a:gd name="connsiteX24" fmla="*/ 135255 w 661035"/>
                      <a:gd name="connsiteY24" fmla="*/ 891540 h 1099185"/>
                      <a:gd name="connsiteX25" fmla="*/ 190500 w 661035"/>
                      <a:gd name="connsiteY25" fmla="*/ 847725 h 1099185"/>
                      <a:gd name="connsiteX26" fmla="*/ 239078 w 661035"/>
                      <a:gd name="connsiteY26" fmla="*/ 799148 h 1099185"/>
                      <a:gd name="connsiteX27" fmla="*/ 319738 w 661035"/>
                      <a:gd name="connsiteY27" fmla="*/ 843010 h 1099185"/>
                      <a:gd name="connsiteX28" fmla="*/ 239078 w 661035"/>
                      <a:gd name="connsiteY28" fmla="*/ 798196 h 1099185"/>
                      <a:gd name="connsiteX29" fmla="*/ 277307 w 661035"/>
                      <a:gd name="connsiteY29" fmla="*/ 750642 h 1099185"/>
                      <a:gd name="connsiteX30" fmla="*/ 277178 w 661035"/>
                      <a:gd name="connsiteY30" fmla="*/ 750571 h 1099185"/>
                      <a:gd name="connsiteX31" fmla="*/ 284798 w 661035"/>
                      <a:gd name="connsiteY31" fmla="*/ 740093 h 1099185"/>
                      <a:gd name="connsiteX32" fmla="*/ 323850 w 661035"/>
                      <a:gd name="connsiteY32" fmla="*/ 676275 h 1099185"/>
                      <a:gd name="connsiteX33" fmla="*/ 359092 w 661035"/>
                      <a:gd name="connsiteY33" fmla="*/ 597218 h 1099185"/>
                      <a:gd name="connsiteX34" fmla="*/ 220980 w 661035"/>
                      <a:gd name="connsiteY34" fmla="*/ 0 h 1099185"/>
                      <a:gd name="connsiteX35" fmla="*/ 481965 w 661035"/>
                      <a:gd name="connsiteY35" fmla="*/ 141922 h 1099185"/>
                      <a:gd name="connsiteX36" fmla="*/ 575310 w 661035"/>
                      <a:gd name="connsiteY36" fmla="*/ 214313 h 1099185"/>
                      <a:gd name="connsiteX37" fmla="*/ 661035 w 661035"/>
                      <a:gd name="connsiteY37" fmla="*/ 504825 h 1099185"/>
                      <a:gd name="connsiteX38" fmla="*/ 621030 w 661035"/>
                      <a:gd name="connsiteY38" fmla="*/ 739140 h 1099185"/>
                      <a:gd name="connsiteX39" fmla="*/ 360045 w 661035"/>
                      <a:gd name="connsiteY39" fmla="*/ 597218 h 1099185"/>
                      <a:gd name="connsiteX40" fmla="*/ 400050 w 661035"/>
                      <a:gd name="connsiteY40" fmla="*/ 362902 h 1099185"/>
                      <a:gd name="connsiteX41" fmla="*/ 314325 w 661035"/>
                      <a:gd name="connsiteY41" fmla="*/ 72390 h 1099185"/>
                      <a:gd name="connsiteX42" fmla="*/ 220980 w 661035"/>
                      <a:gd name="connsiteY42" fmla="*/ 0 h 1099185"/>
                      <a:gd name="connsiteX0" fmla="*/ 359092 w 661035"/>
                      <a:gd name="connsiteY0" fmla="*/ 597218 h 1099185"/>
                      <a:gd name="connsiteX1" fmla="*/ 620078 w 661035"/>
                      <a:gd name="connsiteY1" fmla="*/ 739140 h 1099185"/>
                      <a:gd name="connsiteX2" fmla="*/ 584835 w 661035"/>
                      <a:gd name="connsiteY2" fmla="*/ 818198 h 1099185"/>
                      <a:gd name="connsiteX3" fmla="*/ 584836 w 661035"/>
                      <a:gd name="connsiteY3" fmla="*/ 818198 h 1099185"/>
                      <a:gd name="connsiteX4" fmla="*/ 545783 w 661035"/>
                      <a:gd name="connsiteY4" fmla="*/ 882015 h 1099185"/>
                      <a:gd name="connsiteX5" fmla="*/ 538930 w 661035"/>
                      <a:gd name="connsiteY5" fmla="*/ 891439 h 1099185"/>
                      <a:gd name="connsiteX6" fmla="*/ 539116 w 661035"/>
                      <a:gd name="connsiteY6" fmla="*/ 891540 h 1099185"/>
                      <a:gd name="connsiteX7" fmla="*/ 500063 w 661035"/>
                      <a:gd name="connsiteY7" fmla="*/ 940118 h 1099185"/>
                      <a:gd name="connsiteX8" fmla="*/ 500063 w 661035"/>
                      <a:gd name="connsiteY8" fmla="*/ 941070 h 1099185"/>
                      <a:gd name="connsiteX9" fmla="*/ 451485 w 661035"/>
                      <a:gd name="connsiteY9" fmla="*/ 989648 h 1099185"/>
                      <a:gd name="connsiteX10" fmla="*/ 396629 w 661035"/>
                      <a:gd name="connsiteY10" fmla="*/ 1033155 h 1099185"/>
                      <a:gd name="connsiteX11" fmla="*/ 397193 w 661035"/>
                      <a:gd name="connsiteY11" fmla="*/ 1033462 h 1099185"/>
                      <a:gd name="connsiteX12" fmla="*/ 320041 w 661035"/>
                      <a:gd name="connsiteY12" fmla="*/ 1076325 h 1099185"/>
                      <a:gd name="connsiteX13" fmla="*/ 291343 w 661035"/>
                      <a:gd name="connsiteY13" fmla="*/ 1060767 h 1099185"/>
                      <a:gd name="connsiteX14" fmla="*/ 290403 w 661035"/>
                      <a:gd name="connsiteY14" fmla="*/ 1061621 h 1099185"/>
                      <a:gd name="connsiteX15" fmla="*/ 319088 w 661035"/>
                      <a:gd name="connsiteY15" fmla="*/ 1077277 h 1099185"/>
                      <a:gd name="connsiteX16" fmla="*/ 260985 w 661035"/>
                      <a:gd name="connsiteY16" fmla="*/ 1099185 h 1099185"/>
                      <a:gd name="connsiteX17" fmla="*/ 0 w 661035"/>
                      <a:gd name="connsiteY17" fmla="*/ 957262 h 1099185"/>
                      <a:gd name="connsiteX18" fmla="*/ 59055 w 661035"/>
                      <a:gd name="connsiteY18" fmla="*/ 935355 h 1099185"/>
                      <a:gd name="connsiteX19" fmla="*/ 284314 w 661035"/>
                      <a:gd name="connsiteY19" fmla="*/ 1058298 h 1099185"/>
                      <a:gd name="connsiteX20" fmla="*/ 284516 w 661035"/>
                      <a:gd name="connsiteY20" fmla="*/ 1057066 h 1099185"/>
                      <a:gd name="connsiteX21" fmla="*/ 60008 w 661035"/>
                      <a:gd name="connsiteY21" fmla="*/ 935355 h 1099185"/>
                      <a:gd name="connsiteX22" fmla="*/ 135745 w 661035"/>
                      <a:gd name="connsiteY22" fmla="*/ 891807 h 1099185"/>
                      <a:gd name="connsiteX23" fmla="*/ 135255 w 661035"/>
                      <a:gd name="connsiteY23" fmla="*/ 891540 h 1099185"/>
                      <a:gd name="connsiteX24" fmla="*/ 190500 w 661035"/>
                      <a:gd name="connsiteY24" fmla="*/ 847725 h 1099185"/>
                      <a:gd name="connsiteX25" fmla="*/ 239078 w 661035"/>
                      <a:gd name="connsiteY25" fmla="*/ 799148 h 1099185"/>
                      <a:gd name="connsiteX26" fmla="*/ 319738 w 661035"/>
                      <a:gd name="connsiteY26" fmla="*/ 843010 h 1099185"/>
                      <a:gd name="connsiteX27" fmla="*/ 239078 w 661035"/>
                      <a:gd name="connsiteY27" fmla="*/ 798196 h 1099185"/>
                      <a:gd name="connsiteX28" fmla="*/ 277307 w 661035"/>
                      <a:gd name="connsiteY28" fmla="*/ 750642 h 1099185"/>
                      <a:gd name="connsiteX29" fmla="*/ 277178 w 661035"/>
                      <a:gd name="connsiteY29" fmla="*/ 750571 h 1099185"/>
                      <a:gd name="connsiteX30" fmla="*/ 284798 w 661035"/>
                      <a:gd name="connsiteY30" fmla="*/ 740093 h 1099185"/>
                      <a:gd name="connsiteX31" fmla="*/ 323850 w 661035"/>
                      <a:gd name="connsiteY31" fmla="*/ 676275 h 1099185"/>
                      <a:gd name="connsiteX32" fmla="*/ 359092 w 661035"/>
                      <a:gd name="connsiteY32" fmla="*/ 597218 h 1099185"/>
                      <a:gd name="connsiteX33" fmla="*/ 220980 w 661035"/>
                      <a:gd name="connsiteY33" fmla="*/ 0 h 1099185"/>
                      <a:gd name="connsiteX34" fmla="*/ 481965 w 661035"/>
                      <a:gd name="connsiteY34" fmla="*/ 141922 h 1099185"/>
                      <a:gd name="connsiteX35" fmla="*/ 575310 w 661035"/>
                      <a:gd name="connsiteY35" fmla="*/ 214313 h 1099185"/>
                      <a:gd name="connsiteX36" fmla="*/ 661035 w 661035"/>
                      <a:gd name="connsiteY36" fmla="*/ 504825 h 1099185"/>
                      <a:gd name="connsiteX37" fmla="*/ 621030 w 661035"/>
                      <a:gd name="connsiteY37" fmla="*/ 739140 h 1099185"/>
                      <a:gd name="connsiteX38" fmla="*/ 360045 w 661035"/>
                      <a:gd name="connsiteY38" fmla="*/ 597218 h 1099185"/>
                      <a:gd name="connsiteX39" fmla="*/ 400050 w 661035"/>
                      <a:gd name="connsiteY39" fmla="*/ 362902 h 1099185"/>
                      <a:gd name="connsiteX40" fmla="*/ 314325 w 661035"/>
                      <a:gd name="connsiteY40" fmla="*/ 72390 h 1099185"/>
                      <a:gd name="connsiteX41" fmla="*/ 220980 w 661035"/>
                      <a:gd name="connsiteY41" fmla="*/ 0 h 1099185"/>
                      <a:gd name="connsiteX0" fmla="*/ 359092 w 661035"/>
                      <a:gd name="connsiteY0" fmla="*/ 597218 h 1099185"/>
                      <a:gd name="connsiteX1" fmla="*/ 620078 w 661035"/>
                      <a:gd name="connsiteY1" fmla="*/ 739140 h 1099185"/>
                      <a:gd name="connsiteX2" fmla="*/ 584835 w 661035"/>
                      <a:gd name="connsiteY2" fmla="*/ 818198 h 1099185"/>
                      <a:gd name="connsiteX3" fmla="*/ 584836 w 661035"/>
                      <a:gd name="connsiteY3" fmla="*/ 818198 h 1099185"/>
                      <a:gd name="connsiteX4" fmla="*/ 545783 w 661035"/>
                      <a:gd name="connsiteY4" fmla="*/ 882015 h 1099185"/>
                      <a:gd name="connsiteX5" fmla="*/ 538930 w 661035"/>
                      <a:gd name="connsiteY5" fmla="*/ 891439 h 1099185"/>
                      <a:gd name="connsiteX6" fmla="*/ 539116 w 661035"/>
                      <a:gd name="connsiteY6" fmla="*/ 891540 h 1099185"/>
                      <a:gd name="connsiteX7" fmla="*/ 500063 w 661035"/>
                      <a:gd name="connsiteY7" fmla="*/ 940118 h 1099185"/>
                      <a:gd name="connsiteX8" fmla="*/ 500063 w 661035"/>
                      <a:gd name="connsiteY8" fmla="*/ 941070 h 1099185"/>
                      <a:gd name="connsiteX9" fmla="*/ 451485 w 661035"/>
                      <a:gd name="connsiteY9" fmla="*/ 989648 h 1099185"/>
                      <a:gd name="connsiteX10" fmla="*/ 396629 w 661035"/>
                      <a:gd name="connsiteY10" fmla="*/ 1033155 h 1099185"/>
                      <a:gd name="connsiteX11" fmla="*/ 397193 w 661035"/>
                      <a:gd name="connsiteY11" fmla="*/ 1033462 h 1099185"/>
                      <a:gd name="connsiteX12" fmla="*/ 320041 w 661035"/>
                      <a:gd name="connsiteY12" fmla="*/ 1076325 h 1099185"/>
                      <a:gd name="connsiteX13" fmla="*/ 291343 w 661035"/>
                      <a:gd name="connsiteY13" fmla="*/ 1060767 h 1099185"/>
                      <a:gd name="connsiteX14" fmla="*/ 290403 w 661035"/>
                      <a:gd name="connsiteY14" fmla="*/ 1061621 h 1099185"/>
                      <a:gd name="connsiteX15" fmla="*/ 319088 w 661035"/>
                      <a:gd name="connsiteY15" fmla="*/ 1077277 h 1099185"/>
                      <a:gd name="connsiteX16" fmla="*/ 260985 w 661035"/>
                      <a:gd name="connsiteY16" fmla="*/ 1099185 h 1099185"/>
                      <a:gd name="connsiteX17" fmla="*/ 0 w 661035"/>
                      <a:gd name="connsiteY17" fmla="*/ 957262 h 1099185"/>
                      <a:gd name="connsiteX18" fmla="*/ 59055 w 661035"/>
                      <a:gd name="connsiteY18" fmla="*/ 935355 h 1099185"/>
                      <a:gd name="connsiteX19" fmla="*/ 284314 w 661035"/>
                      <a:gd name="connsiteY19" fmla="*/ 1058298 h 1099185"/>
                      <a:gd name="connsiteX20" fmla="*/ 284516 w 661035"/>
                      <a:gd name="connsiteY20" fmla="*/ 1057066 h 1099185"/>
                      <a:gd name="connsiteX21" fmla="*/ 60008 w 661035"/>
                      <a:gd name="connsiteY21" fmla="*/ 935355 h 1099185"/>
                      <a:gd name="connsiteX22" fmla="*/ 135745 w 661035"/>
                      <a:gd name="connsiteY22" fmla="*/ 891807 h 1099185"/>
                      <a:gd name="connsiteX23" fmla="*/ 135255 w 661035"/>
                      <a:gd name="connsiteY23" fmla="*/ 891540 h 1099185"/>
                      <a:gd name="connsiteX24" fmla="*/ 190500 w 661035"/>
                      <a:gd name="connsiteY24" fmla="*/ 847725 h 1099185"/>
                      <a:gd name="connsiteX25" fmla="*/ 239078 w 661035"/>
                      <a:gd name="connsiteY25" fmla="*/ 799148 h 1099185"/>
                      <a:gd name="connsiteX26" fmla="*/ 239078 w 661035"/>
                      <a:gd name="connsiteY26" fmla="*/ 798196 h 1099185"/>
                      <a:gd name="connsiteX27" fmla="*/ 277307 w 661035"/>
                      <a:gd name="connsiteY27" fmla="*/ 750642 h 1099185"/>
                      <a:gd name="connsiteX28" fmla="*/ 277178 w 661035"/>
                      <a:gd name="connsiteY28" fmla="*/ 750571 h 1099185"/>
                      <a:gd name="connsiteX29" fmla="*/ 284798 w 661035"/>
                      <a:gd name="connsiteY29" fmla="*/ 740093 h 1099185"/>
                      <a:gd name="connsiteX30" fmla="*/ 323850 w 661035"/>
                      <a:gd name="connsiteY30" fmla="*/ 676275 h 1099185"/>
                      <a:gd name="connsiteX31" fmla="*/ 359092 w 661035"/>
                      <a:gd name="connsiteY31" fmla="*/ 597218 h 1099185"/>
                      <a:gd name="connsiteX32" fmla="*/ 220980 w 661035"/>
                      <a:gd name="connsiteY32" fmla="*/ 0 h 1099185"/>
                      <a:gd name="connsiteX33" fmla="*/ 481965 w 661035"/>
                      <a:gd name="connsiteY33" fmla="*/ 141922 h 1099185"/>
                      <a:gd name="connsiteX34" fmla="*/ 575310 w 661035"/>
                      <a:gd name="connsiteY34" fmla="*/ 214313 h 1099185"/>
                      <a:gd name="connsiteX35" fmla="*/ 661035 w 661035"/>
                      <a:gd name="connsiteY35" fmla="*/ 504825 h 1099185"/>
                      <a:gd name="connsiteX36" fmla="*/ 621030 w 661035"/>
                      <a:gd name="connsiteY36" fmla="*/ 739140 h 1099185"/>
                      <a:gd name="connsiteX37" fmla="*/ 360045 w 661035"/>
                      <a:gd name="connsiteY37" fmla="*/ 597218 h 1099185"/>
                      <a:gd name="connsiteX38" fmla="*/ 400050 w 661035"/>
                      <a:gd name="connsiteY38" fmla="*/ 362902 h 1099185"/>
                      <a:gd name="connsiteX39" fmla="*/ 314325 w 661035"/>
                      <a:gd name="connsiteY39" fmla="*/ 72390 h 1099185"/>
                      <a:gd name="connsiteX40" fmla="*/ 220980 w 661035"/>
                      <a:gd name="connsiteY40" fmla="*/ 0 h 1099185"/>
                      <a:gd name="connsiteX0" fmla="*/ 359092 w 661035"/>
                      <a:gd name="connsiteY0" fmla="*/ 597218 h 1099185"/>
                      <a:gd name="connsiteX1" fmla="*/ 620078 w 661035"/>
                      <a:gd name="connsiteY1" fmla="*/ 739140 h 1099185"/>
                      <a:gd name="connsiteX2" fmla="*/ 584835 w 661035"/>
                      <a:gd name="connsiteY2" fmla="*/ 818198 h 1099185"/>
                      <a:gd name="connsiteX3" fmla="*/ 584836 w 661035"/>
                      <a:gd name="connsiteY3" fmla="*/ 818198 h 1099185"/>
                      <a:gd name="connsiteX4" fmla="*/ 545783 w 661035"/>
                      <a:gd name="connsiteY4" fmla="*/ 882015 h 1099185"/>
                      <a:gd name="connsiteX5" fmla="*/ 538930 w 661035"/>
                      <a:gd name="connsiteY5" fmla="*/ 891439 h 1099185"/>
                      <a:gd name="connsiteX6" fmla="*/ 539116 w 661035"/>
                      <a:gd name="connsiteY6" fmla="*/ 891540 h 1099185"/>
                      <a:gd name="connsiteX7" fmla="*/ 500063 w 661035"/>
                      <a:gd name="connsiteY7" fmla="*/ 940118 h 1099185"/>
                      <a:gd name="connsiteX8" fmla="*/ 500063 w 661035"/>
                      <a:gd name="connsiteY8" fmla="*/ 941070 h 1099185"/>
                      <a:gd name="connsiteX9" fmla="*/ 451485 w 661035"/>
                      <a:gd name="connsiteY9" fmla="*/ 989648 h 1099185"/>
                      <a:gd name="connsiteX10" fmla="*/ 396629 w 661035"/>
                      <a:gd name="connsiteY10" fmla="*/ 1033155 h 1099185"/>
                      <a:gd name="connsiteX11" fmla="*/ 397193 w 661035"/>
                      <a:gd name="connsiteY11" fmla="*/ 1033462 h 1099185"/>
                      <a:gd name="connsiteX12" fmla="*/ 320041 w 661035"/>
                      <a:gd name="connsiteY12" fmla="*/ 1076325 h 1099185"/>
                      <a:gd name="connsiteX13" fmla="*/ 291343 w 661035"/>
                      <a:gd name="connsiteY13" fmla="*/ 1060767 h 1099185"/>
                      <a:gd name="connsiteX14" fmla="*/ 290403 w 661035"/>
                      <a:gd name="connsiteY14" fmla="*/ 1061621 h 1099185"/>
                      <a:gd name="connsiteX15" fmla="*/ 319088 w 661035"/>
                      <a:gd name="connsiteY15" fmla="*/ 1077277 h 1099185"/>
                      <a:gd name="connsiteX16" fmla="*/ 260985 w 661035"/>
                      <a:gd name="connsiteY16" fmla="*/ 1099185 h 1099185"/>
                      <a:gd name="connsiteX17" fmla="*/ 0 w 661035"/>
                      <a:gd name="connsiteY17" fmla="*/ 957262 h 1099185"/>
                      <a:gd name="connsiteX18" fmla="*/ 59055 w 661035"/>
                      <a:gd name="connsiteY18" fmla="*/ 935355 h 1099185"/>
                      <a:gd name="connsiteX19" fmla="*/ 284314 w 661035"/>
                      <a:gd name="connsiteY19" fmla="*/ 1058298 h 1099185"/>
                      <a:gd name="connsiteX20" fmla="*/ 60008 w 661035"/>
                      <a:gd name="connsiteY20" fmla="*/ 935355 h 1099185"/>
                      <a:gd name="connsiteX21" fmla="*/ 135745 w 661035"/>
                      <a:gd name="connsiteY21" fmla="*/ 891807 h 1099185"/>
                      <a:gd name="connsiteX22" fmla="*/ 135255 w 661035"/>
                      <a:gd name="connsiteY22" fmla="*/ 891540 h 1099185"/>
                      <a:gd name="connsiteX23" fmla="*/ 190500 w 661035"/>
                      <a:gd name="connsiteY23" fmla="*/ 847725 h 1099185"/>
                      <a:gd name="connsiteX24" fmla="*/ 239078 w 661035"/>
                      <a:gd name="connsiteY24" fmla="*/ 799148 h 1099185"/>
                      <a:gd name="connsiteX25" fmla="*/ 239078 w 661035"/>
                      <a:gd name="connsiteY25" fmla="*/ 798196 h 1099185"/>
                      <a:gd name="connsiteX26" fmla="*/ 277307 w 661035"/>
                      <a:gd name="connsiteY26" fmla="*/ 750642 h 1099185"/>
                      <a:gd name="connsiteX27" fmla="*/ 277178 w 661035"/>
                      <a:gd name="connsiteY27" fmla="*/ 750571 h 1099185"/>
                      <a:gd name="connsiteX28" fmla="*/ 284798 w 661035"/>
                      <a:gd name="connsiteY28" fmla="*/ 740093 h 1099185"/>
                      <a:gd name="connsiteX29" fmla="*/ 323850 w 661035"/>
                      <a:gd name="connsiteY29" fmla="*/ 676275 h 1099185"/>
                      <a:gd name="connsiteX30" fmla="*/ 359092 w 661035"/>
                      <a:gd name="connsiteY30" fmla="*/ 597218 h 1099185"/>
                      <a:gd name="connsiteX31" fmla="*/ 220980 w 661035"/>
                      <a:gd name="connsiteY31" fmla="*/ 0 h 1099185"/>
                      <a:gd name="connsiteX32" fmla="*/ 481965 w 661035"/>
                      <a:gd name="connsiteY32" fmla="*/ 141922 h 1099185"/>
                      <a:gd name="connsiteX33" fmla="*/ 575310 w 661035"/>
                      <a:gd name="connsiteY33" fmla="*/ 214313 h 1099185"/>
                      <a:gd name="connsiteX34" fmla="*/ 661035 w 661035"/>
                      <a:gd name="connsiteY34" fmla="*/ 504825 h 1099185"/>
                      <a:gd name="connsiteX35" fmla="*/ 621030 w 661035"/>
                      <a:gd name="connsiteY35" fmla="*/ 739140 h 1099185"/>
                      <a:gd name="connsiteX36" fmla="*/ 360045 w 661035"/>
                      <a:gd name="connsiteY36" fmla="*/ 597218 h 1099185"/>
                      <a:gd name="connsiteX37" fmla="*/ 400050 w 661035"/>
                      <a:gd name="connsiteY37" fmla="*/ 362902 h 1099185"/>
                      <a:gd name="connsiteX38" fmla="*/ 314325 w 661035"/>
                      <a:gd name="connsiteY38" fmla="*/ 72390 h 1099185"/>
                      <a:gd name="connsiteX39" fmla="*/ 220980 w 661035"/>
                      <a:gd name="connsiteY39" fmla="*/ 0 h 1099185"/>
                      <a:gd name="connsiteX0" fmla="*/ 359092 w 661035"/>
                      <a:gd name="connsiteY0" fmla="*/ 597218 h 1099185"/>
                      <a:gd name="connsiteX1" fmla="*/ 620078 w 661035"/>
                      <a:gd name="connsiteY1" fmla="*/ 739140 h 1099185"/>
                      <a:gd name="connsiteX2" fmla="*/ 584835 w 661035"/>
                      <a:gd name="connsiteY2" fmla="*/ 818198 h 1099185"/>
                      <a:gd name="connsiteX3" fmla="*/ 584836 w 661035"/>
                      <a:gd name="connsiteY3" fmla="*/ 818198 h 1099185"/>
                      <a:gd name="connsiteX4" fmla="*/ 545783 w 661035"/>
                      <a:gd name="connsiteY4" fmla="*/ 882015 h 1099185"/>
                      <a:gd name="connsiteX5" fmla="*/ 538930 w 661035"/>
                      <a:gd name="connsiteY5" fmla="*/ 891439 h 1099185"/>
                      <a:gd name="connsiteX6" fmla="*/ 539116 w 661035"/>
                      <a:gd name="connsiteY6" fmla="*/ 891540 h 1099185"/>
                      <a:gd name="connsiteX7" fmla="*/ 500063 w 661035"/>
                      <a:gd name="connsiteY7" fmla="*/ 940118 h 1099185"/>
                      <a:gd name="connsiteX8" fmla="*/ 500063 w 661035"/>
                      <a:gd name="connsiteY8" fmla="*/ 941070 h 1099185"/>
                      <a:gd name="connsiteX9" fmla="*/ 451485 w 661035"/>
                      <a:gd name="connsiteY9" fmla="*/ 989648 h 1099185"/>
                      <a:gd name="connsiteX10" fmla="*/ 396629 w 661035"/>
                      <a:gd name="connsiteY10" fmla="*/ 1033155 h 1099185"/>
                      <a:gd name="connsiteX11" fmla="*/ 397193 w 661035"/>
                      <a:gd name="connsiteY11" fmla="*/ 1033462 h 1099185"/>
                      <a:gd name="connsiteX12" fmla="*/ 320041 w 661035"/>
                      <a:gd name="connsiteY12" fmla="*/ 1076325 h 1099185"/>
                      <a:gd name="connsiteX13" fmla="*/ 291343 w 661035"/>
                      <a:gd name="connsiteY13" fmla="*/ 1060767 h 1099185"/>
                      <a:gd name="connsiteX14" fmla="*/ 290403 w 661035"/>
                      <a:gd name="connsiteY14" fmla="*/ 1061621 h 1099185"/>
                      <a:gd name="connsiteX15" fmla="*/ 319088 w 661035"/>
                      <a:gd name="connsiteY15" fmla="*/ 1077277 h 1099185"/>
                      <a:gd name="connsiteX16" fmla="*/ 260985 w 661035"/>
                      <a:gd name="connsiteY16" fmla="*/ 1099185 h 1099185"/>
                      <a:gd name="connsiteX17" fmla="*/ 0 w 661035"/>
                      <a:gd name="connsiteY17" fmla="*/ 957262 h 1099185"/>
                      <a:gd name="connsiteX18" fmla="*/ 59055 w 661035"/>
                      <a:gd name="connsiteY18" fmla="*/ 935355 h 1099185"/>
                      <a:gd name="connsiteX19" fmla="*/ 60008 w 661035"/>
                      <a:gd name="connsiteY19" fmla="*/ 935355 h 1099185"/>
                      <a:gd name="connsiteX20" fmla="*/ 135745 w 661035"/>
                      <a:gd name="connsiteY20" fmla="*/ 891807 h 1099185"/>
                      <a:gd name="connsiteX21" fmla="*/ 135255 w 661035"/>
                      <a:gd name="connsiteY21" fmla="*/ 891540 h 1099185"/>
                      <a:gd name="connsiteX22" fmla="*/ 190500 w 661035"/>
                      <a:gd name="connsiteY22" fmla="*/ 847725 h 1099185"/>
                      <a:gd name="connsiteX23" fmla="*/ 239078 w 661035"/>
                      <a:gd name="connsiteY23" fmla="*/ 799148 h 1099185"/>
                      <a:gd name="connsiteX24" fmla="*/ 239078 w 661035"/>
                      <a:gd name="connsiteY24" fmla="*/ 798196 h 1099185"/>
                      <a:gd name="connsiteX25" fmla="*/ 277307 w 661035"/>
                      <a:gd name="connsiteY25" fmla="*/ 750642 h 1099185"/>
                      <a:gd name="connsiteX26" fmla="*/ 277178 w 661035"/>
                      <a:gd name="connsiteY26" fmla="*/ 750571 h 1099185"/>
                      <a:gd name="connsiteX27" fmla="*/ 284798 w 661035"/>
                      <a:gd name="connsiteY27" fmla="*/ 740093 h 1099185"/>
                      <a:gd name="connsiteX28" fmla="*/ 323850 w 661035"/>
                      <a:gd name="connsiteY28" fmla="*/ 676275 h 1099185"/>
                      <a:gd name="connsiteX29" fmla="*/ 359092 w 661035"/>
                      <a:gd name="connsiteY29" fmla="*/ 597218 h 1099185"/>
                      <a:gd name="connsiteX30" fmla="*/ 220980 w 661035"/>
                      <a:gd name="connsiteY30" fmla="*/ 0 h 1099185"/>
                      <a:gd name="connsiteX31" fmla="*/ 481965 w 661035"/>
                      <a:gd name="connsiteY31" fmla="*/ 141922 h 1099185"/>
                      <a:gd name="connsiteX32" fmla="*/ 575310 w 661035"/>
                      <a:gd name="connsiteY32" fmla="*/ 214313 h 1099185"/>
                      <a:gd name="connsiteX33" fmla="*/ 661035 w 661035"/>
                      <a:gd name="connsiteY33" fmla="*/ 504825 h 1099185"/>
                      <a:gd name="connsiteX34" fmla="*/ 621030 w 661035"/>
                      <a:gd name="connsiteY34" fmla="*/ 739140 h 1099185"/>
                      <a:gd name="connsiteX35" fmla="*/ 360045 w 661035"/>
                      <a:gd name="connsiteY35" fmla="*/ 597218 h 1099185"/>
                      <a:gd name="connsiteX36" fmla="*/ 400050 w 661035"/>
                      <a:gd name="connsiteY36" fmla="*/ 362902 h 1099185"/>
                      <a:gd name="connsiteX37" fmla="*/ 314325 w 661035"/>
                      <a:gd name="connsiteY37" fmla="*/ 72390 h 1099185"/>
                      <a:gd name="connsiteX38" fmla="*/ 220980 w 661035"/>
                      <a:gd name="connsiteY38" fmla="*/ 0 h 1099185"/>
                      <a:gd name="connsiteX0" fmla="*/ 359092 w 661035"/>
                      <a:gd name="connsiteY0" fmla="*/ 597218 h 1099185"/>
                      <a:gd name="connsiteX1" fmla="*/ 620078 w 661035"/>
                      <a:gd name="connsiteY1" fmla="*/ 739140 h 1099185"/>
                      <a:gd name="connsiteX2" fmla="*/ 584835 w 661035"/>
                      <a:gd name="connsiteY2" fmla="*/ 818198 h 1099185"/>
                      <a:gd name="connsiteX3" fmla="*/ 584836 w 661035"/>
                      <a:gd name="connsiteY3" fmla="*/ 818198 h 1099185"/>
                      <a:gd name="connsiteX4" fmla="*/ 545783 w 661035"/>
                      <a:gd name="connsiteY4" fmla="*/ 882015 h 1099185"/>
                      <a:gd name="connsiteX5" fmla="*/ 538930 w 661035"/>
                      <a:gd name="connsiteY5" fmla="*/ 891439 h 1099185"/>
                      <a:gd name="connsiteX6" fmla="*/ 539116 w 661035"/>
                      <a:gd name="connsiteY6" fmla="*/ 891540 h 1099185"/>
                      <a:gd name="connsiteX7" fmla="*/ 500063 w 661035"/>
                      <a:gd name="connsiteY7" fmla="*/ 940118 h 1099185"/>
                      <a:gd name="connsiteX8" fmla="*/ 500063 w 661035"/>
                      <a:gd name="connsiteY8" fmla="*/ 941070 h 1099185"/>
                      <a:gd name="connsiteX9" fmla="*/ 451485 w 661035"/>
                      <a:gd name="connsiteY9" fmla="*/ 989648 h 1099185"/>
                      <a:gd name="connsiteX10" fmla="*/ 396629 w 661035"/>
                      <a:gd name="connsiteY10" fmla="*/ 1033155 h 1099185"/>
                      <a:gd name="connsiteX11" fmla="*/ 397193 w 661035"/>
                      <a:gd name="connsiteY11" fmla="*/ 1033462 h 1099185"/>
                      <a:gd name="connsiteX12" fmla="*/ 320041 w 661035"/>
                      <a:gd name="connsiteY12" fmla="*/ 1076325 h 1099185"/>
                      <a:gd name="connsiteX13" fmla="*/ 291343 w 661035"/>
                      <a:gd name="connsiteY13" fmla="*/ 1060767 h 1099185"/>
                      <a:gd name="connsiteX14" fmla="*/ 319088 w 661035"/>
                      <a:gd name="connsiteY14" fmla="*/ 1077277 h 1099185"/>
                      <a:gd name="connsiteX15" fmla="*/ 260985 w 661035"/>
                      <a:gd name="connsiteY15" fmla="*/ 1099185 h 1099185"/>
                      <a:gd name="connsiteX16" fmla="*/ 0 w 661035"/>
                      <a:gd name="connsiteY16" fmla="*/ 957262 h 1099185"/>
                      <a:gd name="connsiteX17" fmla="*/ 59055 w 661035"/>
                      <a:gd name="connsiteY17" fmla="*/ 935355 h 1099185"/>
                      <a:gd name="connsiteX18" fmla="*/ 60008 w 661035"/>
                      <a:gd name="connsiteY18" fmla="*/ 935355 h 1099185"/>
                      <a:gd name="connsiteX19" fmla="*/ 135745 w 661035"/>
                      <a:gd name="connsiteY19" fmla="*/ 891807 h 1099185"/>
                      <a:gd name="connsiteX20" fmla="*/ 135255 w 661035"/>
                      <a:gd name="connsiteY20" fmla="*/ 891540 h 1099185"/>
                      <a:gd name="connsiteX21" fmla="*/ 190500 w 661035"/>
                      <a:gd name="connsiteY21" fmla="*/ 847725 h 1099185"/>
                      <a:gd name="connsiteX22" fmla="*/ 239078 w 661035"/>
                      <a:gd name="connsiteY22" fmla="*/ 799148 h 1099185"/>
                      <a:gd name="connsiteX23" fmla="*/ 239078 w 661035"/>
                      <a:gd name="connsiteY23" fmla="*/ 798196 h 1099185"/>
                      <a:gd name="connsiteX24" fmla="*/ 277307 w 661035"/>
                      <a:gd name="connsiteY24" fmla="*/ 750642 h 1099185"/>
                      <a:gd name="connsiteX25" fmla="*/ 277178 w 661035"/>
                      <a:gd name="connsiteY25" fmla="*/ 750571 h 1099185"/>
                      <a:gd name="connsiteX26" fmla="*/ 284798 w 661035"/>
                      <a:gd name="connsiteY26" fmla="*/ 740093 h 1099185"/>
                      <a:gd name="connsiteX27" fmla="*/ 323850 w 661035"/>
                      <a:gd name="connsiteY27" fmla="*/ 676275 h 1099185"/>
                      <a:gd name="connsiteX28" fmla="*/ 359092 w 661035"/>
                      <a:gd name="connsiteY28" fmla="*/ 597218 h 1099185"/>
                      <a:gd name="connsiteX29" fmla="*/ 220980 w 661035"/>
                      <a:gd name="connsiteY29" fmla="*/ 0 h 1099185"/>
                      <a:gd name="connsiteX30" fmla="*/ 481965 w 661035"/>
                      <a:gd name="connsiteY30" fmla="*/ 141922 h 1099185"/>
                      <a:gd name="connsiteX31" fmla="*/ 575310 w 661035"/>
                      <a:gd name="connsiteY31" fmla="*/ 214313 h 1099185"/>
                      <a:gd name="connsiteX32" fmla="*/ 661035 w 661035"/>
                      <a:gd name="connsiteY32" fmla="*/ 504825 h 1099185"/>
                      <a:gd name="connsiteX33" fmla="*/ 621030 w 661035"/>
                      <a:gd name="connsiteY33" fmla="*/ 739140 h 1099185"/>
                      <a:gd name="connsiteX34" fmla="*/ 360045 w 661035"/>
                      <a:gd name="connsiteY34" fmla="*/ 597218 h 1099185"/>
                      <a:gd name="connsiteX35" fmla="*/ 400050 w 661035"/>
                      <a:gd name="connsiteY35" fmla="*/ 362902 h 1099185"/>
                      <a:gd name="connsiteX36" fmla="*/ 314325 w 661035"/>
                      <a:gd name="connsiteY36" fmla="*/ 72390 h 1099185"/>
                      <a:gd name="connsiteX37" fmla="*/ 220980 w 661035"/>
                      <a:gd name="connsiteY37" fmla="*/ 0 h 1099185"/>
                      <a:gd name="connsiteX0" fmla="*/ 359092 w 661035"/>
                      <a:gd name="connsiteY0" fmla="*/ 597218 h 1099185"/>
                      <a:gd name="connsiteX1" fmla="*/ 620078 w 661035"/>
                      <a:gd name="connsiteY1" fmla="*/ 739140 h 1099185"/>
                      <a:gd name="connsiteX2" fmla="*/ 584835 w 661035"/>
                      <a:gd name="connsiteY2" fmla="*/ 818198 h 1099185"/>
                      <a:gd name="connsiteX3" fmla="*/ 584836 w 661035"/>
                      <a:gd name="connsiteY3" fmla="*/ 818198 h 1099185"/>
                      <a:gd name="connsiteX4" fmla="*/ 545783 w 661035"/>
                      <a:gd name="connsiteY4" fmla="*/ 882015 h 1099185"/>
                      <a:gd name="connsiteX5" fmla="*/ 538930 w 661035"/>
                      <a:gd name="connsiteY5" fmla="*/ 891439 h 1099185"/>
                      <a:gd name="connsiteX6" fmla="*/ 539116 w 661035"/>
                      <a:gd name="connsiteY6" fmla="*/ 891540 h 1099185"/>
                      <a:gd name="connsiteX7" fmla="*/ 500063 w 661035"/>
                      <a:gd name="connsiteY7" fmla="*/ 940118 h 1099185"/>
                      <a:gd name="connsiteX8" fmla="*/ 500063 w 661035"/>
                      <a:gd name="connsiteY8" fmla="*/ 941070 h 1099185"/>
                      <a:gd name="connsiteX9" fmla="*/ 451485 w 661035"/>
                      <a:gd name="connsiteY9" fmla="*/ 989648 h 1099185"/>
                      <a:gd name="connsiteX10" fmla="*/ 396629 w 661035"/>
                      <a:gd name="connsiteY10" fmla="*/ 1033155 h 1099185"/>
                      <a:gd name="connsiteX11" fmla="*/ 397193 w 661035"/>
                      <a:gd name="connsiteY11" fmla="*/ 1033462 h 1099185"/>
                      <a:gd name="connsiteX12" fmla="*/ 320041 w 661035"/>
                      <a:gd name="connsiteY12" fmla="*/ 1076325 h 1099185"/>
                      <a:gd name="connsiteX13" fmla="*/ 319088 w 661035"/>
                      <a:gd name="connsiteY13" fmla="*/ 1077277 h 1099185"/>
                      <a:gd name="connsiteX14" fmla="*/ 260985 w 661035"/>
                      <a:gd name="connsiteY14" fmla="*/ 1099185 h 1099185"/>
                      <a:gd name="connsiteX15" fmla="*/ 0 w 661035"/>
                      <a:gd name="connsiteY15" fmla="*/ 957262 h 1099185"/>
                      <a:gd name="connsiteX16" fmla="*/ 59055 w 661035"/>
                      <a:gd name="connsiteY16" fmla="*/ 935355 h 1099185"/>
                      <a:gd name="connsiteX17" fmla="*/ 60008 w 661035"/>
                      <a:gd name="connsiteY17" fmla="*/ 935355 h 1099185"/>
                      <a:gd name="connsiteX18" fmla="*/ 135745 w 661035"/>
                      <a:gd name="connsiteY18" fmla="*/ 891807 h 1099185"/>
                      <a:gd name="connsiteX19" fmla="*/ 135255 w 661035"/>
                      <a:gd name="connsiteY19" fmla="*/ 891540 h 1099185"/>
                      <a:gd name="connsiteX20" fmla="*/ 190500 w 661035"/>
                      <a:gd name="connsiteY20" fmla="*/ 847725 h 1099185"/>
                      <a:gd name="connsiteX21" fmla="*/ 239078 w 661035"/>
                      <a:gd name="connsiteY21" fmla="*/ 799148 h 1099185"/>
                      <a:gd name="connsiteX22" fmla="*/ 239078 w 661035"/>
                      <a:gd name="connsiteY22" fmla="*/ 798196 h 1099185"/>
                      <a:gd name="connsiteX23" fmla="*/ 277307 w 661035"/>
                      <a:gd name="connsiteY23" fmla="*/ 750642 h 1099185"/>
                      <a:gd name="connsiteX24" fmla="*/ 277178 w 661035"/>
                      <a:gd name="connsiteY24" fmla="*/ 750571 h 1099185"/>
                      <a:gd name="connsiteX25" fmla="*/ 284798 w 661035"/>
                      <a:gd name="connsiteY25" fmla="*/ 740093 h 1099185"/>
                      <a:gd name="connsiteX26" fmla="*/ 323850 w 661035"/>
                      <a:gd name="connsiteY26" fmla="*/ 676275 h 1099185"/>
                      <a:gd name="connsiteX27" fmla="*/ 359092 w 661035"/>
                      <a:gd name="connsiteY27" fmla="*/ 597218 h 1099185"/>
                      <a:gd name="connsiteX28" fmla="*/ 220980 w 661035"/>
                      <a:gd name="connsiteY28" fmla="*/ 0 h 1099185"/>
                      <a:gd name="connsiteX29" fmla="*/ 481965 w 661035"/>
                      <a:gd name="connsiteY29" fmla="*/ 141922 h 1099185"/>
                      <a:gd name="connsiteX30" fmla="*/ 575310 w 661035"/>
                      <a:gd name="connsiteY30" fmla="*/ 214313 h 1099185"/>
                      <a:gd name="connsiteX31" fmla="*/ 661035 w 661035"/>
                      <a:gd name="connsiteY31" fmla="*/ 504825 h 1099185"/>
                      <a:gd name="connsiteX32" fmla="*/ 621030 w 661035"/>
                      <a:gd name="connsiteY32" fmla="*/ 739140 h 1099185"/>
                      <a:gd name="connsiteX33" fmla="*/ 360045 w 661035"/>
                      <a:gd name="connsiteY33" fmla="*/ 597218 h 1099185"/>
                      <a:gd name="connsiteX34" fmla="*/ 400050 w 661035"/>
                      <a:gd name="connsiteY34" fmla="*/ 362902 h 1099185"/>
                      <a:gd name="connsiteX35" fmla="*/ 314325 w 661035"/>
                      <a:gd name="connsiteY35" fmla="*/ 72390 h 1099185"/>
                      <a:gd name="connsiteX36" fmla="*/ 220980 w 661035"/>
                      <a:gd name="connsiteY36" fmla="*/ 0 h 1099185"/>
                      <a:gd name="connsiteX0" fmla="*/ 359092 w 661035"/>
                      <a:gd name="connsiteY0" fmla="*/ 597218 h 1112468"/>
                      <a:gd name="connsiteX1" fmla="*/ 620078 w 661035"/>
                      <a:gd name="connsiteY1" fmla="*/ 739140 h 1112468"/>
                      <a:gd name="connsiteX2" fmla="*/ 584835 w 661035"/>
                      <a:gd name="connsiteY2" fmla="*/ 818198 h 1112468"/>
                      <a:gd name="connsiteX3" fmla="*/ 584836 w 661035"/>
                      <a:gd name="connsiteY3" fmla="*/ 818198 h 1112468"/>
                      <a:gd name="connsiteX4" fmla="*/ 545783 w 661035"/>
                      <a:gd name="connsiteY4" fmla="*/ 882015 h 1112468"/>
                      <a:gd name="connsiteX5" fmla="*/ 538930 w 661035"/>
                      <a:gd name="connsiteY5" fmla="*/ 891439 h 1112468"/>
                      <a:gd name="connsiteX6" fmla="*/ 539116 w 661035"/>
                      <a:gd name="connsiteY6" fmla="*/ 891540 h 1112468"/>
                      <a:gd name="connsiteX7" fmla="*/ 500063 w 661035"/>
                      <a:gd name="connsiteY7" fmla="*/ 940118 h 1112468"/>
                      <a:gd name="connsiteX8" fmla="*/ 500063 w 661035"/>
                      <a:gd name="connsiteY8" fmla="*/ 941070 h 1112468"/>
                      <a:gd name="connsiteX9" fmla="*/ 451485 w 661035"/>
                      <a:gd name="connsiteY9" fmla="*/ 989648 h 1112468"/>
                      <a:gd name="connsiteX10" fmla="*/ 396629 w 661035"/>
                      <a:gd name="connsiteY10" fmla="*/ 1033155 h 1112468"/>
                      <a:gd name="connsiteX11" fmla="*/ 397193 w 661035"/>
                      <a:gd name="connsiteY11" fmla="*/ 1033462 h 1112468"/>
                      <a:gd name="connsiteX12" fmla="*/ 320041 w 661035"/>
                      <a:gd name="connsiteY12" fmla="*/ 1076325 h 1112468"/>
                      <a:gd name="connsiteX13" fmla="*/ 319088 w 661035"/>
                      <a:gd name="connsiteY13" fmla="*/ 1077277 h 1112468"/>
                      <a:gd name="connsiteX14" fmla="*/ 247796 w 661035"/>
                      <a:gd name="connsiteY14" fmla="*/ 1112468 h 1112468"/>
                      <a:gd name="connsiteX15" fmla="*/ 0 w 661035"/>
                      <a:gd name="connsiteY15" fmla="*/ 957262 h 1112468"/>
                      <a:gd name="connsiteX16" fmla="*/ 59055 w 661035"/>
                      <a:gd name="connsiteY16" fmla="*/ 935355 h 1112468"/>
                      <a:gd name="connsiteX17" fmla="*/ 60008 w 661035"/>
                      <a:gd name="connsiteY17" fmla="*/ 935355 h 1112468"/>
                      <a:gd name="connsiteX18" fmla="*/ 135745 w 661035"/>
                      <a:gd name="connsiteY18" fmla="*/ 891807 h 1112468"/>
                      <a:gd name="connsiteX19" fmla="*/ 135255 w 661035"/>
                      <a:gd name="connsiteY19" fmla="*/ 891540 h 1112468"/>
                      <a:gd name="connsiteX20" fmla="*/ 190500 w 661035"/>
                      <a:gd name="connsiteY20" fmla="*/ 847725 h 1112468"/>
                      <a:gd name="connsiteX21" fmla="*/ 239078 w 661035"/>
                      <a:gd name="connsiteY21" fmla="*/ 799148 h 1112468"/>
                      <a:gd name="connsiteX22" fmla="*/ 239078 w 661035"/>
                      <a:gd name="connsiteY22" fmla="*/ 798196 h 1112468"/>
                      <a:gd name="connsiteX23" fmla="*/ 277307 w 661035"/>
                      <a:gd name="connsiteY23" fmla="*/ 750642 h 1112468"/>
                      <a:gd name="connsiteX24" fmla="*/ 277178 w 661035"/>
                      <a:gd name="connsiteY24" fmla="*/ 750571 h 1112468"/>
                      <a:gd name="connsiteX25" fmla="*/ 284798 w 661035"/>
                      <a:gd name="connsiteY25" fmla="*/ 740093 h 1112468"/>
                      <a:gd name="connsiteX26" fmla="*/ 323850 w 661035"/>
                      <a:gd name="connsiteY26" fmla="*/ 676275 h 1112468"/>
                      <a:gd name="connsiteX27" fmla="*/ 359092 w 661035"/>
                      <a:gd name="connsiteY27" fmla="*/ 597218 h 1112468"/>
                      <a:gd name="connsiteX28" fmla="*/ 220980 w 661035"/>
                      <a:gd name="connsiteY28" fmla="*/ 0 h 1112468"/>
                      <a:gd name="connsiteX29" fmla="*/ 481965 w 661035"/>
                      <a:gd name="connsiteY29" fmla="*/ 141922 h 1112468"/>
                      <a:gd name="connsiteX30" fmla="*/ 575310 w 661035"/>
                      <a:gd name="connsiteY30" fmla="*/ 214313 h 1112468"/>
                      <a:gd name="connsiteX31" fmla="*/ 661035 w 661035"/>
                      <a:gd name="connsiteY31" fmla="*/ 504825 h 1112468"/>
                      <a:gd name="connsiteX32" fmla="*/ 621030 w 661035"/>
                      <a:gd name="connsiteY32" fmla="*/ 739140 h 1112468"/>
                      <a:gd name="connsiteX33" fmla="*/ 360045 w 661035"/>
                      <a:gd name="connsiteY33" fmla="*/ 597218 h 1112468"/>
                      <a:gd name="connsiteX34" fmla="*/ 400050 w 661035"/>
                      <a:gd name="connsiteY34" fmla="*/ 362902 h 1112468"/>
                      <a:gd name="connsiteX35" fmla="*/ 314325 w 661035"/>
                      <a:gd name="connsiteY35" fmla="*/ 72390 h 1112468"/>
                      <a:gd name="connsiteX36" fmla="*/ 220980 w 661035"/>
                      <a:gd name="connsiteY36" fmla="*/ 0 h 11124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</a:cxnLst>
                    <a:rect l="l" t="t" r="r" b="b"/>
                    <a:pathLst>
                      <a:path w="661035" h="1112468">
                        <a:moveTo>
                          <a:pt x="359092" y="597218"/>
                        </a:moveTo>
                        <a:lnTo>
                          <a:pt x="620078" y="739140"/>
                        </a:lnTo>
                        <a:lnTo>
                          <a:pt x="584835" y="818198"/>
                        </a:lnTo>
                        <a:lnTo>
                          <a:pt x="584836" y="818198"/>
                        </a:lnTo>
                        <a:cubicBezTo>
                          <a:pt x="573405" y="840105"/>
                          <a:pt x="560070" y="861060"/>
                          <a:pt x="545783" y="882015"/>
                        </a:cubicBezTo>
                        <a:lnTo>
                          <a:pt x="538930" y="891439"/>
                        </a:lnTo>
                        <a:lnTo>
                          <a:pt x="539116" y="891540"/>
                        </a:lnTo>
                        <a:cubicBezTo>
                          <a:pt x="525780" y="908686"/>
                          <a:pt x="513398" y="924878"/>
                          <a:pt x="500063" y="940118"/>
                        </a:cubicBezTo>
                        <a:lnTo>
                          <a:pt x="500063" y="941070"/>
                        </a:lnTo>
                        <a:cubicBezTo>
                          <a:pt x="483870" y="958215"/>
                          <a:pt x="467678" y="974408"/>
                          <a:pt x="451485" y="989648"/>
                        </a:cubicBezTo>
                        <a:lnTo>
                          <a:pt x="396629" y="1033155"/>
                        </a:lnTo>
                        <a:lnTo>
                          <a:pt x="397193" y="1033462"/>
                        </a:lnTo>
                        <a:cubicBezTo>
                          <a:pt x="371475" y="1049655"/>
                          <a:pt x="346711" y="1063943"/>
                          <a:pt x="320041" y="1076325"/>
                        </a:cubicBezTo>
                        <a:lnTo>
                          <a:pt x="319088" y="1077277"/>
                        </a:lnTo>
                        <a:lnTo>
                          <a:pt x="247796" y="1112468"/>
                        </a:lnTo>
                        <a:lnTo>
                          <a:pt x="0" y="957262"/>
                        </a:lnTo>
                        <a:lnTo>
                          <a:pt x="59055" y="935355"/>
                        </a:lnTo>
                        <a:lnTo>
                          <a:pt x="60008" y="935355"/>
                        </a:lnTo>
                        <a:lnTo>
                          <a:pt x="135745" y="891807"/>
                        </a:lnTo>
                        <a:lnTo>
                          <a:pt x="135255" y="891540"/>
                        </a:lnTo>
                        <a:cubicBezTo>
                          <a:pt x="154305" y="878205"/>
                          <a:pt x="173355" y="863918"/>
                          <a:pt x="190500" y="847725"/>
                        </a:cubicBezTo>
                        <a:cubicBezTo>
                          <a:pt x="207645" y="832486"/>
                          <a:pt x="222885" y="816293"/>
                          <a:pt x="239078" y="799148"/>
                        </a:cubicBezTo>
                        <a:lnTo>
                          <a:pt x="239078" y="798196"/>
                        </a:lnTo>
                        <a:lnTo>
                          <a:pt x="277307" y="750642"/>
                        </a:lnTo>
                        <a:lnTo>
                          <a:pt x="277178" y="750571"/>
                        </a:lnTo>
                        <a:cubicBezTo>
                          <a:pt x="280036" y="746761"/>
                          <a:pt x="281941" y="743903"/>
                          <a:pt x="284798" y="740093"/>
                        </a:cubicBezTo>
                        <a:cubicBezTo>
                          <a:pt x="299086" y="719138"/>
                          <a:pt x="312420" y="698183"/>
                          <a:pt x="323850" y="676275"/>
                        </a:cubicBezTo>
                        <a:cubicBezTo>
                          <a:pt x="337185" y="650558"/>
                          <a:pt x="349567" y="623888"/>
                          <a:pt x="359092" y="597218"/>
                        </a:cubicBezTo>
                        <a:close/>
                        <a:moveTo>
                          <a:pt x="220980" y="0"/>
                        </a:moveTo>
                        <a:lnTo>
                          <a:pt x="481965" y="141922"/>
                        </a:lnTo>
                        <a:cubicBezTo>
                          <a:pt x="521970" y="163830"/>
                          <a:pt x="553403" y="187642"/>
                          <a:pt x="575310" y="214313"/>
                        </a:cubicBezTo>
                        <a:cubicBezTo>
                          <a:pt x="632460" y="281940"/>
                          <a:pt x="661035" y="379095"/>
                          <a:pt x="661035" y="504825"/>
                        </a:cubicBezTo>
                        <a:cubicBezTo>
                          <a:pt x="660083" y="588645"/>
                          <a:pt x="646748" y="666750"/>
                          <a:pt x="621030" y="739140"/>
                        </a:cubicBezTo>
                        <a:lnTo>
                          <a:pt x="360045" y="597218"/>
                        </a:lnTo>
                        <a:cubicBezTo>
                          <a:pt x="386715" y="524827"/>
                          <a:pt x="400050" y="446722"/>
                          <a:pt x="400050" y="362902"/>
                        </a:cubicBezTo>
                        <a:cubicBezTo>
                          <a:pt x="400050" y="237172"/>
                          <a:pt x="371475" y="140970"/>
                          <a:pt x="314325" y="72390"/>
                        </a:cubicBezTo>
                        <a:cubicBezTo>
                          <a:pt x="291465" y="45720"/>
                          <a:pt x="260985" y="20955"/>
                          <a:pt x="220980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xmlns="" id="{D113772A-09F4-4D1C-82EE-59CB5A04CCF4}"/>
                      </a:ext>
                    </a:extLst>
                  </p:cNvPr>
                  <p:cNvSpPr/>
                  <p:nvPr/>
                </p:nvSpPr>
                <p:spPr>
                  <a:xfrm>
                    <a:off x="2967026" y="3229268"/>
                    <a:ext cx="673417" cy="247650"/>
                  </a:xfrm>
                  <a:custGeom>
                    <a:avLst/>
                    <a:gdLst>
                      <a:gd name="connsiteX0" fmla="*/ 261937 w 673417"/>
                      <a:gd name="connsiteY0" fmla="*/ 45720 h 247650"/>
                      <a:gd name="connsiteX1" fmla="*/ 288607 w 673417"/>
                      <a:gd name="connsiteY1" fmla="*/ 53340 h 247650"/>
                      <a:gd name="connsiteX2" fmla="*/ 387667 w 673417"/>
                      <a:gd name="connsiteY2" fmla="*/ 93345 h 247650"/>
                      <a:gd name="connsiteX3" fmla="*/ 412432 w 673417"/>
                      <a:gd name="connsiteY3" fmla="*/ 105728 h 247650"/>
                      <a:gd name="connsiteX4" fmla="*/ 673417 w 673417"/>
                      <a:gd name="connsiteY4" fmla="*/ 247650 h 247650"/>
                      <a:gd name="connsiteX5" fmla="*/ 647700 w 673417"/>
                      <a:gd name="connsiteY5" fmla="*/ 235267 h 247650"/>
                      <a:gd name="connsiteX6" fmla="*/ 644991 w 673417"/>
                      <a:gd name="connsiteY6" fmla="*/ 233789 h 247650"/>
                      <a:gd name="connsiteX7" fmla="*/ 549592 w 673417"/>
                      <a:gd name="connsiteY7" fmla="*/ 195262 h 247650"/>
                      <a:gd name="connsiteX8" fmla="*/ 522922 w 673417"/>
                      <a:gd name="connsiteY8" fmla="*/ 186690 h 247650"/>
                      <a:gd name="connsiteX9" fmla="*/ 0 w 673417"/>
                      <a:gd name="connsiteY9" fmla="*/ 0 h 247650"/>
                      <a:gd name="connsiteX10" fmla="*/ 80010 w 673417"/>
                      <a:gd name="connsiteY10" fmla="*/ 11430 h 247650"/>
                      <a:gd name="connsiteX11" fmla="*/ 80421 w 673417"/>
                      <a:gd name="connsiteY11" fmla="*/ 11654 h 247650"/>
                      <a:gd name="connsiteX12" fmla="*/ 185499 w 673417"/>
                      <a:gd name="connsiteY12" fmla="*/ 28933 h 247650"/>
                      <a:gd name="connsiteX13" fmla="*/ 261937 w 673417"/>
                      <a:gd name="connsiteY13" fmla="*/ 45720 h 247650"/>
                      <a:gd name="connsiteX14" fmla="*/ 522922 w 673417"/>
                      <a:gd name="connsiteY14" fmla="*/ 187643 h 247650"/>
                      <a:gd name="connsiteX15" fmla="*/ 340042 w 673417"/>
                      <a:gd name="connsiteY15" fmla="*/ 153353 h 247650"/>
                      <a:gd name="connsiteX16" fmla="*/ 260985 w 673417"/>
                      <a:gd name="connsiteY16" fmla="*/ 141923 h 2476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673417" h="247650">
                        <a:moveTo>
                          <a:pt x="261937" y="45720"/>
                        </a:moveTo>
                        <a:cubicBezTo>
                          <a:pt x="271462" y="48578"/>
                          <a:pt x="280987" y="50483"/>
                          <a:pt x="288607" y="53340"/>
                        </a:cubicBezTo>
                        <a:cubicBezTo>
                          <a:pt x="323850" y="64770"/>
                          <a:pt x="357187" y="79058"/>
                          <a:pt x="387667" y="93345"/>
                        </a:cubicBezTo>
                        <a:cubicBezTo>
                          <a:pt x="396240" y="97155"/>
                          <a:pt x="404812" y="101917"/>
                          <a:pt x="412432" y="105728"/>
                        </a:cubicBezTo>
                        <a:lnTo>
                          <a:pt x="673417" y="247650"/>
                        </a:lnTo>
                        <a:cubicBezTo>
                          <a:pt x="664845" y="243840"/>
                          <a:pt x="656272" y="239078"/>
                          <a:pt x="647700" y="235267"/>
                        </a:cubicBezTo>
                        <a:lnTo>
                          <a:pt x="644991" y="233789"/>
                        </a:lnTo>
                        <a:lnTo>
                          <a:pt x="549592" y="195262"/>
                        </a:lnTo>
                        <a:cubicBezTo>
                          <a:pt x="541972" y="192405"/>
                          <a:pt x="532447" y="189548"/>
                          <a:pt x="522922" y="186690"/>
                        </a:cubicBezTo>
                        <a:close/>
                        <a:moveTo>
                          <a:pt x="0" y="0"/>
                        </a:moveTo>
                        <a:lnTo>
                          <a:pt x="80010" y="11430"/>
                        </a:lnTo>
                        <a:lnTo>
                          <a:pt x="80421" y="11654"/>
                        </a:lnTo>
                        <a:lnTo>
                          <a:pt x="185499" y="28933"/>
                        </a:lnTo>
                        <a:cubicBezTo>
                          <a:pt x="215979" y="34528"/>
                          <a:pt x="241458" y="40005"/>
                          <a:pt x="261937" y="45720"/>
                        </a:cubicBezTo>
                        <a:lnTo>
                          <a:pt x="522922" y="187643"/>
                        </a:lnTo>
                        <a:cubicBezTo>
                          <a:pt x="481965" y="176213"/>
                          <a:pt x="421004" y="164783"/>
                          <a:pt x="340042" y="153353"/>
                        </a:cubicBezTo>
                        <a:lnTo>
                          <a:pt x="260985" y="141923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1" name="Freeform: Shape 70">
                    <a:extLst>
                      <a:ext uri="{FF2B5EF4-FFF2-40B4-BE49-F238E27FC236}">
                        <a16:creationId xmlns:a16="http://schemas.microsoft.com/office/drawing/2014/main" xmlns="" id="{EE130360-94EB-47DA-9B20-9425A2D818C4}"/>
                      </a:ext>
                    </a:extLst>
                  </p:cNvPr>
                  <p:cNvSpPr/>
                  <p:nvPr/>
                </p:nvSpPr>
                <p:spPr>
                  <a:xfrm>
                    <a:off x="2707091" y="3532163"/>
                    <a:ext cx="257175" cy="1238250"/>
                  </a:xfrm>
                  <a:custGeom>
                    <a:avLst/>
                    <a:gdLst>
                      <a:gd name="connsiteX0" fmla="*/ 260985 w 257175"/>
                      <a:gd name="connsiteY0" fmla="*/ 1244918 h 1238250"/>
                      <a:gd name="connsiteX1" fmla="*/ 0 w 257175"/>
                      <a:gd name="connsiteY1" fmla="*/ 1102995 h 1238250"/>
                      <a:gd name="connsiteX2" fmla="*/ 1905 w 257175"/>
                      <a:gd name="connsiteY2" fmla="*/ 0 h 1238250"/>
                      <a:gd name="connsiteX3" fmla="*/ 262890 w 257175"/>
                      <a:gd name="connsiteY3" fmla="*/ 141922 h 12382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257175" h="1238250">
                        <a:moveTo>
                          <a:pt x="260985" y="1244918"/>
                        </a:moveTo>
                        <a:lnTo>
                          <a:pt x="0" y="1102995"/>
                        </a:lnTo>
                        <a:lnTo>
                          <a:pt x="1905" y="0"/>
                        </a:lnTo>
                        <a:lnTo>
                          <a:pt x="262890" y="141922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2" name="Freeform: Shape 71">
                    <a:extLst>
                      <a:ext uri="{FF2B5EF4-FFF2-40B4-BE49-F238E27FC236}">
                        <a16:creationId xmlns:a16="http://schemas.microsoft.com/office/drawing/2014/main" xmlns="" id="{54F71D42-7D98-4D72-8ABF-C7257DE6F785}"/>
                      </a:ext>
                    </a:extLst>
                  </p:cNvPr>
                  <p:cNvSpPr/>
                  <p:nvPr/>
                </p:nvSpPr>
                <p:spPr>
                  <a:xfrm>
                    <a:off x="3110832" y="2270955"/>
                    <a:ext cx="457201" cy="495301"/>
                  </a:xfrm>
                  <a:custGeom>
                    <a:avLst/>
                    <a:gdLst>
                      <a:gd name="connsiteX0" fmla="*/ 459105 w 457200"/>
                      <a:gd name="connsiteY0" fmla="*/ 500063 h 495300"/>
                      <a:gd name="connsiteX1" fmla="*/ 198120 w 457200"/>
                      <a:gd name="connsiteY1" fmla="*/ 358140 h 495300"/>
                      <a:gd name="connsiteX2" fmla="*/ 80963 w 457200"/>
                      <a:gd name="connsiteY2" fmla="*/ 62865 h 495300"/>
                      <a:gd name="connsiteX3" fmla="*/ 0 w 457200"/>
                      <a:gd name="connsiteY3" fmla="*/ 0 h 495300"/>
                      <a:gd name="connsiteX4" fmla="*/ 260985 w 457200"/>
                      <a:gd name="connsiteY4" fmla="*/ 141923 h 495300"/>
                      <a:gd name="connsiteX5" fmla="*/ 341948 w 457200"/>
                      <a:gd name="connsiteY5" fmla="*/ 204788 h 495300"/>
                      <a:gd name="connsiteX6" fmla="*/ 459105 w 457200"/>
                      <a:gd name="connsiteY6" fmla="*/ 500063 h 4953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457200" h="495300">
                        <a:moveTo>
                          <a:pt x="459105" y="500063"/>
                        </a:moveTo>
                        <a:lnTo>
                          <a:pt x="198120" y="358140"/>
                        </a:lnTo>
                        <a:cubicBezTo>
                          <a:pt x="179070" y="224790"/>
                          <a:pt x="140017" y="126683"/>
                          <a:pt x="80963" y="62865"/>
                        </a:cubicBezTo>
                        <a:cubicBezTo>
                          <a:pt x="57150" y="38100"/>
                          <a:pt x="30480" y="17145"/>
                          <a:pt x="0" y="0"/>
                        </a:cubicBezTo>
                        <a:lnTo>
                          <a:pt x="260985" y="141923"/>
                        </a:lnTo>
                        <a:cubicBezTo>
                          <a:pt x="291465" y="158115"/>
                          <a:pt x="318135" y="179070"/>
                          <a:pt x="341948" y="204788"/>
                        </a:cubicBezTo>
                        <a:cubicBezTo>
                          <a:pt x="401955" y="268605"/>
                          <a:pt x="441008" y="366713"/>
                          <a:pt x="459105" y="500063"/>
                        </a:cubicBezTo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3" name="Freeform: Shape 72">
                    <a:extLst>
                      <a:ext uri="{FF2B5EF4-FFF2-40B4-BE49-F238E27FC236}">
                        <a16:creationId xmlns:a16="http://schemas.microsoft.com/office/drawing/2014/main" xmlns="" id="{AD847D27-5E4A-4825-9586-C0C8432BE2B8}"/>
                      </a:ext>
                    </a:extLst>
                  </p:cNvPr>
                  <p:cNvSpPr/>
                  <p:nvPr/>
                </p:nvSpPr>
                <p:spPr>
                  <a:xfrm>
                    <a:off x="2541356" y="3138780"/>
                    <a:ext cx="428625" cy="200026"/>
                  </a:xfrm>
                  <a:custGeom>
                    <a:avLst/>
                    <a:gdLst>
                      <a:gd name="connsiteX0" fmla="*/ 0 w 428625"/>
                      <a:gd name="connsiteY0" fmla="*/ 0 h 200026"/>
                      <a:gd name="connsiteX1" fmla="*/ 17145 w 428625"/>
                      <a:gd name="connsiteY1" fmla="*/ 8573 h 200026"/>
                      <a:gd name="connsiteX2" fmla="*/ 109538 w 428625"/>
                      <a:gd name="connsiteY2" fmla="*/ 44768 h 200026"/>
                      <a:gd name="connsiteX3" fmla="*/ 370023 w 428625"/>
                      <a:gd name="connsiteY3" fmla="*/ 186418 h 200026"/>
                      <a:gd name="connsiteX4" fmla="*/ 110490 w 428625"/>
                      <a:gd name="connsiteY4" fmla="*/ 44768 h 200026"/>
                      <a:gd name="connsiteX5" fmla="*/ 168592 w 428625"/>
                      <a:gd name="connsiteY5" fmla="*/ 59056 h 200026"/>
                      <a:gd name="connsiteX6" fmla="*/ 428625 w 428625"/>
                      <a:gd name="connsiteY6" fmla="*/ 200026 h 200026"/>
                      <a:gd name="connsiteX7" fmla="*/ 370523 w 428625"/>
                      <a:gd name="connsiteY7" fmla="*/ 186691 h 200026"/>
                      <a:gd name="connsiteX8" fmla="*/ 370517 w 428625"/>
                      <a:gd name="connsiteY8" fmla="*/ 186688 h 200026"/>
                      <a:gd name="connsiteX9" fmla="*/ 278130 w 428625"/>
                      <a:gd name="connsiteY9" fmla="*/ 150495 h 200026"/>
                      <a:gd name="connsiteX10" fmla="*/ 260985 w 428625"/>
                      <a:gd name="connsiteY10" fmla="*/ 141923 h 2000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28625" h="200026">
                        <a:moveTo>
                          <a:pt x="0" y="0"/>
                        </a:moveTo>
                        <a:cubicBezTo>
                          <a:pt x="5715" y="2858"/>
                          <a:pt x="11430" y="5715"/>
                          <a:pt x="17145" y="8573"/>
                        </a:cubicBezTo>
                        <a:cubicBezTo>
                          <a:pt x="44767" y="21908"/>
                          <a:pt x="75248" y="34290"/>
                          <a:pt x="109538" y="44768"/>
                        </a:cubicBezTo>
                        <a:lnTo>
                          <a:pt x="370023" y="186418"/>
                        </a:lnTo>
                        <a:lnTo>
                          <a:pt x="110490" y="44768"/>
                        </a:lnTo>
                        <a:lnTo>
                          <a:pt x="168592" y="59056"/>
                        </a:lnTo>
                        <a:lnTo>
                          <a:pt x="428625" y="200026"/>
                        </a:lnTo>
                        <a:lnTo>
                          <a:pt x="370523" y="186691"/>
                        </a:lnTo>
                        <a:lnTo>
                          <a:pt x="370517" y="186688"/>
                        </a:lnTo>
                        <a:lnTo>
                          <a:pt x="278130" y="150495"/>
                        </a:lnTo>
                        <a:cubicBezTo>
                          <a:pt x="272415" y="147638"/>
                          <a:pt x="266700" y="144780"/>
                          <a:pt x="260985" y="141923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4" name="Freeform: Shape 73">
                    <a:extLst>
                      <a:ext uri="{FF2B5EF4-FFF2-40B4-BE49-F238E27FC236}">
                        <a16:creationId xmlns:a16="http://schemas.microsoft.com/office/drawing/2014/main" xmlns="" id="{FBC8F3F7-E7EA-4E0C-82B1-9EB91449D661}"/>
                      </a:ext>
                    </a:extLst>
                  </p:cNvPr>
                  <p:cNvSpPr/>
                  <p:nvPr/>
                </p:nvSpPr>
                <p:spPr>
                  <a:xfrm>
                    <a:off x="2969883" y="1938632"/>
                    <a:ext cx="618767" cy="219303"/>
                  </a:xfrm>
                  <a:custGeom>
                    <a:avLst/>
                    <a:gdLst>
                      <a:gd name="connsiteX0" fmla="*/ 323751 w 603786"/>
                      <a:gd name="connsiteY0" fmla="*/ 66771 h 218219"/>
                      <a:gd name="connsiteX1" fmla="*/ 342801 w 603786"/>
                      <a:gd name="connsiteY1" fmla="*/ 76296 h 218219"/>
                      <a:gd name="connsiteX2" fmla="*/ 603786 w 603786"/>
                      <a:gd name="connsiteY2" fmla="*/ 218219 h 218219"/>
                      <a:gd name="connsiteX3" fmla="*/ 584736 w 603786"/>
                      <a:gd name="connsiteY3" fmla="*/ 208694 h 218219"/>
                      <a:gd name="connsiteX4" fmla="*/ 0 w 603786"/>
                      <a:gd name="connsiteY4" fmla="*/ 0 h 218219"/>
                      <a:gd name="connsiteX5" fmla="*/ 100965 w 603786"/>
                      <a:gd name="connsiteY5" fmla="*/ 2857 h 218219"/>
                      <a:gd name="connsiteX6" fmla="*/ 102772 w 603786"/>
                      <a:gd name="connsiteY6" fmla="*/ 3833 h 218219"/>
                      <a:gd name="connsiteX7" fmla="*/ 214213 w 603786"/>
                      <a:gd name="connsiteY7" fmla="*/ 22860 h 218219"/>
                      <a:gd name="connsiteX8" fmla="*/ 236092 w 603786"/>
                      <a:gd name="connsiteY8" fmla="*/ 34757 h 218219"/>
                      <a:gd name="connsiteX9" fmla="*/ 323751 w 603786"/>
                      <a:gd name="connsiteY9" fmla="*/ 66772 h 218219"/>
                      <a:gd name="connsiteX10" fmla="*/ 584736 w 603786"/>
                      <a:gd name="connsiteY10" fmla="*/ 208695 h 218219"/>
                      <a:gd name="connsiteX11" fmla="*/ 475198 w 603786"/>
                      <a:gd name="connsiteY11" fmla="*/ 168690 h 218219"/>
                      <a:gd name="connsiteX12" fmla="*/ 464489 w 603786"/>
                      <a:gd name="connsiteY12" fmla="*/ 162866 h 218219"/>
                      <a:gd name="connsiteX13" fmla="*/ 358041 w 603786"/>
                      <a:gd name="connsiteY13" fmla="*/ 143827 h 218219"/>
                      <a:gd name="connsiteX14" fmla="*/ 357901 w 603786"/>
                      <a:gd name="connsiteY14" fmla="*/ 143751 h 218219"/>
                      <a:gd name="connsiteX15" fmla="*/ 260033 w 603786"/>
                      <a:gd name="connsiteY15" fmla="*/ 141922 h 218219"/>
                      <a:gd name="connsiteX0" fmla="*/ 323751 w 603786"/>
                      <a:gd name="connsiteY0" fmla="*/ 66771 h 218219"/>
                      <a:gd name="connsiteX1" fmla="*/ 342801 w 603786"/>
                      <a:gd name="connsiteY1" fmla="*/ 76296 h 218219"/>
                      <a:gd name="connsiteX2" fmla="*/ 603786 w 603786"/>
                      <a:gd name="connsiteY2" fmla="*/ 218219 h 218219"/>
                      <a:gd name="connsiteX3" fmla="*/ 584736 w 603786"/>
                      <a:gd name="connsiteY3" fmla="*/ 208694 h 218219"/>
                      <a:gd name="connsiteX4" fmla="*/ 323751 w 603786"/>
                      <a:gd name="connsiteY4" fmla="*/ 66771 h 218219"/>
                      <a:gd name="connsiteX5" fmla="*/ 0 w 603786"/>
                      <a:gd name="connsiteY5" fmla="*/ 0 h 218219"/>
                      <a:gd name="connsiteX6" fmla="*/ 100965 w 603786"/>
                      <a:gd name="connsiteY6" fmla="*/ 2857 h 218219"/>
                      <a:gd name="connsiteX7" fmla="*/ 102772 w 603786"/>
                      <a:gd name="connsiteY7" fmla="*/ 3833 h 218219"/>
                      <a:gd name="connsiteX8" fmla="*/ 214213 w 603786"/>
                      <a:gd name="connsiteY8" fmla="*/ 22860 h 218219"/>
                      <a:gd name="connsiteX9" fmla="*/ 323751 w 603786"/>
                      <a:gd name="connsiteY9" fmla="*/ 66772 h 218219"/>
                      <a:gd name="connsiteX10" fmla="*/ 584736 w 603786"/>
                      <a:gd name="connsiteY10" fmla="*/ 208695 h 218219"/>
                      <a:gd name="connsiteX11" fmla="*/ 475198 w 603786"/>
                      <a:gd name="connsiteY11" fmla="*/ 168690 h 218219"/>
                      <a:gd name="connsiteX12" fmla="*/ 464489 w 603786"/>
                      <a:gd name="connsiteY12" fmla="*/ 162866 h 218219"/>
                      <a:gd name="connsiteX13" fmla="*/ 358041 w 603786"/>
                      <a:gd name="connsiteY13" fmla="*/ 143827 h 218219"/>
                      <a:gd name="connsiteX14" fmla="*/ 357901 w 603786"/>
                      <a:gd name="connsiteY14" fmla="*/ 143751 h 218219"/>
                      <a:gd name="connsiteX15" fmla="*/ 260033 w 603786"/>
                      <a:gd name="connsiteY15" fmla="*/ 141922 h 218219"/>
                      <a:gd name="connsiteX16" fmla="*/ 0 w 603786"/>
                      <a:gd name="connsiteY16" fmla="*/ 0 h 218219"/>
                      <a:gd name="connsiteX0" fmla="*/ 323751 w 603786"/>
                      <a:gd name="connsiteY0" fmla="*/ 66771 h 218219"/>
                      <a:gd name="connsiteX1" fmla="*/ 603786 w 603786"/>
                      <a:gd name="connsiteY1" fmla="*/ 218219 h 218219"/>
                      <a:gd name="connsiteX2" fmla="*/ 584736 w 603786"/>
                      <a:gd name="connsiteY2" fmla="*/ 208694 h 218219"/>
                      <a:gd name="connsiteX3" fmla="*/ 323751 w 603786"/>
                      <a:gd name="connsiteY3" fmla="*/ 66771 h 218219"/>
                      <a:gd name="connsiteX4" fmla="*/ 0 w 603786"/>
                      <a:gd name="connsiteY4" fmla="*/ 0 h 218219"/>
                      <a:gd name="connsiteX5" fmla="*/ 100965 w 603786"/>
                      <a:gd name="connsiteY5" fmla="*/ 2857 h 218219"/>
                      <a:gd name="connsiteX6" fmla="*/ 102772 w 603786"/>
                      <a:gd name="connsiteY6" fmla="*/ 3833 h 218219"/>
                      <a:gd name="connsiteX7" fmla="*/ 214213 w 603786"/>
                      <a:gd name="connsiteY7" fmla="*/ 22860 h 218219"/>
                      <a:gd name="connsiteX8" fmla="*/ 323751 w 603786"/>
                      <a:gd name="connsiteY8" fmla="*/ 66772 h 218219"/>
                      <a:gd name="connsiteX9" fmla="*/ 584736 w 603786"/>
                      <a:gd name="connsiteY9" fmla="*/ 208695 h 218219"/>
                      <a:gd name="connsiteX10" fmla="*/ 475198 w 603786"/>
                      <a:gd name="connsiteY10" fmla="*/ 168690 h 218219"/>
                      <a:gd name="connsiteX11" fmla="*/ 464489 w 603786"/>
                      <a:gd name="connsiteY11" fmla="*/ 162866 h 218219"/>
                      <a:gd name="connsiteX12" fmla="*/ 358041 w 603786"/>
                      <a:gd name="connsiteY12" fmla="*/ 143827 h 218219"/>
                      <a:gd name="connsiteX13" fmla="*/ 357901 w 603786"/>
                      <a:gd name="connsiteY13" fmla="*/ 143751 h 218219"/>
                      <a:gd name="connsiteX14" fmla="*/ 260033 w 603786"/>
                      <a:gd name="connsiteY14" fmla="*/ 141922 h 218219"/>
                      <a:gd name="connsiteX15" fmla="*/ 0 w 603786"/>
                      <a:gd name="connsiteY15" fmla="*/ 0 h 218219"/>
                      <a:gd name="connsiteX0" fmla="*/ 323751 w 584736"/>
                      <a:gd name="connsiteY0" fmla="*/ 66771 h 208695"/>
                      <a:gd name="connsiteX1" fmla="*/ 584736 w 584736"/>
                      <a:gd name="connsiteY1" fmla="*/ 208694 h 208695"/>
                      <a:gd name="connsiteX2" fmla="*/ 323751 w 584736"/>
                      <a:gd name="connsiteY2" fmla="*/ 66771 h 208695"/>
                      <a:gd name="connsiteX3" fmla="*/ 0 w 584736"/>
                      <a:gd name="connsiteY3" fmla="*/ 0 h 208695"/>
                      <a:gd name="connsiteX4" fmla="*/ 100965 w 584736"/>
                      <a:gd name="connsiteY4" fmla="*/ 2857 h 208695"/>
                      <a:gd name="connsiteX5" fmla="*/ 102772 w 584736"/>
                      <a:gd name="connsiteY5" fmla="*/ 3833 h 208695"/>
                      <a:gd name="connsiteX6" fmla="*/ 214213 w 584736"/>
                      <a:gd name="connsiteY6" fmla="*/ 22860 h 208695"/>
                      <a:gd name="connsiteX7" fmla="*/ 323751 w 584736"/>
                      <a:gd name="connsiteY7" fmla="*/ 66772 h 208695"/>
                      <a:gd name="connsiteX8" fmla="*/ 584736 w 584736"/>
                      <a:gd name="connsiteY8" fmla="*/ 208695 h 208695"/>
                      <a:gd name="connsiteX9" fmla="*/ 475198 w 584736"/>
                      <a:gd name="connsiteY9" fmla="*/ 168690 h 208695"/>
                      <a:gd name="connsiteX10" fmla="*/ 464489 w 584736"/>
                      <a:gd name="connsiteY10" fmla="*/ 162866 h 208695"/>
                      <a:gd name="connsiteX11" fmla="*/ 358041 w 584736"/>
                      <a:gd name="connsiteY11" fmla="*/ 143827 h 208695"/>
                      <a:gd name="connsiteX12" fmla="*/ 357901 w 584736"/>
                      <a:gd name="connsiteY12" fmla="*/ 143751 h 208695"/>
                      <a:gd name="connsiteX13" fmla="*/ 260033 w 584736"/>
                      <a:gd name="connsiteY13" fmla="*/ 141922 h 208695"/>
                      <a:gd name="connsiteX14" fmla="*/ 0 w 584736"/>
                      <a:gd name="connsiteY14" fmla="*/ 0 h 208695"/>
                      <a:gd name="connsiteX0" fmla="*/ 323751 w 615997"/>
                      <a:gd name="connsiteY0" fmla="*/ 66771 h 216510"/>
                      <a:gd name="connsiteX1" fmla="*/ 584736 w 615997"/>
                      <a:gd name="connsiteY1" fmla="*/ 208694 h 216510"/>
                      <a:gd name="connsiteX2" fmla="*/ 323751 w 615997"/>
                      <a:gd name="connsiteY2" fmla="*/ 66771 h 216510"/>
                      <a:gd name="connsiteX3" fmla="*/ 0 w 615997"/>
                      <a:gd name="connsiteY3" fmla="*/ 0 h 216510"/>
                      <a:gd name="connsiteX4" fmla="*/ 100965 w 615997"/>
                      <a:gd name="connsiteY4" fmla="*/ 2857 h 216510"/>
                      <a:gd name="connsiteX5" fmla="*/ 102772 w 615997"/>
                      <a:gd name="connsiteY5" fmla="*/ 3833 h 216510"/>
                      <a:gd name="connsiteX6" fmla="*/ 214213 w 615997"/>
                      <a:gd name="connsiteY6" fmla="*/ 22860 h 216510"/>
                      <a:gd name="connsiteX7" fmla="*/ 323751 w 615997"/>
                      <a:gd name="connsiteY7" fmla="*/ 66772 h 216510"/>
                      <a:gd name="connsiteX8" fmla="*/ 615997 w 615997"/>
                      <a:gd name="connsiteY8" fmla="*/ 216510 h 216510"/>
                      <a:gd name="connsiteX9" fmla="*/ 475198 w 615997"/>
                      <a:gd name="connsiteY9" fmla="*/ 168690 h 216510"/>
                      <a:gd name="connsiteX10" fmla="*/ 464489 w 615997"/>
                      <a:gd name="connsiteY10" fmla="*/ 162866 h 216510"/>
                      <a:gd name="connsiteX11" fmla="*/ 358041 w 615997"/>
                      <a:gd name="connsiteY11" fmla="*/ 143827 h 216510"/>
                      <a:gd name="connsiteX12" fmla="*/ 357901 w 615997"/>
                      <a:gd name="connsiteY12" fmla="*/ 143751 h 216510"/>
                      <a:gd name="connsiteX13" fmla="*/ 260033 w 615997"/>
                      <a:gd name="connsiteY13" fmla="*/ 141922 h 216510"/>
                      <a:gd name="connsiteX14" fmla="*/ 0 w 615997"/>
                      <a:gd name="connsiteY14" fmla="*/ 0 h 216510"/>
                      <a:gd name="connsiteX0" fmla="*/ 323751 w 618767"/>
                      <a:gd name="connsiteY0" fmla="*/ 66771 h 219303"/>
                      <a:gd name="connsiteX1" fmla="*/ 584736 w 618767"/>
                      <a:gd name="connsiteY1" fmla="*/ 208694 h 219303"/>
                      <a:gd name="connsiteX2" fmla="*/ 323751 w 618767"/>
                      <a:gd name="connsiteY2" fmla="*/ 66771 h 219303"/>
                      <a:gd name="connsiteX3" fmla="*/ 0 w 618767"/>
                      <a:gd name="connsiteY3" fmla="*/ 0 h 219303"/>
                      <a:gd name="connsiteX4" fmla="*/ 100965 w 618767"/>
                      <a:gd name="connsiteY4" fmla="*/ 2857 h 219303"/>
                      <a:gd name="connsiteX5" fmla="*/ 102772 w 618767"/>
                      <a:gd name="connsiteY5" fmla="*/ 3833 h 219303"/>
                      <a:gd name="connsiteX6" fmla="*/ 214213 w 618767"/>
                      <a:gd name="connsiteY6" fmla="*/ 22860 h 219303"/>
                      <a:gd name="connsiteX7" fmla="*/ 323751 w 618767"/>
                      <a:gd name="connsiteY7" fmla="*/ 66772 h 219303"/>
                      <a:gd name="connsiteX8" fmla="*/ 615997 w 618767"/>
                      <a:gd name="connsiteY8" fmla="*/ 216510 h 219303"/>
                      <a:gd name="connsiteX9" fmla="*/ 464489 w 618767"/>
                      <a:gd name="connsiteY9" fmla="*/ 162866 h 219303"/>
                      <a:gd name="connsiteX10" fmla="*/ 358041 w 618767"/>
                      <a:gd name="connsiteY10" fmla="*/ 143827 h 219303"/>
                      <a:gd name="connsiteX11" fmla="*/ 357901 w 618767"/>
                      <a:gd name="connsiteY11" fmla="*/ 143751 h 219303"/>
                      <a:gd name="connsiteX12" fmla="*/ 260033 w 618767"/>
                      <a:gd name="connsiteY12" fmla="*/ 141922 h 219303"/>
                      <a:gd name="connsiteX13" fmla="*/ 0 w 618767"/>
                      <a:gd name="connsiteY13" fmla="*/ 0 h 219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618767" h="219303">
                        <a:moveTo>
                          <a:pt x="323751" y="66771"/>
                        </a:moveTo>
                        <a:lnTo>
                          <a:pt x="584736" y="208694"/>
                        </a:lnTo>
                        <a:lnTo>
                          <a:pt x="323751" y="66771"/>
                        </a:lnTo>
                        <a:close/>
                        <a:moveTo>
                          <a:pt x="0" y="0"/>
                        </a:moveTo>
                        <a:lnTo>
                          <a:pt x="100965" y="2857"/>
                        </a:lnTo>
                        <a:lnTo>
                          <a:pt x="102772" y="3833"/>
                        </a:lnTo>
                        <a:lnTo>
                          <a:pt x="214213" y="22860"/>
                        </a:lnTo>
                        <a:lnTo>
                          <a:pt x="323751" y="66772"/>
                        </a:lnTo>
                        <a:lnTo>
                          <a:pt x="615997" y="216510"/>
                        </a:lnTo>
                        <a:cubicBezTo>
                          <a:pt x="639453" y="232526"/>
                          <a:pt x="507482" y="174980"/>
                          <a:pt x="464489" y="162866"/>
                        </a:cubicBezTo>
                        <a:lnTo>
                          <a:pt x="358041" y="143827"/>
                        </a:lnTo>
                        <a:cubicBezTo>
                          <a:pt x="357994" y="143802"/>
                          <a:pt x="357948" y="143776"/>
                          <a:pt x="357901" y="143751"/>
                        </a:cubicBezTo>
                        <a:lnTo>
                          <a:pt x="260033" y="14192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5" name="Freeform: Shape 74">
                    <a:extLst>
                      <a:ext uri="{FF2B5EF4-FFF2-40B4-BE49-F238E27FC236}">
                        <a16:creationId xmlns:a16="http://schemas.microsoft.com/office/drawing/2014/main" xmlns="" id="{75F4C58D-06F2-4C1A-9546-C42BED8D3EDF}"/>
                      </a:ext>
                    </a:extLst>
                  </p:cNvPr>
                  <p:cNvSpPr/>
                  <p:nvPr/>
                </p:nvSpPr>
                <p:spPr>
                  <a:xfrm>
                    <a:off x="2709948" y="2277720"/>
                    <a:ext cx="257175" cy="1066800"/>
                  </a:xfrm>
                  <a:custGeom>
                    <a:avLst/>
                    <a:gdLst>
                      <a:gd name="connsiteX0" fmla="*/ 260033 w 257175"/>
                      <a:gd name="connsiteY0" fmla="*/ 1070610 h 1066800"/>
                      <a:gd name="connsiteX1" fmla="*/ 0 w 257175"/>
                      <a:gd name="connsiteY1" fmla="*/ 929640 h 1066800"/>
                      <a:gd name="connsiteX2" fmla="*/ 1905 w 257175"/>
                      <a:gd name="connsiteY2" fmla="*/ 0 h 1066800"/>
                      <a:gd name="connsiteX3" fmla="*/ 261938 w 257175"/>
                      <a:gd name="connsiteY3" fmla="*/ 141922 h 10668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257175" h="1066800">
                        <a:moveTo>
                          <a:pt x="260033" y="1070610"/>
                        </a:moveTo>
                        <a:lnTo>
                          <a:pt x="0" y="929640"/>
                        </a:lnTo>
                        <a:lnTo>
                          <a:pt x="1905" y="0"/>
                        </a:lnTo>
                        <a:lnTo>
                          <a:pt x="261938" y="141922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6" name="Freeform: Shape 75">
                    <a:extLst>
                      <a:ext uri="{FF2B5EF4-FFF2-40B4-BE49-F238E27FC236}">
                        <a16:creationId xmlns:a16="http://schemas.microsoft.com/office/drawing/2014/main" xmlns="" id="{9A7E2375-9395-4B49-ABD1-CCE9CD9DDE09}"/>
                      </a:ext>
                    </a:extLst>
                  </p:cNvPr>
                  <p:cNvSpPr/>
                  <p:nvPr/>
                </p:nvSpPr>
                <p:spPr>
                  <a:xfrm>
                    <a:off x="2708898" y="1774680"/>
                    <a:ext cx="521969" cy="178118"/>
                  </a:xfrm>
                  <a:custGeom>
                    <a:avLst/>
                    <a:gdLst>
                      <a:gd name="connsiteX0" fmla="*/ 230505 w 521970"/>
                      <a:gd name="connsiteY0" fmla="*/ 2858 h 178118"/>
                      <a:gd name="connsiteX1" fmla="*/ 490537 w 521970"/>
                      <a:gd name="connsiteY1" fmla="*/ 144781 h 178118"/>
                      <a:gd name="connsiteX2" fmla="*/ 302895 w 521970"/>
                      <a:gd name="connsiteY2" fmla="*/ 172403 h 178118"/>
                      <a:gd name="connsiteX3" fmla="*/ 260032 w 521970"/>
                      <a:gd name="connsiteY3" fmla="*/ 178118 h 178118"/>
                      <a:gd name="connsiteX4" fmla="*/ 0 w 521970"/>
                      <a:gd name="connsiteY4" fmla="*/ 37148 h 178118"/>
                      <a:gd name="connsiteX5" fmla="*/ 41910 w 521970"/>
                      <a:gd name="connsiteY5" fmla="*/ 30480 h 178118"/>
                      <a:gd name="connsiteX6" fmla="*/ 41912 w 521970"/>
                      <a:gd name="connsiteY6" fmla="*/ 30481 h 178118"/>
                      <a:gd name="connsiteX7" fmla="*/ 260985 w 521970"/>
                      <a:gd name="connsiteY7" fmla="*/ 0 h 178118"/>
                      <a:gd name="connsiteX8" fmla="*/ 521970 w 521970"/>
                      <a:gd name="connsiteY8" fmla="*/ 141923 h 178118"/>
                      <a:gd name="connsiteX9" fmla="*/ 490537 w 521970"/>
                      <a:gd name="connsiteY9" fmla="*/ 144780 h 178118"/>
                      <a:gd name="connsiteX10" fmla="*/ 230505 w 521970"/>
                      <a:gd name="connsiteY10" fmla="*/ 2858 h 1781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521970" h="178118">
                        <a:moveTo>
                          <a:pt x="230505" y="2858"/>
                        </a:moveTo>
                        <a:lnTo>
                          <a:pt x="490537" y="144781"/>
                        </a:lnTo>
                        <a:lnTo>
                          <a:pt x="302895" y="172403"/>
                        </a:lnTo>
                        <a:lnTo>
                          <a:pt x="260032" y="178118"/>
                        </a:lnTo>
                        <a:lnTo>
                          <a:pt x="0" y="37148"/>
                        </a:lnTo>
                        <a:lnTo>
                          <a:pt x="41910" y="30480"/>
                        </a:lnTo>
                        <a:lnTo>
                          <a:pt x="41912" y="30481"/>
                        </a:lnTo>
                        <a:close/>
                        <a:moveTo>
                          <a:pt x="260985" y="0"/>
                        </a:moveTo>
                        <a:lnTo>
                          <a:pt x="521970" y="141923"/>
                        </a:lnTo>
                        <a:lnTo>
                          <a:pt x="490537" y="144780"/>
                        </a:lnTo>
                        <a:lnTo>
                          <a:pt x="230505" y="2858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95000"/>
                    </a:schemeClr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</p:grpSp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xmlns="" id="{1454EABB-6CD6-439A-B02B-6EDF30909757}"/>
                    </a:ext>
                  </a:extLst>
                </p:cNvPr>
                <p:cNvSpPr/>
                <p:nvPr/>
              </p:nvSpPr>
              <p:spPr>
                <a:xfrm>
                  <a:off x="12579689" y="4661548"/>
                  <a:ext cx="730421" cy="1493305"/>
                </a:xfrm>
                <a:custGeom>
                  <a:avLst/>
                  <a:gdLst>
                    <a:gd name="connsiteX0" fmla="*/ 1669733 w 1714500"/>
                    <a:gd name="connsiteY0" fmla="*/ 1870710 h 3505200"/>
                    <a:gd name="connsiteX1" fmla="*/ 1720215 w 1714500"/>
                    <a:gd name="connsiteY1" fmla="*/ 2166938 h 3505200"/>
                    <a:gd name="connsiteX2" fmla="*/ 1507808 w 1714500"/>
                    <a:gd name="connsiteY2" fmla="*/ 2795588 h 3505200"/>
                    <a:gd name="connsiteX3" fmla="*/ 1121093 w 1714500"/>
                    <a:gd name="connsiteY3" fmla="*/ 3084195 h 3505200"/>
                    <a:gd name="connsiteX4" fmla="*/ 991553 w 1714500"/>
                    <a:gd name="connsiteY4" fmla="*/ 3120390 h 3505200"/>
                    <a:gd name="connsiteX5" fmla="*/ 990600 w 1714500"/>
                    <a:gd name="connsiteY5" fmla="*/ 3466148 h 3505200"/>
                    <a:gd name="connsiteX6" fmla="*/ 960120 w 1714500"/>
                    <a:gd name="connsiteY6" fmla="*/ 3470910 h 3505200"/>
                    <a:gd name="connsiteX7" fmla="*/ 772478 w 1714500"/>
                    <a:gd name="connsiteY7" fmla="*/ 3505200 h 3505200"/>
                    <a:gd name="connsiteX8" fmla="*/ 729615 w 1714500"/>
                    <a:gd name="connsiteY8" fmla="*/ 3503295 h 3505200"/>
                    <a:gd name="connsiteX9" fmla="*/ 730568 w 1714500"/>
                    <a:gd name="connsiteY9" fmla="*/ 3158490 h 3505200"/>
                    <a:gd name="connsiteX10" fmla="*/ 659130 w 1714500"/>
                    <a:gd name="connsiteY10" fmla="*/ 3156585 h 3505200"/>
                    <a:gd name="connsiteX11" fmla="*/ 383858 w 1714500"/>
                    <a:gd name="connsiteY11" fmla="*/ 3098483 h 3505200"/>
                    <a:gd name="connsiteX12" fmla="*/ 125730 w 1714500"/>
                    <a:gd name="connsiteY12" fmla="*/ 2865120 h 3505200"/>
                    <a:gd name="connsiteX13" fmla="*/ 0 w 1714500"/>
                    <a:gd name="connsiteY13" fmla="*/ 2427923 h 3505200"/>
                    <a:gd name="connsiteX14" fmla="*/ 320993 w 1714500"/>
                    <a:gd name="connsiteY14" fmla="*/ 2317433 h 3505200"/>
                    <a:gd name="connsiteX15" fmla="*/ 451485 w 1714500"/>
                    <a:gd name="connsiteY15" fmla="*/ 2707958 h 3505200"/>
                    <a:gd name="connsiteX16" fmla="*/ 682943 w 1714500"/>
                    <a:gd name="connsiteY16" fmla="*/ 2860358 h 3505200"/>
                    <a:gd name="connsiteX17" fmla="*/ 730568 w 1714500"/>
                    <a:gd name="connsiteY17" fmla="*/ 2864168 h 3505200"/>
                    <a:gd name="connsiteX18" fmla="*/ 732473 w 1714500"/>
                    <a:gd name="connsiteY18" fmla="*/ 1761173 h 3505200"/>
                    <a:gd name="connsiteX19" fmla="*/ 576263 w 1714500"/>
                    <a:gd name="connsiteY19" fmla="*/ 1735455 h 3505200"/>
                    <a:gd name="connsiteX20" fmla="*/ 372428 w 1714500"/>
                    <a:gd name="connsiteY20" fmla="*/ 1660208 h 3505200"/>
                    <a:gd name="connsiteX21" fmla="*/ 138113 w 1714500"/>
                    <a:gd name="connsiteY21" fmla="*/ 1438275 h 3505200"/>
                    <a:gd name="connsiteX22" fmla="*/ 56198 w 1714500"/>
                    <a:gd name="connsiteY22" fmla="*/ 1079183 h 3505200"/>
                    <a:gd name="connsiteX23" fmla="*/ 298133 w 1714500"/>
                    <a:gd name="connsiteY23" fmla="*/ 448628 h 3505200"/>
                    <a:gd name="connsiteX24" fmla="*/ 628650 w 1714500"/>
                    <a:gd name="connsiteY24" fmla="*/ 239077 h 3505200"/>
                    <a:gd name="connsiteX25" fmla="*/ 735330 w 1714500"/>
                    <a:gd name="connsiteY25" fmla="*/ 206693 h 3505200"/>
                    <a:gd name="connsiteX26" fmla="*/ 735330 w 1714500"/>
                    <a:gd name="connsiteY26" fmla="*/ 36195 h 3505200"/>
                    <a:gd name="connsiteX27" fmla="*/ 778193 w 1714500"/>
                    <a:gd name="connsiteY27" fmla="*/ 30480 h 3505200"/>
                    <a:gd name="connsiteX28" fmla="*/ 965835 w 1714500"/>
                    <a:gd name="connsiteY28" fmla="*/ 2858 h 3505200"/>
                    <a:gd name="connsiteX29" fmla="*/ 996315 w 1714500"/>
                    <a:gd name="connsiteY29" fmla="*/ 0 h 3505200"/>
                    <a:gd name="connsiteX30" fmla="*/ 996315 w 1714500"/>
                    <a:gd name="connsiteY30" fmla="*/ 168593 h 3505200"/>
                    <a:gd name="connsiteX31" fmla="*/ 1097280 w 1714500"/>
                    <a:gd name="connsiteY31" fmla="*/ 171450 h 3505200"/>
                    <a:gd name="connsiteX32" fmla="*/ 1406843 w 1714500"/>
                    <a:gd name="connsiteY32" fmla="*/ 282893 h 3505200"/>
                    <a:gd name="connsiteX33" fmla="*/ 1657350 w 1714500"/>
                    <a:gd name="connsiteY33" fmla="*/ 763905 h 3505200"/>
                    <a:gd name="connsiteX34" fmla="*/ 1326833 w 1714500"/>
                    <a:gd name="connsiteY34" fmla="*/ 863918 h 3505200"/>
                    <a:gd name="connsiteX35" fmla="*/ 1209675 w 1714500"/>
                    <a:gd name="connsiteY35" fmla="*/ 568643 h 3505200"/>
                    <a:gd name="connsiteX36" fmla="*/ 1038225 w 1714500"/>
                    <a:gd name="connsiteY36" fmla="*/ 471488 h 3505200"/>
                    <a:gd name="connsiteX37" fmla="*/ 995363 w 1714500"/>
                    <a:gd name="connsiteY37" fmla="*/ 464820 h 3505200"/>
                    <a:gd name="connsiteX38" fmla="*/ 993458 w 1714500"/>
                    <a:gd name="connsiteY38" fmla="*/ 1460183 h 3505200"/>
                    <a:gd name="connsiteX39" fmla="*/ 1073468 w 1714500"/>
                    <a:gd name="connsiteY39" fmla="*/ 1471613 h 3505200"/>
                    <a:gd name="connsiteX40" fmla="*/ 1282065 w 1714500"/>
                    <a:gd name="connsiteY40" fmla="*/ 1513523 h 3505200"/>
                    <a:gd name="connsiteX41" fmla="*/ 1524953 w 1714500"/>
                    <a:gd name="connsiteY41" fmla="*/ 1651635 h 3505200"/>
                    <a:gd name="connsiteX42" fmla="*/ 1669733 w 1714500"/>
                    <a:gd name="connsiteY42" fmla="*/ 1870710 h 3505200"/>
                    <a:gd name="connsiteX43" fmla="*/ 1268730 w 1714500"/>
                    <a:gd name="connsiteY43" fmla="*/ 2624138 h 3505200"/>
                    <a:gd name="connsiteX44" fmla="*/ 1390650 w 1714500"/>
                    <a:gd name="connsiteY44" fmla="*/ 2236470 h 3505200"/>
                    <a:gd name="connsiteX45" fmla="*/ 1304925 w 1714500"/>
                    <a:gd name="connsiteY45" fmla="*/ 1945958 h 3505200"/>
                    <a:gd name="connsiteX46" fmla="*/ 1080135 w 1714500"/>
                    <a:gd name="connsiteY46" fmla="*/ 1820228 h 3505200"/>
                    <a:gd name="connsiteX47" fmla="*/ 992505 w 1714500"/>
                    <a:gd name="connsiteY47" fmla="*/ 1798320 h 3505200"/>
                    <a:gd name="connsiteX48" fmla="*/ 990600 w 1714500"/>
                    <a:gd name="connsiteY48" fmla="*/ 2830830 h 3505200"/>
                    <a:gd name="connsiteX49" fmla="*/ 1048703 w 1714500"/>
                    <a:gd name="connsiteY49" fmla="*/ 2808923 h 3505200"/>
                    <a:gd name="connsiteX50" fmla="*/ 1268730 w 1714500"/>
                    <a:gd name="connsiteY50" fmla="*/ 2624138 h 3505200"/>
                    <a:gd name="connsiteX51" fmla="*/ 732473 w 1714500"/>
                    <a:gd name="connsiteY51" fmla="*/ 1425893 h 3505200"/>
                    <a:gd name="connsiteX52" fmla="*/ 734378 w 1714500"/>
                    <a:gd name="connsiteY52" fmla="*/ 497205 h 3505200"/>
                    <a:gd name="connsiteX53" fmla="*/ 688658 w 1714500"/>
                    <a:gd name="connsiteY53" fmla="*/ 514350 h 3505200"/>
                    <a:gd name="connsiteX54" fmla="*/ 482917 w 1714500"/>
                    <a:gd name="connsiteY54" fmla="*/ 682943 h 3505200"/>
                    <a:gd name="connsiteX55" fmla="*/ 375285 w 1714500"/>
                    <a:gd name="connsiteY55" fmla="*/ 1006793 h 3505200"/>
                    <a:gd name="connsiteX56" fmla="*/ 465773 w 1714500"/>
                    <a:gd name="connsiteY56" fmla="*/ 1289685 h 3505200"/>
                    <a:gd name="connsiteX57" fmla="*/ 674370 w 1714500"/>
                    <a:gd name="connsiteY57" fmla="*/ 1411605 h 3505200"/>
                    <a:gd name="connsiteX58" fmla="*/ 732473 w 1714500"/>
                    <a:gd name="connsiteY58" fmla="*/ 1425893 h 35052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1714500" h="3505200">
                      <a:moveTo>
                        <a:pt x="1669733" y="1870710"/>
                      </a:moveTo>
                      <a:cubicBezTo>
                        <a:pt x="1703070" y="1959293"/>
                        <a:pt x="1720215" y="2058353"/>
                        <a:pt x="1720215" y="2166938"/>
                      </a:cubicBezTo>
                      <a:cubicBezTo>
                        <a:pt x="1720215" y="2406015"/>
                        <a:pt x="1648778" y="2615565"/>
                        <a:pt x="1507808" y="2795588"/>
                      </a:cubicBezTo>
                      <a:cubicBezTo>
                        <a:pt x="1402080" y="2930843"/>
                        <a:pt x="1273493" y="3027045"/>
                        <a:pt x="1121093" y="3084195"/>
                      </a:cubicBezTo>
                      <a:lnTo>
                        <a:pt x="991553" y="3120390"/>
                      </a:lnTo>
                      <a:lnTo>
                        <a:pt x="990600" y="3466148"/>
                      </a:lnTo>
                      <a:lnTo>
                        <a:pt x="960120" y="3470910"/>
                      </a:lnTo>
                      <a:lnTo>
                        <a:pt x="772478" y="3505200"/>
                      </a:lnTo>
                      <a:lnTo>
                        <a:pt x="729615" y="3503295"/>
                      </a:lnTo>
                      <a:lnTo>
                        <a:pt x="730568" y="3158490"/>
                      </a:lnTo>
                      <a:lnTo>
                        <a:pt x="659130" y="3156585"/>
                      </a:lnTo>
                      <a:cubicBezTo>
                        <a:pt x="550545" y="3148965"/>
                        <a:pt x="459105" y="3129915"/>
                        <a:pt x="383858" y="3098483"/>
                      </a:cubicBezTo>
                      <a:cubicBezTo>
                        <a:pt x="283845" y="3056573"/>
                        <a:pt x="198120" y="2979420"/>
                        <a:pt x="125730" y="2865120"/>
                      </a:cubicBezTo>
                      <a:cubicBezTo>
                        <a:pt x="53340" y="2750820"/>
                        <a:pt x="11430" y="2606040"/>
                        <a:pt x="0" y="2427923"/>
                      </a:cubicBezTo>
                      <a:lnTo>
                        <a:pt x="320993" y="2317433"/>
                      </a:lnTo>
                      <a:cubicBezTo>
                        <a:pt x="345758" y="2499360"/>
                        <a:pt x="388620" y="2629853"/>
                        <a:pt x="451485" y="2707958"/>
                      </a:cubicBezTo>
                      <a:cubicBezTo>
                        <a:pt x="519113" y="2790825"/>
                        <a:pt x="596265" y="2841308"/>
                        <a:pt x="682943" y="2860358"/>
                      </a:cubicBezTo>
                      <a:lnTo>
                        <a:pt x="730568" y="2864168"/>
                      </a:lnTo>
                      <a:lnTo>
                        <a:pt x="732473" y="1761173"/>
                      </a:lnTo>
                      <a:lnTo>
                        <a:pt x="576263" y="1735455"/>
                      </a:lnTo>
                      <a:cubicBezTo>
                        <a:pt x="509588" y="1717358"/>
                        <a:pt x="441008" y="1692593"/>
                        <a:pt x="372428" y="1660208"/>
                      </a:cubicBezTo>
                      <a:cubicBezTo>
                        <a:pt x="270510" y="1612583"/>
                        <a:pt x="192405" y="1539240"/>
                        <a:pt x="138113" y="1438275"/>
                      </a:cubicBezTo>
                      <a:cubicBezTo>
                        <a:pt x="82868" y="1337310"/>
                        <a:pt x="56198" y="1217295"/>
                        <a:pt x="56198" y="1079183"/>
                      </a:cubicBezTo>
                      <a:cubicBezTo>
                        <a:pt x="56198" y="833438"/>
                        <a:pt x="137160" y="622935"/>
                        <a:pt x="298133" y="448628"/>
                      </a:cubicBezTo>
                      <a:cubicBezTo>
                        <a:pt x="379095" y="360998"/>
                        <a:pt x="488633" y="290513"/>
                        <a:pt x="628650" y="239077"/>
                      </a:cubicBezTo>
                      <a:lnTo>
                        <a:pt x="735330" y="206693"/>
                      </a:lnTo>
                      <a:lnTo>
                        <a:pt x="735330" y="36195"/>
                      </a:lnTo>
                      <a:lnTo>
                        <a:pt x="778193" y="30480"/>
                      </a:lnTo>
                      <a:lnTo>
                        <a:pt x="965835" y="2858"/>
                      </a:lnTo>
                      <a:lnTo>
                        <a:pt x="996315" y="0"/>
                      </a:lnTo>
                      <a:lnTo>
                        <a:pt x="996315" y="168593"/>
                      </a:lnTo>
                      <a:lnTo>
                        <a:pt x="1097280" y="171450"/>
                      </a:lnTo>
                      <a:cubicBezTo>
                        <a:pt x="1222058" y="182880"/>
                        <a:pt x="1324928" y="220027"/>
                        <a:pt x="1406843" y="282893"/>
                      </a:cubicBezTo>
                      <a:cubicBezTo>
                        <a:pt x="1545908" y="388620"/>
                        <a:pt x="1629728" y="548640"/>
                        <a:pt x="1657350" y="763905"/>
                      </a:cubicBezTo>
                      <a:lnTo>
                        <a:pt x="1326833" y="863918"/>
                      </a:lnTo>
                      <a:cubicBezTo>
                        <a:pt x="1307783" y="730568"/>
                        <a:pt x="1268730" y="632460"/>
                        <a:pt x="1209675" y="568643"/>
                      </a:cubicBezTo>
                      <a:cubicBezTo>
                        <a:pt x="1164908" y="521017"/>
                        <a:pt x="1107758" y="488633"/>
                        <a:pt x="1038225" y="471488"/>
                      </a:cubicBezTo>
                      <a:lnTo>
                        <a:pt x="995363" y="464820"/>
                      </a:lnTo>
                      <a:lnTo>
                        <a:pt x="993458" y="1460183"/>
                      </a:lnTo>
                      <a:lnTo>
                        <a:pt x="1073468" y="1471613"/>
                      </a:lnTo>
                      <a:cubicBezTo>
                        <a:pt x="1173480" y="1486853"/>
                        <a:pt x="1243013" y="1500188"/>
                        <a:pt x="1282065" y="1513523"/>
                      </a:cubicBezTo>
                      <a:cubicBezTo>
                        <a:pt x="1381125" y="1546860"/>
                        <a:pt x="1462088" y="1592580"/>
                        <a:pt x="1524953" y="1651635"/>
                      </a:cubicBezTo>
                      <a:cubicBezTo>
                        <a:pt x="1587818" y="1708785"/>
                        <a:pt x="1635443" y="1782128"/>
                        <a:pt x="1669733" y="1870710"/>
                      </a:cubicBezTo>
                      <a:close/>
                      <a:moveTo>
                        <a:pt x="1268730" y="2624138"/>
                      </a:moveTo>
                      <a:cubicBezTo>
                        <a:pt x="1349693" y="2512695"/>
                        <a:pt x="1390650" y="2384108"/>
                        <a:pt x="1390650" y="2236470"/>
                      </a:cubicBezTo>
                      <a:cubicBezTo>
                        <a:pt x="1390650" y="2110740"/>
                        <a:pt x="1362075" y="2014538"/>
                        <a:pt x="1304925" y="1945958"/>
                      </a:cubicBezTo>
                      <a:cubicBezTo>
                        <a:pt x="1262063" y="1894523"/>
                        <a:pt x="1186815" y="1852613"/>
                        <a:pt x="1080135" y="1820228"/>
                      </a:cubicBezTo>
                      <a:lnTo>
                        <a:pt x="992505" y="1798320"/>
                      </a:lnTo>
                      <a:lnTo>
                        <a:pt x="990600" y="2830830"/>
                      </a:lnTo>
                      <a:lnTo>
                        <a:pt x="1048703" y="2808923"/>
                      </a:lnTo>
                      <a:cubicBezTo>
                        <a:pt x="1135380" y="2768918"/>
                        <a:pt x="1207770" y="2707005"/>
                        <a:pt x="1268730" y="2624138"/>
                      </a:cubicBezTo>
                      <a:moveTo>
                        <a:pt x="732473" y="1425893"/>
                      </a:moveTo>
                      <a:lnTo>
                        <a:pt x="734378" y="497205"/>
                      </a:lnTo>
                      <a:lnTo>
                        <a:pt x="688658" y="514350"/>
                      </a:lnTo>
                      <a:cubicBezTo>
                        <a:pt x="604838" y="554355"/>
                        <a:pt x="537210" y="609600"/>
                        <a:pt x="482917" y="682943"/>
                      </a:cubicBezTo>
                      <a:cubicBezTo>
                        <a:pt x="411480" y="780098"/>
                        <a:pt x="375285" y="887730"/>
                        <a:pt x="375285" y="1006793"/>
                      </a:cubicBezTo>
                      <a:cubicBezTo>
                        <a:pt x="375285" y="1124903"/>
                        <a:pt x="405765" y="1219200"/>
                        <a:pt x="465773" y="1289685"/>
                      </a:cubicBezTo>
                      <a:cubicBezTo>
                        <a:pt x="511492" y="1343025"/>
                        <a:pt x="581025" y="1383030"/>
                        <a:pt x="674370" y="1411605"/>
                      </a:cubicBezTo>
                      <a:lnTo>
                        <a:pt x="732473" y="1425893"/>
                      </a:lnTo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61" name="Group 60">
                  <a:extLst>
                    <a:ext uri="{FF2B5EF4-FFF2-40B4-BE49-F238E27FC236}">
                      <a16:creationId xmlns:a16="http://schemas.microsoft.com/office/drawing/2014/main" xmlns="" id="{52093950-B461-4544-9D34-057C941B61C5}"/>
                    </a:ext>
                  </a:extLst>
                </p:cNvPr>
                <p:cNvGrpSpPr/>
                <p:nvPr/>
              </p:nvGrpSpPr>
              <p:grpSpPr>
                <a:xfrm>
                  <a:off x="12470968" y="4620148"/>
                  <a:ext cx="435759" cy="1352099"/>
                  <a:chOff x="1968987" y="1811829"/>
                  <a:chExt cx="1022846" cy="3173751"/>
                </a:xfrm>
                <a:solidFill>
                  <a:schemeClr val="bg1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xmlns="" id="{966E3A86-B11A-4D7D-899D-2BB3579B0565}"/>
                      </a:ext>
                    </a:extLst>
                  </p:cNvPr>
                  <p:cNvSpPr/>
                  <p:nvPr/>
                </p:nvSpPr>
                <p:spPr>
                  <a:xfrm>
                    <a:off x="1975571" y="4195005"/>
                    <a:ext cx="600075" cy="790575"/>
                  </a:xfrm>
                  <a:custGeom>
                    <a:avLst/>
                    <a:gdLst>
                      <a:gd name="connsiteX0" fmla="*/ 601980 w 600075"/>
                      <a:gd name="connsiteY0" fmla="*/ 791528 h 790575"/>
                      <a:gd name="connsiteX1" fmla="*/ 340995 w 600075"/>
                      <a:gd name="connsiteY1" fmla="*/ 649605 h 790575"/>
                      <a:gd name="connsiteX2" fmla="*/ 125730 w 600075"/>
                      <a:gd name="connsiteY2" fmla="*/ 437197 h 790575"/>
                      <a:gd name="connsiteX3" fmla="*/ 0 w 600075"/>
                      <a:gd name="connsiteY3" fmla="*/ 0 h 790575"/>
                      <a:gd name="connsiteX4" fmla="*/ 260985 w 600075"/>
                      <a:gd name="connsiteY4" fmla="*/ 141922 h 790575"/>
                      <a:gd name="connsiteX5" fmla="*/ 386715 w 600075"/>
                      <a:gd name="connsiteY5" fmla="*/ 579120 h 790575"/>
                      <a:gd name="connsiteX6" fmla="*/ 601980 w 600075"/>
                      <a:gd name="connsiteY6" fmla="*/ 791528 h 7905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600075" h="790575">
                        <a:moveTo>
                          <a:pt x="601980" y="791528"/>
                        </a:moveTo>
                        <a:lnTo>
                          <a:pt x="340995" y="649605"/>
                        </a:lnTo>
                        <a:cubicBezTo>
                          <a:pt x="259080" y="604838"/>
                          <a:pt x="187643" y="534353"/>
                          <a:pt x="125730" y="437197"/>
                        </a:cubicBezTo>
                        <a:cubicBezTo>
                          <a:pt x="53340" y="323850"/>
                          <a:pt x="11430" y="178118"/>
                          <a:pt x="0" y="0"/>
                        </a:cubicBezTo>
                        <a:lnTo>
                          <a:pt x="260985" y="141922"/>
                        </a:lnTo>
                        <a:cubicBezTo>
                          <a:pt x="272415" y="319088"/>
                          <a:pt x="314325" y="464820"/>
                          <a:pt x="386715" y="579120"/>
                        </a:cubicBezTo>
                        <a:cubicBezTo>
                          <a:pt x="448628" y="676275"/>
                          <a:pt x="520065" y="747713"/>
                          <a:pt x="601980" y="791528"/>
                        </a:cubicBezTo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xmlns="" id="{B375DDF1-AA9E-43A0-A8DA-412ADFA996C3}"/>
                      </a:ext>
                    </a:extLst>
                  </p:cNvPr>
                  <p:cNvSpPr/>
                  <p:nvPr/>
                </p:nvSpPr>
                <p:spPr>
                  <a:xfrm>
                    <a:off x="1968987" y="4089376"/>
                    <a:ext cx="581026" cy="247649"/>
                  </a:xfrm>
                  <a:custGeom>
                    <a:avLst/>
                    <a:gdLst>
                      <a:gd name="connsiteX0" fmla="*/ 260985 w 581025"/>
                      <a:gd name="connsiteY0" fmla="*/ 251460 h 247650"/>
                      <a:gd name="connsiteX1" fmla="*/ 0 w 581025"/>
                      <a:gd name="connsiteY1" fmla="*/ 109538 h 247650"/>
                      <a:gd name="connsiteX2" fmla="*/ 320993 w 581025"/>
                      <a:gd name="connsiteY2" fmla="*/ 0 h 247650"/>
                      <a:gd name="connsiteX3" fmla="*/ 581978 w 581025"/>
                      <a:gd name="connsiteY3" fmla="*/ 140970 h 2476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581025" h="247650">
                        <a:moveTo>
                          <a:pt x="260985" y="251460"/>
                        </a:moveTo>
                        <a:lnTo>
                          <a:pt x="0" y="109538"/>
                        </a:lnTo>
                        <a:lnTo>
                          <a:pt x="320993" y="0"/>
                        </a:lnTo>
                        <a:lnTo>
                          <a:pt x="581978" y="140970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4" name="Freeform: Shape 63">
                    <a:extLst>
                      <a:ext uri="{FF2B5EF4-FFF2-40B4-BE49-F238E27FC236}">
                        <a16:creationId xmlns:a16="http://schemas.microsoft.com/office/drawing/2014/main" xmlns="" id="{6262C62E-87B3-4A38-8215-10B0952EB444}"/>
                      </a:ext>
                    </a:extLst>
                  </p:cNvPr>
                  <p:cNvSpPr/>
                  <p:nvPr/>
                </p:nvSpPr>
                <p:spPr>
                  <a:xfrm>
                    <a:off x="2051714" y="1973775"/>
                    <a:ext cx="940119" cy="1580196"/>
                  </a:xfrm>
                  <a:custGeom>
                    <a:avLst/>
                    <a:gdLst>
                      <a:gd name="connsiteX0" fmla="*/ 812750 w 940118"/>
                      <a:gd name="connsiteY0" fmla="*/ 163017 h 1580197"/>
                      <a:gd name="connsiteX1" fmla="*/ 812706 w 940118"/>
                      <a:gd name="connsiteY1" fmla="*/ 163034 h 1580197"/>
                      <a:gd name="connsiteX2" fmla="*/ 832937 w 940118"/>
                      <a:gd name="connsiteY2" fmla="*/ 174035 h 1580197"/>
                      <a:gd name="connsiteX3" fmla="*/ 679133 w 940118"/>
                      <a:gd name="connsiteY3" fmla="*/ 0 h 1580197"/>
                      <a:gd name="connsiteX4" fmla="*/ 940118 w 940118"/>
                      <a:gd name="connsiteY4" fmla="*/ 140970 h 1580197"/>
                      <a:gd name="connsiteX5" fmla="*/ 833438 w 940118"/>
                      <a:gd name="connsiteY5" fmla="*/ 174308 h 1580197"/>
                      <a:gd name="connsiteX6" fmla="*/ 833437 w 940118"/>
                      <a:gd name="connsiteY6" fmla="*/ 174308 h 1580197"/>
                      <a:gd name="connsiteX7" fmla="*/ 747299 w 940118"/>
                      <a:gd name="connsiteY7" fmla="*/ 210278 h 1580197"/>
                      <a:gd name="connsiteX8" fmla="*/ 747713 w 940118"/>
                      <a:gd name="connsiteY8" fmla="*/ 210503 h 1580197"/>
                      <a:gd name="connsiteX9" fmla="*/ 620078 w 940118"/>
                      <a:gd name="connsiteY9" fmla="*/ 282893 h 1580197"/>
                      <a:gd name="connsiteX10" fmla="*/ 592976 w 940118"/>
                      <a:gd name="connsiteY10" fmla="*/ 268101 h 1580197"/>
                      <a:gd name="connsiteX11" fmla="*/ 592932 w 940118"/>
                      <a:gd name="connsiteY11" fmla="*/ 268132 h 1580197"/>
                      <a:gd name="connsiteX12" fmla="*/ 620077 w 940118"/>
                      <a:gd name="connsiteY12" fmla="*/ 282893 h 1580197"/>
                      <a:gd name="connsiteX13" fmla="*/ 548076 w 940118"/>
                      <a:gd name="connsiteY13" fmla="*/ 339736 h 1580197"/>
                      <a:gd name="connsiteX14" fmla="*/ 548640 w 940118"/>
                      <a:gd name="connsiteY14" fmla="*/ 340043 h 1580197"/>
                      <a:gd name="connsiteX15" fmla="*/ 503873 w 940118"/>
                      <a:gd name="connsiteY15" fmla="*/ 383858 h 1580197"/>
                      <a:gd name="connsiteX16" fmla="*/ 488633 w 940118"/>
                      <a:gd name="connsiteY16" fmla="*/ 399098 h 1580197"/>
                      <a:gd name="connsiteX17" fmla="*/ 455232 w 940118"/>
                      <a:gd name="connsiteY17" fmla="*/ 380990 h 1580197"/>
                      <a:gd name="connsiteX18" fmla="*/ 454648 w 940118"/>
                      <a:gd name="connsiteY18" fmla="*/ 381569 h 1580197"/>
                      <a:gd name="connsiteX19" fmla="*/ 488633 w 940118"/>
                      <a:gd name="connsiteY19" fmla="*/ 400050 h 1580197"/>
                      <a:gd name="connsiteX20" fmla="*/ 422910 w 940118"/>
                      <a:gd name="connsiteY20" fmla="*/ 482918 h 1580197"/>
                      <a:gd name="connsiteX21" fmla="*/ 391243 w 940118"/>
                      <a:gd name="connsiteY21" fmla="*/ 465814 h 1580197"/>
                      <a:gd name="connsiteX22" fmla="*/ 390818 w 940118"/>
                      <a:gd name="connsiteY22" fmla="*/ 466419 h 1580197"/>
                      <a:gd name="connsiteX23" fmla="*/ 422910 w 940118"/>
                      <a:gd name="connsiteY23" fmla="*/ 483870 h 1580197"/>
                      <a:gd name="connsiteX24" fmla="*/ 367665 w 940118"/>
                      <a:gd name="connsiteY24" fmla="*/ 572453 h 1580197"/>
                      <a:gd name="connsiteX25" fmla="*/ 368618 w 940118"/>
                      <a:gd name="connsiteY25" fmla="*/ 573405 h 1580197"/>
                      <a:gd name="connsiteX26" fmla="*/ 317183 w 940118"/>
                      <a:gd name="connsiteY26" fmla="*/ 684847 h 1580197"/>
                      <a:gd name="connsiteX27" fmla="*/ 305241 w 940118"/>
                      <a:gd name="connsiteY27" fmla="*/ 678329 h 1580197"/>
                      <a:gd name="connsiteX28" fmla="*/ 305235 w 940118"/>
                      <a:gd name="connsiteY28" fmla="*/ 678350 h 1580197"/>
                      <a:gd name="connsiteX29" fmla="*/ 317183 w 940118"/>
                      <a:gd name="connsiteY29" fmla="*/ 684847 h 1580197"/>
                      <a:gd name="connsiteX30" fmla="*/ 260985 w 940118"/>
                      <a:gd name="connsiteY30" fmla="*/ 1014413 h 1580197"/>
                      <a:gd name="connsiteX31" fmla="*/ 342900 w 940118"/>
                      <a:gd name="connsiteY31" fmla="*/ 1373505 h 1580197"/>
                      <a:gd name="connsiteX32" fmla="*/ 546735 w 940118"/>
                      <a:gd name="connsiteY32" fmla="*/ 1580197 h 1580197"/>
                      <a:gd name="connsiteX33" fmla="*/ 285750 w 940118"/>
                      <a:gd name="connsiteY33" fmla="*/ 1438275 h 1580197"/>
                      <a:gd name="connsiteX34" fmla="*/ 81915 w 940118"/>
                      <a:gd name="connsiteY34" fmla="*/ 1231583 h 1580197"/>
                      <a:gd name="connsiteX35" fmla="*/ 0 w 940118"/>
                      <a:gd name="connsiteY35" fmla="*/ 872490 h 1580197"/>
                      <a:gd name="connsiteX36" fmla="*/ 56197 w 940118"/>
                      <a:gd name="connsiteY36" fmla="*/ 542925 h 1580197"/>
                      <a:gd name="connsiteX37" fmla="*/ 62441 w 940118"/>
                      <a:gd name="connsiteY37" fmla="*/ 546321 h 1580197"/>
                      <a:gd name="connsiteX38" fmla="*/ 62617 w 940118"/>
                      <a:gd name="connsiteY38" fmla="*/ 545909 h 1580197"/>
                      <a:gd name="connsiteX39" fmla="*/ 57150 w 940118"/>
                      <a:gd name="connsiteY39" fmla="*/ 542925 h 1580197"/>
                      <a:gd name="connsiteX40" fmla="*/ 107444 w 940118"/>
                      <a:gd name="connsiteY40" fmla="*/ 431896 h 1580197"/>
                      <a:gd name="connsiteX41" fmla="*/ 106680 w 940118"/>
                      <a:gd name="connsiteY41" fmla="*/ 431483 h 1580197"/>
                      <a:gd name="connsiteX42" fmla="*/ 161925 w 940118"/>
                      <a:gd name="connsiteY42" fmla="*/ 341948 h 1580197"/>
                      <a:gd name="connsiteX43" fmla="*/ 171758 w 940118"/>
                      <a:gd name="connsiteY43" fmla="*/ 347295 h 1580197"/>
                      <a:gd name="connsiteX44" fmla="*/ 171778 w 940118"/>
                      <a:gd name="connsiteY44" fmla="*/ 347270 h 1580197"/>
                      <a:gd name="connsiteX45" fmla="*/ 161925 w 940118"/>
                      <a:gd name="connsiteY45" fmla="*/ 341948 h 1580197"/>
                      <a:gd name="connsiteX46" fmla="*/ 227648 w 940118"/>
                      <a:gd name="connsiteY46" fmla="*/ 258128 h 1580197"/>
                      <a:gd name="connsiteX47" fmla="*/ 239906 w 940118"/>
                      <a:gd name="connsiteY47" fmla="*/ 264794 h 1580197"/>
                      <a:gd name="connsiteX48" fmla="*/ 240267 w 940118"/>
                      <a:gd name="connsiteY48" fmla="*/ 264453 h 1580197"/>
                      <a:gd name="connsiteX49" fmla="*/ 228600 w 940118"/>
                      <a:gd name="connsiteY49" fmla="*/ 258128 h 1580197"/>
                      <a:gd name="connsiteX50" fmla="*/ 242888 w 940118"/>
                      <a:gd name="connsiteY50" fmla="*/ 241935 h 1580197"/>
                      <a:gd name="connsiteX51" fmla="*/ 287315 w 940118"/>
                      <a:gd name="connsiteY51" fmla="*/ 198453 h 1580197"/>
                      <a:gd name="connsiteX52" fmla="*/ 286702 w 940118"/>
                      <a:gd name="connsiteY52" fmla="*/ 198120 h 1580197"/>
                      <a:gd name="connsiteX53" fmla="*/ 359092 w 940118"/>
                      <a:gd name="connsiteY53" fmla="*/ 140970 h 1580197"/>
                      <a:gd name="connsiteX54" fmla="*/ 378434 w 940118"/>
                      <a:gd name="connsiteY54" fmla="*/ 151488 h 1580197"/>
                      <a:gd name="connsiteX55" fmla="*/ 378837 w 940118"/>
                      <a:gd name="connsiteY55" fmla="*/ 151226 h 1580197"/>
                      <a:gd name="connsiteX56" fmla="*/ 360045 w 940118"/>
                      <a:gd name="connsiteY56" fmla="*/ 140970 h 1580197"/>
                      <a:gd name="connsiteX57" fmla="*/ 486263 w 940118"/>
                      <a:gd name="connsiteY57" fmla="*/ 68845 h 1580197"/>
                      <a:gd name="connsiteX58" fmla="*/ 485775 w 940118"/>
                      <a:gd name="connsiteY58" fmla="*/ 68580 h 1580197"/>
                      <a:gd name="connsiteX59" fmla="*/ 572452 w 940118"/>
                      <a:gd name="connsiteY59" fmla="*/ 32385 h 1580197"/>
                      <a:gd name="connsiteX60" fmla="*/ 595123 w 940118"/>
                      <a:gd name="connsiteY60" fmla="*/ 44713 h 1580197"/>
                      <a:gd name="connsiteX61" fmla="*/ 595672 w 940118"/>
                      <a:gd name="connsiteY61" fmla="*/ 44538 h 1580197"/>
                      <a:gd name="connsiteX62" fmla="*/ 573405 w 940118"/>
                      <a:gd name="connsiteY62" fmla="*/ 32385 h 1580197"/>
                      <a:gd name="connsiteX0" fmla="*/ 812750 w 940118"/>
                      <a:gd name="connsiteY0" fmla="*/ 163017 h 1580197"/>
                      <a:gd name="connsiteX1" fmla="*/ 812706 w 940118"/>
                      <a:gd name="connsiteY1" fmla="*/ 163034 h 1580197"/>
                      <a:gd name="connsiteX2" fmla="*/ 832937 w 940118"/>
                      <a:gd name="connsiteY2" fmla="*/ 174035 h 1580197"/>
                      <a:gd name="connsiteX3" fmla="*/ 812750 w 940118"/>
                      <a:gd name="connsiteY3" fmla="*/ 163017 h 1580197"/>
                      <a:gd name="connsiteX4" fmla="*/ 679133 w 940118"/>
                      <a:gd name="connsiteY4" fmla="*/ 0 h 1580197"/>
                      <a:gd name="connsiteX5" fmla="*/ 940118 w 940118"/>
                      <a:gd name="connsiteY5" fmla="*/ 140970 h 1580197"/>
                      <a:gd name="connsiteX6" fmla="*/ 833438 w 940118"/>
                      <a:gd name="connsiteY6" fmla="*/ 174308 h 1580197"/>
                      <a:gd name="connsiteX7" fmla="*/ 833437 w 940118"/>
                      <a:gd name="connsiteY7" fmla="*/ 174308 h 1580197"/>
                      <a:gd name="connsiteX8" fmla="*/ 747299 w 940118"/>
                      <a:gd name="connsiteY8" fmla="*/ 210278 h 1580197"/>
                      <a:gd name="connsiteX9" fmla="*/ 747713 w 940118"/>
                      <a:gd name="connsiteY9" fmla="*/ 210503 h 1580197"/>
                      <a:gd name="connsiteX10" fmla="*/ 620078 w 940118"/>
                      <a:gd name="connsiteY10" fmla="*/ 282893 h 1580197"/>
                      <a:gd name="connsiteX11" fmla="*/ 592976 w 940118"/>
                      <a:gd name="connsiteY11" fmla="*/ 268101 h 1580197"/>
                      <a:gd name="connsiteX12" fmla="*/ 592932 w 940118"/>
                      <a:gd name="connsiteY12" fmla="*/ 268132 h 1580197"/>
                      <a:gd name="connsiteX13" fmla="*/ 620077 w 940118"/>
                      <a:gd name="connsiteY13" fmla="*/ 282893 h 1580197"/>
                      <a:gd name="connsiteX14" fmla="*/ 548076 w 940118"/>
                      <a:gd name="connsiteY14" fmla="*/ 339736 h 1580197"/>
                      <a:gd name="connsiteX15" fmla="*/ 548640 w 940118"/>
                      <a:gd name="connsiteY15" fmla="*/ 340043 h 1580197"/>
                      <a:gd name="connsiteX16" fmla="*/ 503873 w 940118"/>
                      <a:gd name="connsiteY16" fmla="*/ 383858 h 1580197"/>
                      <a:gd name="connsiteX17" fmla="*/ 488633 w 940118"/>
                      <a:gd name="connsiteY17" fmla="*/ 399098 h 1580197"/>
                      <a:gd name="connsiteX18" fmla="*/ 455232 w 940118"/>
                      <a:gd name="connsiteY18" fmla="*/ 380990 h 1580197"/>
                      <a:gd name="connsiteX19" fmla="*/ 488633 w 940118"/>
                      <a:gd name="connsiteY19" fmla="*/ 400050 h 1580197"/>
                      <a:gd name="connsiteX20" fmla="*/ 422910 w 940118"/>
                      <a:gd name="connsiteY20" fmla="*/ 482918 h 1580197"/>
                      <a:gd name="connsiteX21" fmla="*/ 391243 w 940118"/>
                      <a:gd name="connsiteY21" fmla="*/ 465814 h 1580197"/>
                      <a:gd name="connsiteX22" fmla="*/ 390818 w 940118"/>
                      <a:gd name="connsiteY22" fmla="*/ 466419 h 1580197"/>
                      <a:gd name="connsiteX23" fmla="*/ 422910 w 940118"/>
                      <a:gd name="connsiteY23" fmla="*/ 483870 h 1580197"/>
                      <a:gd name="connsiteX24" fmla="*/ 367665 w 940118"/>
                      <a:gd name="connsiteY24" fmla="*/ 572453 h 1580197"/>
                      <a:gd name="connsiteX25" fmla="*/ 368618 w 940118"/>
                      <a:gd name="connsiteY25" fmla="*/ 573405 h 1580197"/>
                      <a:gd name="connsiteX26" fmla="*/ 317183 w 940118"/>
                      <a:gd name="connsiteY26" fmla="*/ 684847 h 1580197"/>
                      <a:gd name="connsiteX27" fmla="*/ 305241 w 940118"/>
                      <a:gd name="connsiteY27" fmla="*/ 678329 h 1580197"/>
                      <a:gd name="connsiteX28" fmla="*/ 305235 w 940118"/>
                      <a:gd name="connsiteY28" fmla="*/ 678350 h 1580197"/>
                      <a:gd name="connsiteX29" fmla="*/ 317183 w 940118"/>
                      <a:gd name="connsiteY29" fmla="*/ 684847 h 1580197"/>
                      <a:gd name="connsiteX30" fmla="*/ 260985 w 940118"/>
                      <a:gd name="connsiteY30" fmla="*/ 1014413 h 1580197"/>
                      <a:gd name="connsiteX31" fmla="*/ 342900 w 940118"/>
                      <a:gd name="connsiteY31" fmla="*/ 1373505 h 1580197"/>
                      <a:gd name="connsiteX32" fmla="*/ 546735 w 940118"/>
                      <a:gd name="connsiteY32" fmla="*/ 1580197 h 1580197"/>
                      <a:gd name="connsiteX33" fmla="*/ 285750 w 940118"/>
                      <a:gd name="connsiteY33" fmla="*/ 1438275 h 1580197"/>
                      <a:gd name="connsiteX34" fmla="*/ 81915 w 940118"/>
                      <a:gd name="connsiteY34" fmla="*/ 1231583 h 1580197"/>
                      <a:gd name="connsiteX35" fmla="*/ 0 w 940118"/>
                      <a:gd name="connsiteY35" fmla="*/ 872490 h 1580197"/>
                      <a:gd name="connsiteX36" fmla="*/ 56197 w 940118"/>
                      <a:gd name="connsiteY36" fmla="*/ 542925 h 1580197"/>
                      <a:gd name="connsiteX37" fmla="*/ 62441 w 940118"/>
                      <a:gd name="connsiteY37" fmla="*/ 546321 h 1580197"/>
                      <a:gd name="connsiteX38" fmla="*/ 62617 w 940118"/>
                      <a:gd name="connsiteY38" fmla="*/ 545909 h 1580197"/>
                      <a:gd name="connsiteX39" fmla="*/ 57150 w 940118"/>
                      <a:gd name="connsiteY39" fmla="*/ 542925 h 1580197"/>
                      <a:gd name="connsiteX40" fmla="*/ 107444 w 940118"/>
                      <a:gd name="connsiteY40" fmla="*/ 431896 h 1580197"/>
                      <a:gd name="connsiteX41" fmla="*/ 106680 w 940118"/>
                      <a:gd name="connsiteY41" fmla="*/ 431483 h 1580197"/>
                      <a:gd name="connsiteX42" fmla="*/ 161925 w 940118"/>
                      <a:gd name="connsiteY42" fmla="*/ 341948 h 1580197"/>
                      <a:gd name="connsiteX43" fmla="*/ 171758 w 940118"/>
                      <a:gd name="connsiteY43" fmla="*/ 347295 h 1580197"/>
                      <a:gd name="connsiteX44" fmla="*/ 171778 w 940118"/>
                      <a:gd name="connsiteY44" fmla="*/ 347270 h 1580197"/>
                      <a:gd name="connsiteX45" fmla="*/ 161925 w 940118"/>
                      <a:gd name="connsiteY45" fmla="*/ 341948 h 1580197"/>
                      <a:gd name="connsiteX46" fmla="*/ 227648 w 940118"/>
                      <a:gd name="connsiteY46" fmla="*/ 258128 h 1580197"/>
                      <a:gd name="connsiteX47" fmla="*/ 239906 w 940118"/>
                      <a:gd name="connsiteY47" fmla="*/ 264794 h 1580197"/>
                      <a:gd name="connsiteX48" fmla="*/ 240267 w 940118"/>
                      <a:gd name="connsiteY48" fmla="*/ 264453 h 1580197"/>
                      <a:gd name="connsiteX49" fmla="*/ 228600 w 940118"/>
                      <a:gd name="connsiteY49" fmla="*/ 258128 h 1580197"/>
                      <a:gd name="connsiteX50" fmla="*/ 242888 w 940118"/>
                      <a:gd name="connsiteY50" fmla="*/ 241935 h 1580197"/>
                      <a:gd name="connsiteX51" fmla="*/ 287315 w 940118"/>
                      <a:gd name="connsiteY51" fmla="*/ 198453 h 1580197"/>
                      <a:gd name="connsiteX52" fmla="*/ 286702 w 940118"/>
                      <a:gd name="connsiteY52" fmla="*/ 198120 h 1580197"/>
                      <a:gd name="connsiteX53" fmla="*/ 359092 w 940118"/>
                      <a:gd name="connsiteY53" fmla="*/ 140970 h 1580197"/>
                      <a:gd name="connsiteX54" fmla="*/ 378434 w 940118"/>
                      <a:gd name="connsiteY54" fmla="*/ 151488 h 1580197"/>
                      <a:gd name="connsiteX55" fmla="*/ 378837 w 940118"/>
                      <a:gd name="connsiteY55" fmla="*/ 151226 h 1580197"/>
                      <a:gd name="connsiteX56" fmla="*/ 360045 w 940118"/>
                      <a:gd name="connsiteY56" fmla="*/ 140970 h 1580197"/>
                      <a:gd name="connsiteX57" fmla="*/ 486263 w 940118"/>
                      <a:gd name="connsiteY57" fmla="*/ 68845 h 1580197"/>
                      <a:gd name="connsiteX58" fmla="*/ 485775 w 940118"/>
                      <a:gd name="connsiteY58" fmla="*/ 68580 h 1580197"/>
                      <a:gd name="connsiteX59" fmla="*/ 572452 w 940118"/>
                      <a:gd name="connsiteY59" fmla="*/ 32385 h 1580197"/>
                      <a:gd name="connsiteX60" fmla="*/ 595123 w 940118"/>
                      <a:gd name="connsiteY60" fmla="*/ 44713 h 1580197"/>
                      <a:gd name="connsiteX61" fmla="*/ 595672 w 940118"/>
                      <a:gd name="connsiteY61" fmla="*/ 44538 h 1580197"/>
                      <a:gd name="connsiteX62" fmla="*/ 573405 w 940118"/>
                      <a:gd name="connsiteY62" fmla="*/ 32385 h 1580197"/>
                      <a:gd name="connsiteX63" fmla="*/ 679133 w 940118"/>
                      <a:gd name="connsiteY63" fmla="*/ 0 h 1580197"/>
                      <a:gd name="connsiteX0" fmla="*/ 812750 w 940118"/>
                      <a:gd name="connsiteY0" fmla="*/ 163017 h 1580197"/>
                      <a:gd name="connsiteX1" fmla="*/ 812706 w 940118"/>
                      <a:gd name="connsiteY1" fmla="*/ 163034 h 1580197"/>
                      <a:gd name="connsiteX2" fmla="*/ 832937 w 940118"/>
                      <a:gd name="connsiteY2" fmla="*/ 174035 h 1580197"/>
                      <a:gd name="connsiteX3" fmla="*/ 812750 w 940118"/>
                      <a:gd name="connsiteY3" fmla="*/ 163017 h 1580197"/>
                      <a:gd name="connsiteX4" fmla="*/ 679133 w 940118"/>
                      <a:gd name="connsiteY4" fmla="*/ 0 h 1580197"/>
                      <a:gd name="connsiteX5" fmla="*/ 940118 w 940118"/>
                      <a:gd name="connsiteY5" fmla="*/ 140970 h 1580197"/>
                      <a:gd name="connsiteX6" fmla="*/ 833438 w 940118"/>
                      <a:gd name="connsiteY6" fmla="*/ 174308 h 1580197"/>
                      <a:gd name="connsiteX7" fmla="*/ 833437 w 940118"/>
                      <a:gd name="connsiteY7" fmla="*/ 174308 h 1580197"/>
                      <a:gd name="connsiteX8" fmla="*/ 747299 w 940118"/>
                      <a:gd name="connsiteY8" fmla="*/ 210278 h 1580197"/>
                      <a:gd name="connsiteX9" fmla="*/ 747713 w 940118"/>
                      <a:gd name="connsiteY9" fmla="*/ 210503 h 1580197"/>
                      <a:gd name="connsiteX10" fmla="*/ 620078 w 940118"/>
                      <a:gd name="connsiteY10" fmla="*/ 282893 h 1580197"/>
                      <a:gd name="connsiteX11" fmla="*/ 592976 w 940118"/>
                      <a:gd name="connsiteY11" fmla="*/ 268101 h 1580197"/>
                      <a:gd name="connsiteX12" fmla="*/ 592932 w 940118"/>
                      <a:gd name="connsiteY12" fmla="*/ 268132 h 1580197"/>
                      <a:gd name="connsiteX13" fmla="*/ 620077 w 940118"/>
                      <a:gd name="connsiteY13" fmla="*/ 282893 h 1580197"/>
                      <a:gd name="connsiteX14" fmla="*/ 548076 w 940118"/>
                      <a:gd name="connsiteY14" fmla="*/ 339736 h 1580197"/>
                      <a:gd name="connsiteX15" fmla="*/ 548640 w 940118"/>
                      <a:gd name="connsiteY15" fmla="*/ 340043 h 1580197"/>
                      <a:gd name="connsiteX16" fmla="*/ 503873 w 940118"/>
                      <a:gd name="connsiteY16" fmla="*/ 383858 h 1580197"/>
                      <a:gd name="connsiteX17" fmla="*/ 488633 w 940118"/>
                      <a:gd name="connsiteY17" fmla="*/ 399098 h 1580197"/>
                      <a:gd name="connsiteX18" fmla="*/ 455232 w 940118"/>
                      <a:gd name="connsiteY18" fmla="*/ 380990 h 1580197"/>
                      <a:gd name="connsiteX19" fmla="*/ 488633 w 940118"/>
                      <a:gd name="connsiteY19" fmla="*/ 400050 h 1580197"/>
                      <a:gd name="connsiteX20" fmla="*/ 422910 w 940118"/>
                      <a:gd name="connsiteY20" fmla="*/ 482918 h 1580197"/>
                      <a:gd name="connsiteX21" fmla="*/ 391243 w 940118"/>
                      <a:gd name="connsiteY21" fmla="*/ 465814 h 1580197"/>
                      <a:gd name="connsiteX22" fmla="*/ 422910 w 940118"/>
                      <a:gd name="connsiteY22" fmla="*/ 483870 h 1580197"/>
                      <a:gd name="connsiteX23" fmla="*/ 367665 w 940118"/>
                      <a:gd name="connsiteY23" fmla="*/ 572453 h 1580197"/>
                      <a:gd name="connsiteX24" fmla="*/ 368618 w 940118"/>
                      <a:gd name="connsiteY24" fmla="*/ 573405 h 1580197"/>
                      <a:gd name="connsiteX25" fmla="*/ 317183 w 940118"/>
                      <a:gd name="connsiteY25" fmla="*/ 684847 h 1580197"/>
                      <a:gd name="connsiteX26" fmla="*/ 305241 w 940118"/>
                      <a:gd name="connsiteY26" fmla="*/ 678329 h 1580197"/>
                      <a:gd name="connsiteX27" fmla="*/ 305235 w 940118"/>
                      <a:gd name="connsiteY27" fmla="*/ 678350 h 1580197"/>
                      <a:gd name="connsiteX28" fmla="*/ 317183 w 940118"/>
                      <a:gd name="connsiteY28" fmla="*/ 684847 h 1580197"/>
                      <a:gd name="connsiteX29" fmla="*/ 260985 w 940118"/>
                      <a:gd name="connsiteY29" fmla="*/ 1014413 h 1580197"/>
                      <a:gd name="connsiteX30" fmla="*/ 342900 w 940118"/>
                      <a:gd name="connsiteY30" fmla="*/ 1373505 h 1580197"/>
                      <a:gd name="connsiteX31" fmla="*/ 546735 w 940118"/>
                      <a:gd name="connsiteY31" fmla="*/ 1580197 h 1580197"/>
                      <a:gd name="connsiteX32" fmla="*/ 285750 w 940118"/>
                      <a:gd name="connsiteY32" fmla="*/ 1438275 h 1580197"/>
                      <a:gd name="connsiteX33" fmla="*/ 81915 w 940118"/>
                      <a:gd name="connsiteY33" fmla="*/ 1231583 h 1580197"/>
                      <a:gd name="connsiteX34" fmla="*/ 0 w 940118"/>
                      <a:gd name="connsiteY34" fmla="*/ 872490 h 1580197"/>
                      <a:gd name="connsiteX35" fmla="*/ 56197 w 940118"/>
                      <a:gd name="connsiteY35" fmla="*/ 542925 h 1580197"/>
                      <a:gd name="connsiteX36" fmla="*/ 62441 w 940118"/>
                      <a:gd name="connsiteY36" fmla="*/ 546321 h 1580197"/>
                      <a:gd name="connsiteX37" fmla="*/ 62617 w 940118"/>
                      <a:gd name="connsiteY37" fmla="*/ 545909 h 1580197"/>
                      <a:gd name="connsiteX38" fmla="*/ 57150 w 940118"/>
                      <a:gd name="connsiteY38" fmla="*/ 542925 h 1580197"/>
                      <a:gd name="connsiteX39" fmla="*/ 107444 w 940118"/>
                      <a:gd name="connsiteY39" fmla="*/ 431896 h 1580197"/>
                      <a:gd name="connsiteX40" fmla="*/ 106680 w 940118"/>
                      <a:gd name="connsiteY40" fmla="*/ 431483 h 1580197"/>
                      <a:gd name="connsiteX41" fmla="*/ 161925 w 940118"/>
                      <a:gd name="connsiteY41" fmla="*/ 341948 h 1580197"/>
                      <a:gd name="connsiteX42" fmla="*/ 171758 w 940118"/>
                      <a:gd name="connsiteY42" fmla="*/ 347295 h 1580197"/>
                      <a:gd name="connsiteX43" fmla="*/ 171778 w 940118"/>
                      <a:gd name="connsiteY43" fmla="*/ 347270 h 1580197"/>
                      <a:gd name="connsiteX44" fmla="*/ 161925 w 940118"/>
                      <a:gd name="connsiteY44" fmla="*/ 341948 h 1580197"/>
                      <a:gd name="connsiteX45" fmla="*/ 227648 w 940118"/>
                      <a:gd name="connsiteY45" fmla="*/ 258128 h 1580197"/>
                      <a:gd name="connsiteX46" fmla="*/ 239906 w 940118"/>
                      <a:gd name="connsiteY46" fmla="*/ 264794 h 1580197"/>
                      <a:gd name="connsiteX47" fmla="*/ 240267 w 940118"/>
                      <a:gd name="connsiteY47" fmla="*/ 264453 h 1580197"/>
                      <a:gd name="connsiteX48" fmla="*/ 228600 w 940118"/>
                      <a:gd name="connsiteY48" fmla="*/ 258128 h 1580197"/>
                      <a:gd name="connsiteX49" fmla="*/ 242888 w 940118"/>
                      <a:gd name="connsiteY49" fmla="*/ 241935 h 1580197"/>
                      <a:gd name="connsiteX50" fmla="*/ 287315 w 940118"/>
                      <a:gd name="connsiteY50" fmla="*/ 198453 h 1580197"/>
                      <a:gd name="connsiteX51" fmla="*/ 286702 w 940118"/>
                      <a:gd name="connsiteY51" fmla="*/ 198120 h 1580197"/>
                      <a:gd name="connsiteX52" fmla="*/ 359092 w 940118"/>
                      <a:gd name="connsiteY52" fmla="*/ 140970 h 1580197"/>
                      <a:gd name="connsiteX53" fmla="*/ 378434 w 940118"/>
                      <a:gd name="connsiteY53" fmla="*/ 151488 h 1580197"/>
                      <a:gd name="connsiteX54" fmla="*/ 378837 w 940118"/>
                      <a:gd name="connsiteY54" fmla="*/ 151226 h 1580197"/>
                      <a:gd name="connsiteX55" fmla="*/ 360045 w 940118"/>
                      <a:gd name="connsiteY55" fmla="*/ 140970 h 1580197"/>
                      <a:gd name="connsiteX56" fmla="*/ 486263 w 940118"/>
                      <a:gd name="connsiteY56" fmla="*/ 68845 h 1580197"/>
                      <a:gd name="connsiteX57" fmla="*/ 485775 w 940118"/>
                      <a:gd name="connsiteY57" fmla="*/ 68580 h 1580197"/>
                      <a:gd name="connsiteX58" fmla="*/ 572452 w 940118"/>
                      <a:gd name="connsiteY58" fmla="*/ 32385 h 1580197"/>
                      <a:gd name="connsiteX59" fmla="*/ 595123 w 940118"/>
                      <a:gd name="connsiteY59" fmla="*/ 44713 h 1580197"/>
                      <a:gd name="connsiteX60" fmla="*/ 595672 w 940118"/>
                      <a:gd name="connsiteY60" fmla="*/ 44538 h 1580197"/>
                      <a:gd name="connsiteX61" fmla="*/ 573405 w 940118"/>
                      <a:gd name="connsiteY61" fmla="*/ 32385 h 1580197"/>
                      <a:gd name="connsiteX62" fmla="*/ 679133 w 940118"/>
                      <a:gd name="connsiteY62" fmla="*/ 0 h 1580197"/>
                      <a:gd name="connsiteX0" fmla="*/ 812750 w 940118"/>
                      <a:gd name="connsiteY0" fmla="*/ 163017 h 1580197"/>
                      <a:gd name="connsiteX1" fmla="*/ 812706 w 940118"/>
                      <a:gd name="connsiteY1" fmla="*/ 163034 h 1580197"/>
                      <a:gd name="connsiteX2" fmla="*/ 832937 w 940118"/>
                      <a:gd name="connsiteY2" fmla="*/ 174035 h 1580197"/>
                      <a:gd name="connsiteX3" fmla="*/ 812750 w 940118"/>
                      <a:gd name="connsiteY3" fmla="*/ 163017 h 1580197"/>
                      <a:gd name="connsiteX4" fmla="*/ 679133 w 940118"/>
                      <a:gd name="connsiteY4" fmla="*/ 0 h 1580197"/>
                      <a:gd name="connsiteX5" fmla="*/ 940118 w 940118"/>
                      <a:gd name="connsiteY5" fmla="*/ 140970 h 1580197"/>
                      <a:gd name="connsiteX6" fmla="*/ 833438 w 940118"/>
                      <a:gd name="connsiteY6" fmla="*/ 174308 h 1580197"/>
                      <a:gd name="connsiteX7" fmla="*/ 833437 w 940118"/>
                      <a:gd name="connsiteY7" fmla="*/ 174308 h 1580197"/>
                      <a:gd name="connsiteX8" fmla="*/ 747299 w 940118"/>
                      <a:gd name="connsiteY8" fmla="*/ 210278 h 1580197"/>
                      <a:gd name="connsiteX9" fmla="*/ 747713 w 940118"/>
                      <a:gd name="connsiteY9" fmla="*/ 210503 h 1580197"/>
                      <a:gd name="connsiteX10" fmla="*/ 620078 w 940118"/>
                      <a:gd name="connsiteY10" fmla="*/ 282893 h 1580197"/>
                      <a:gd name="connsiteX11" fmla="*/ 592976 w 940118"/>
                      <a:gd name="connsiteY11" fmla="*/ 268101 h 1580197"/>
                      <a:gd name="connsiteX12" fmla="*/ 592932 w 940118"/>
                      <a:gd name="connsiteY12" fmla="*/ 268132 h 1580197"/>
                      <a:gd name="connsiteX13" fmla="*/ 620077 w 940118"/>
                      <a:gd name="connsiteY13" fmla="*/ 282893 h 1580197"/>
                      <a:gd name="connsiteX14" fmla="*/ 548076 w 940118"/>
                      <a:gd name="connsiteY14" fmla="*/ 339736 h 1580197"/>
                      <a:gd name="connsiteX15" fmla="*/ 548640 w 940118"/>
                      <a:gd name="connsiteY15" fmla="*/ 340043 h 1580197"/>
                      <a:gd name="connsiteX16" fmla="*/ 503873 w 940118"/>
                      <a:gd name="connsiteY16" fmla="*/ 383858 h 1580197"/>
                      <a:gd name="connsiteX17" fmla="*/ 488633 w 940118"/>
                      <a:gd name="connsiteY17" fmla="*/ 399098 h 1580197"/>
                      <a:gd name="connsiteX18" fmla="*/ 488633 w 940118"/>
                      <a:gd name="connsiteY18" fmla="*/ 400050 h 1580197"/>
                      <a:gd name="connsiteX19" fmla="*/ 422910 w 940118"/>
                      <a:gd name="connsiteY19" fmla="*/ 482918 h 1580197"/>
                      <a:gd name="connsiteX20" fmla="*/ 391243 w 940118"/>
                      <a:gd name="connsiteY20" fmla="*/ 465814 h 1580197"/>
                      <a:gd name="connsiteX21" fmla="*/ 422910 w 940118"/>
                      <a:gd name="connsiteY21" fmla="*/ 483870 h 1580197"/>
                      <a:gd name="connsiteX22" fmla="*/ 367665 w 940118"/>
                      <a:gd name="connsiteY22" fmla="*/ 572453 h 1580197"/>
                      <a:gd name="connsiteX23" fmla="*/ 368618 w 940118"/>
                      <a:gd name="connsiteY23" fmla="*/ 573405 h 1580197"/>
                      <a:gd name="connsiteX24" fmla="*/ 317183 w 940118"/>
                      <a:gd name="connsiteY24" fmla="*/ 684847 h 1580197"/>
                      <a:gd name="connsiteX25" fmla="*/ 305241 w 940118"/>
                      <a:gd name="connsiteY25" fmla="*/ 678329 h 1580197"/>
                      <a:gd name="connsiteX26" fmla="*/ 305235 w 940118"/>
                      <a:gd name="connsiteY26" fmla="*/ 678350 h 1580197"/>
                      <a:gd name="connsiteX27" fmla="*/ 317183 w 940118"/>
                      <a:gd name="connsiteY27" fmla="*/ 684847 h 1580197"/>
                      <a:gd name="connsiteX28" fmla="*/ 260985 w 940118"/>
                      <a:gd name="connsiteY28" fmla="*/ 1014413 h 1580197"/>
                      <a:gd name="connsiteX29" fmla="*/ 342900 w 940118"/>
                      <a:gd name="connsiteY29" fmla="*/ 1373505 h 1580197"/>
                      <a:gd name="connsiteX30" fmla="*/ 546735 w 940118"/>
                      <a:gd name="connsiteY30" fmla="*/ 1580197 h 1580197"/>
                      <a:gd name="connsiteX31" fmla="*/ 285750 w 940118"/>
                      <a:gd name="connsiteY31" fmla="*/ 1438275 h 1580197"/>
                      <a:gd name="connsiteX32" fmla="*/ 81915 w 940118"/>
                      <a:gd name="connsiteY32" fmla="*/ 1231583 h 1580197"/>
                      <a:gd name="connsiteX33" fmla="*/ 0 w 940118"/>
                      <a:gd name="connsiteY33" fmla="*/ 872490 h 1580197"/>
                      <a:gd name="connsiteX34" fmla="*/ 56197 w 940118"/>
                      <a:gd name="connsiteY34" fmla="*/ 542925 h 1580197"/>
                      <a:gd name="connsiteX35" fmla="*/ 62441 w 940118"/>
                      <a:gd name="connsiteY35" fmla="*/ 546321 h 1580197"/>
                      <a:gd name="connsiteX36" fmla="*/ 62617 w 940118"/>
                      <a:gd name="connsiteY36" fmla="*/ 545909 h 1580197"/>
                      <a:gd name="connsiteX37" fmla="*/ 57150 w 940118"/>
                      <a:gd name="connsiteY37" fmla="*/ 542925 h 1580197"/>
                      <a:gd name="connsiteX38" fmla="*/ 107444 w 940118"/>
                      <a:gd name="connsiteY38" fmla="*/ 431896 h 1580197"/>
                      <a:gd name="connsiteX39" fmla="*/ 106680 w 940118"/>
                      <a:gd name="connsiteY39" fmla="*/ 431483 h 1580197"/>
                      <a:gd name="connsiteX40" fmla="*/ 161925 w 940118"/>
                      <a:gd name="connsiteY40" fmla="*/ 341948 h 1580197"/>
                      <a:gd name="connsiteX41" fmla="*/ 171758 w 940118"/>
                      <a:gd name="connsiteY41" fmla="*/ 347295 h 1580197"/>
                      <a:gd name="connsiteX42" fmla="*/ 171778 w 940118"/>
                      <a:gd name="connsiteY42" fmla="*/ 347270 h 1580197"/>
                      <a:gd name="connsiteX43" fmla="*/ 161925 w 940118"/>
                      <a:gd name="connsiteY43" fmla="*/ 341948 h 1580197"/>
                      <a:gd name="connsiteX44" fmla="*/ 227648 w 940118"/>
                      <a:gd name="connsiteY44" fmla="*/ 258128 h 1580197"/>
                      <a:gd name="connsiteX45" fmla="*/ 239906 w 940118"/>
                      <a:gd name="connsiteY45" fmla="*/ 264794 h 1580197"/>
                      <a:gd name="connsiteX46" fmla="*/ 240267 w 940118"/>
                      <a:gd name="connsiteY46" fmla="*/ 264453 h 1580197"/>
                      <a:gd name="connsiteX47" fmla="*/ 228600 w 940118"/>
                      <a:gd name="connsiteY47" fmla="*/ 258128 h 1580197"/>
                      <a:gd name="connsiteX48" fmla="*/ 242888 w 940118"/>
                      <a:gd name="connsiteY48" fmla="*/ 241935 h 1580197"/>
                      <a:gd name="connsiteX49" fmla="*/ 287315 w 940118"/>
                      <a:gd name="connsiteY49" fmla="*/ 198453 h 1580197"/>
                      <a:gd name="connsiteX50" fmla="*/ 286702 w 940118"/>
                      <a:gd name="connsiteY50" fmla="*/ 198120 h 1580197"/>
                      <a:gd name="connsiteX51" fmla="*/ 359092 w 940118"/>
                      <a:gd name="connsiteY51" fmla="*/ 140970 h 1580197"/>
                      <a:gd name="connsiteX52" fmla="*/ 378434 w 940118"/>
                      <a:gd name="connsiteY52" fmla="*/ 151488 h 1580197"/>
                      <a:gd name="connsiteX53" fmla="*/ 378837 w 940118"/>
                      <a:gd name="connsiteY53" fmla="*/ 151226 h 1580197"/>
                      <a:gd name="connsiteX54" fmla="*/ 360045 w 940118"/>
                      <a:gd name="connsiteY54" fmla="*/ 140970 h 1580197"/>
                      <a:gd name="connsiteX55" fmla="*/ 486263 w 940118"/>
                      <a:gd name="connsiteY55" fmla="*/ 68845 h 1580197"/>
                      <a:gd name="connsiteX56" fmla="*/ 485775 w 940118"/>
                      <a:gd name="connsiteY56" fmla="*/ 68580 h 1580197"/>
                      <a:gd name="connsiteX57" fmla="*/ 572452 w 940118"/>
                      <a:gd name="connsiteY57" fmla="*/ 32385 h 1580197"/>
                      <a:gd name="connsiteX58" fmla="*/ 595123 w 940118"/>
                      <a:gd name="connsiteY58" fmla="*/ 44713 h 1580197"/>
                      <a:gd name="connsiteX59" fmla="*/ 595672 w 940118"/>
                      <a:gd name="connsiteY59" fmla="*/ 44538 h 1580197"/>
                      <a:gd name="connsiteX60" fmla="*/ 573405 w 940118"/>
                      <a:gd name="connsiteY60" fmla="*/ 32385 h 1580197"/>
                      <a:gd name="connsiteX61" fmla="*/ 679133 w 940118"/>
                      <a:gd name="connsiteY61" fmla="*/ 0 h 1580197"/>
                      <a:gd name="connsiteX0" fmla="*/ 812750 w 940118"/>
                      <a:gd name="connsiteY0" fmla="*/ 163017 h 1580197"/>
                      <a:gd name="connsiteX1" fmla="*/ 812706 w 940118"/>
                      <a:gd name="connsiteY1" fmla="*/ 163034 h 1580197"/>
                      <a:gd name="connsiteX2" fmla="*/ 832937 w 940118"/>
                      <a:gd name="connsiteY2" fmla="*/ 174035 h 1580197"/>
                      <a:gd name="connsiteX3" fmla="*/ 812750 w 940118"/>
                      <a:gd name="connsiteY3" fmla="*/ 163017 h 1580197"/>
                      <a:gd name="connsiteX4" fmla="*/ 679133 w 940118"/>
                      <a:gd name="connsiteY4" fmla="*/ 0 h 1580197"/>
                      <a:gd name="connsiteX5" fmla="*/ 940118 w 940118"/>
                      <a:gd name="connsiteY5" fmla="*/ 140970 h 1580197"/>
                      <a:gd name="connsiteX6" fmla="*/ 833438 w 940118"/>
                      <a:gd name="connsiteY6" fmla="*/ 174308 h 1580197"/>
                      <a:gd name="connsiteX7" fmla="*/ 833437 w 940118"/>
                      <a:gd name="connsiteY7" fmla="*/ 174308 h 1580197"/>
                      <a:gd name="connsiteX8" fmla="*/ 747299 w 940118"/>
                      <a:gd name="connsiteY8" fmla="*/ 210278 h 1580197"/>
                      <a:gd name="connsiteX9" fmla="*/ 747713 w 940118"/>
                      <a:gd name="connsiteY9" fmla="*/ 210503 h 1580197"/>
                      <a:gd name="connsiteX10" fmla="*/ 620078 w 940118"/>
                      <a:gd name="connsiteY10" fmla="*/ 282893 h 1580197"/>
                      <a:gd name="connsiteX11" fmla="*/ 592976 w 940118"/>
                      <a:gd name="connsiteY11" fmla="*/ 268101 h 1580197"/>
                      <a:gd name="connsiteX12" fmla="*/ 592932 w 940118"/>
                      <a:gd name="connsiteY12" fmla="*/ 268132 h 1580197"/>
                      <a:gd name="connsiteX13" fmla="*/ 620077 w 940118"/>
                      <a:gd name="connsiteY13" fmla="*/ 282893 h 1580197"/>
                      <a:gd name="connsiteX14" fmla="*/ 548076 w 940118"/>
                      <a:gd name="connsiteY14" fmla="*/ 339736 h 1580197"/>
                      <a:gd name="connsiteX15" fmla="*/ 548640 w 940118"/>
                      <a:gd name="connsiteY15" fmla="*/ 340043 h 1580197"/>
                      <a:gd name="connsiteX16" fmla="*/ 503873 w 940118"/>
                      <a:gd name="connsiteY16" fmla="*/ 383858 h 1580197"/>
                      <a:gd name="connsiteX17" fmla="*/ 488633 w 940118"/>
                      <a:gd name="connsiteY17" fmla="*/ 399098 h 1580197"/>
                      <a:gd name="connsiteX18" fmla="*/ 488633 w 940118"/>
                      <a:gd name="connsiteY18" fmla="*/ 400050 h 1580197"/>
                      <a:gd name="connsiteX19" fmla="*/ 422910 w 940118"/>
                      <a:gd name="connsiteY19" fmla="*/ 482918 h 1580197"/>
                      <a:gd name="connsiteX20" fmla="*/ 422910 w 940118"/>
                      <a:gd name="connsiteY20" fmla="*/ 483870 h 1580197"/>
                      <a:gd name="connsiteX21" fmla="*/ 367665 w 940118"/>
                      <a:gd name="connsiteY21" fmla="*/ 572453 h 1580197"/>
                      <a:gd name="connsiteX22" fmla="*/ 368618 w 940118"/>
                      <a:gd name="connsiteY22" fmla="*/ 573405 h 1580197"/>
                      <a:gd name="connsiteX23" fmla="*/ 317183 w 940118"/>
                      <a:gd name="connsiteY23" fmla="*/ 684847 h 1580197"/>
                      <a:gd name="connsiteX24" fmla="*/ 305241 w 940118"/>
                      <a:gd name="connsiteY24" fmla="*/ 678329 h 1580197"/>
                      <a:gd name="connsiteX25" fmla="*/ 305235 w 940118"/>
                      <a:gd name="connsiteY25" fmla="*/ 678350 h 1580197"/>
                      <a:gd name="connsiteX26" fmla="*/ 317183 w 940118"/>
                      <a:gd name="connsiteY26" fmla="*/ 684847 h 1580197"/>
                      <a:gd name="connsiteX27" fmla="*/ 260985 w 940118"/>
                      <a:gd name="connsiteY27" fmla="*/ 1014413 h 1580197"/>
                      <a:gd name="connsiteX28" fmla="*/ 342900 w 940118"/>
                      <a:gd name="connsiteY28" fmla="*/ 1373505 h 1580197"/>
                      <a:gd name="connsiteX29" fmla="*/ 546735 w 940118"/>
                      <a:gd name="connsiteY29" fmla="*/ 1580197 h 1580197"/>
                      <a:gd name="connsiteX30" fmla="*/ 285750 w 940118"/>
                      <a:gd name="connsiteY30" fmla="*/ 1438275 h 1580197"/>
                      <a:gd name="connsiteX31" fmla="*/ 81915 w 940118"/>
                      <a:gd name="connsiteY31" fmla="*/ 1231583 h 1580197"/>
                      <a:gd name="connsiteX32" fmla="*/ 0 w 940118"/>
                      <a:gd name="connsiteY32" fmla="*/ 872490 h 1580197"/>
                      <a:gd name="connsiteX33" fmla="*/ 56197 w 940118"/>
                      <a:gd name="connsiteY33" fmla="*/ 542925 h 1580197"/>
                      <a:gd name="connsiteX34" fmla="*/ 62441 w 940118"/>
                      <a:gd name="connsiteY34" fmla="*/ 546321 h 1580197"/>
                      <a:gd name="connsiteX35" fmla="*/ 62617 w 940118"/>
                      <a:gd name="connsiteY35" fmla="*/ 545909 h 1580197"/>
                      <a:gd name="connsiteX36" fmla="*/ 57150 w 940118"/>
                      <a:gd name="connsiteY36" fmla="*/ 542925 h 1580197"/>
                      <a:gd name="connsiteX37" fmla="*/ 107444 w 940118"/>
                      <a:gd name="connsiteY37" fmla="*/ 431896 h 1580197"/>
                      <a:gd name="connsiteX38" fmla="*/ 106680 w 940118"/>
                      <a:gd name="connsiteY38" fmla="*/ 431483 h 1580197"/>
                      <a:gd name="connsiteX39" fmla="*/ 161925 w 940118"/>
                      <a:gd name="connsiteY39" fmla="*/ 341948 h 1580197"/>
                      <a:gd name="connsiteX40" fmla="*/ 171758 w 940118"/>
                      <a:gd name="connsiteY40" fmla="*/ 347295 h 1580197"/>
                      <a:gd name="connsiteX41" fmla="*/ 171778 w 940118"/>
                      <a:gd name="connsiteY41" fmla="*/ 347270 h 1580197"/>
                      <a:gd name="connsiteX42" fmla="*/ 161925 w 940118"/>
                      <a:gd name="connsiteY42" fmla="*/ 341948 h 1580197"/>
                      <a:gd name="connsiteX43" fmla="*/ 227648 w 940118"/>
                      <a:gd name="connsiteY43" fmla="*/ 258128 h 1580197"/>
                      <a:gd name="connsiteX44" fmla="*/ 239906 w 940118"/>
                      <a:gd name="connsiteY44" fmla="*/ 264794 h 1580197"/>
                      <a:gd name="connsiteX45" fmla="*/ 240267 w 940118"/>
                      <a:gd name="connsiteY45" fmla="*/ 264453 h 1580197"/>
                      <a:gd name="connsiteX46" fmla="*/ 228600 w 940118"/>
                      <a:gd name="connsiteY46" fmla="*/ 258128 h 1580197"/>
                      <a:gd name="connsiteX47" fmla="*/ 242888 w 940118"/>
                      <a:gd name="connsiteY47" fmla="*/ 241935 h 1580197"/>
                      <a:gd name="connsiteX48" fmla="*/ 287315 w 940118"/>
                      <a:gd name="connsiteY48" fmla="*/ 198453 h 1580197"/>
                      <a:gd name="connsiteX49" fmla="*/ 286702 w 940118"/>
                      <a:gd name="connsiteY49" fmla="*/ 198120 h 1580197"/>
                      <a:gd name="connsiteX50" fmla="*/ 359092 w 940118"/>
                      <a:gd name="connsiteY50" fmla="*/ 140970 h 1580197"/>
                      <a:gd name="connsiteX51" fmla="*/ 378434 w 940118"/>
                      <a:gd name="connsiteY51" fmla="*/ 151488 h 1580197"/>
                      <a:gd name="connsiteX52" fmla="*/ 378837 w 940118"/>
                      <a:gd name="connsiteY52" fmla="*/ 151226 h 1580197"/>
                      <a:gd name="connsiteX53" fmla="*/ 360045 w 940118"/>
                      <a:gd name="connsiteY53" fmla="*/ 140970 h 1580197"/>
                      <a:gd name="connsiteX54" fmla="*/ 486263 w 940118"/>
                      <a:gd name="connsiteY54" fmla="*/ 68845 h 1580197"/>
                      <a:gd name="connsiteX55" fmla="*/ 485775 w 940118"/>
                      <a:gd name="connsiteY55" fmla="*/ 68580 h 1580197"/>
                      <a:gd name="connsiteX56" fmla="*/ 572452 w 940118"/>
                      <a:gd name="connsiteY56" fmla="*/ 32385 h 1580197"/>
                      <a:gd name="connsiteX57" fmla="*/ 595123 w 940118"/>
                      <a:gd name="connsiteY57" fmla="*/ 44713 h 1580197"/>
                      <a:gd name="connsiteX58" fmla="*/ 595672 w 940118"/>
                      <a:gd name="connsiteY58" fmla="*/ 44538 h 1580197"/>
                      <a:gd name="connsiteX59" fmla="*/ 573405 w 940118"/>
                      <a:gd name="connsiteY59" fmla="*/ 32385 h 1580197"/>
                      <a:gd name="connsiteX60" fmla="*/ 679133 w 940118"/>
                      <a:gd name="connsiteY60" fmla="*/ 0 h 1580197"/>
                      <a:gd name="connsiteX0" fmla="*/ 812750 w 940118"/>
                      <a:gd name="connsiteY0" fmla="*/ 163017 h 1580197"/>
                      <a:gd name="connsiteX1" fmla="*/ 812706 w 940118"/>
                      <a:gd name="connsiteY1" fmla="*/ 163034 h 1580197"/>
                      <a:gd name="connsiteX2" fmla="*/ 832937 w 940118"/>
                      <a:gd name="connsiteY2" fmla="*/ 174035 h 1580197"/>
                      <a:gd name="connsiteX3" fmla="*/ 812750 w 940118"/>
                      <a:gd name="connsiteY3" fmla="*/ 163017 h 1580197"/>
                      <a:gd name="connsiteX4" fmla="*/ 679133 w 940118"/>
                      <a:gd name="connsiteY4" fmla="*/ 0 h 1580197"/>
                      <a:gd name="connsiteX5" fmla="*/ 940118 w 940118"/>
                      <a:gd name="connsiteY5" fmla="*/ 140970 h 1580197"/>
                      <a:gd name="connsiteX6" fmla="*/ 833438 w 940118"/>
                      <a:gd name="connsiteY6" fmla="*/ 174308 h 1580197"/>
                      <a:gd name="connsiteX7" fmla="*/ 833437 w 940118"/>
                      <a:gd name="connsiteY7" fmla="*/ 174308 h 1580197"/>
                      <a:gd name="connsiteX8" fmla="*/ 747299 w 940118"/>
                      <a:gd name="connsiteY8" fmla="*/ 210278 h 1580197"/>
                      <a:gd name="connsiteX9" fmla="*/ 747713 w 940118"/>
                      <a:gd name="connsiteY9" fmla="*/ 210503 h 1580197"/>
                      <a:gd name="connsiteX10" fmla="*/ 620078 w 940118"/>
                      <a:gd name="connsiteY10" fmla="*/ 282893 h 1580197"/>
                      <a:gd name="connsiteX11" fmla="*/ 592976 w 940118"/>
                      <a:gd name="connsiteY11" fmla="*/ 268101 h 1580197"/>
                      <a:gd name="connsiteX12" fmla="*/ 620077 w 940118"/>
                      <a:gd name="connsiteY12" fmla="*/ 282893 h 1580197"/>
                      <a:gd name="connsiteX13" fmla="*/ 548076 w 940118"/>
                      <a:gd name="connsiteY13" fmla="*/ 339736 h 1580197"/>
                      <a:gd name="connsiteX14" fmla="*/ 548640 w 940118"/>
                      <a:gd name="connsiteY14" fmla="*/ 340043 h 1580197"/>
                      <a:gd name="connsiteX15" fmla="*/ 503873 w 940118"/>
                      <a:gd name="connsiteY15" fmla="*/ 383858 h 1580197"/>
                      <a:gd name="connsiteX16" fmla="*/ 488633 w 940118"/>
                      <a:gd name="connsiteY16" fmla="*/ 399098 h 1580197"/>
                      <a:gd name="connsiteX17" fmla="*/ 488633 w 940118"/>
                      <a:gd name="connsiteY17" fmla="*/ 400050 h 1580197"/>
                      <a:gd name="connsiteX18" fmla="*/ 422910 w 940118"/>
                      <a:gd name="connsiteY18" fmla="*/ 482918 h 1580197"/>
                      <a:gd name="connsiteX19" fmla="*/ 422910 w 940118"/>
                      <a:gd name="connsiteY19" fmla="*/ 483870 h 1580197"/>
                      <a:gd name="connsiteX20" fmla="*/ 367665 w 940118"/>
                      <a:gd name="connsiteY20" fmla="*/ 572453 h 1580197"/>
                      <a:gd name="connsiteX21" fmla="*/ 368618 w 940118"/>
                      <a:gd name="connsiteY21" fmla="*/ 573405 h 1580197"/>
                      <a:gd name="connsiteX22" fmla="*/ 317183 w 940118"/>
                      <a:gd name="connsiteY22" fmla="*/ 684847 h 1580197"/>
                      <a:gd name="connsiteX23" fmla="*/ 305241 w 940118"/>
                      <a:gd name="connsiteY23" fmla="*/ 678329 h 1580197"/>
                      <a:gd name="connsiteX24" fmla="*/ 305235 w 940118"/>
                      <a:gd name="connsiteY24" fmla="*/ 678350 h 1580197"/>
                      <a:gd name="connsiteX25" fmla="*/ 317183 w 940118"/>
                      <a:gd name="connsiteY25" fmla="*/ 684847 h 1580197"/>
                      <a:gd name="connsiteX26" fmla="*/ 260985 w 940118"/>
                      <a:gd name="connsiteY26" fmla="*/ 1014413 h 1580197"/>
                      <a:gd name="connsiteX27" fmla="*/ 342900 w 940118"/>
                      <a:gd name="connsiteY27" fmla="*/ 1373505 h 1580197"/>
                      <a:gd name="connsiteX28" fmla="*/ 546735 w 940118"/>
                      <a:gd name="connsiteY28" fmla="*/ 1580197 h 1580197"/>
                      <a:gd name="connsiteX29" fmla="*/ 285750 w 940118"/>
                      <a:gd name="connsiteY29" fmla="*/ 1438275 h 1580197"/>
                      <a:gd name="connsiteX30" fmla="*/ 81915 w 940118"/>
                      <a:gd name="connsiteY30" fmla="*/ 1231583 h 1580197"/>
                      <a:gd name="connsiteX31" fmla="*/ 0 w 940118"/>
                      <a:gd name="connsiteY31" fmla="*/ 872490 h 1580197"/>
                      <a:gd name="connsiteX32" fmla="*/ 56197 w 940118"/>
                      <a:gd name="connsiteY32" fmla="*/ 542925 h 1580197"/>
                      <a:gd name="connsiteX33" fmla="*/ 62441 w 940118"/>
                      <a:gd name="connsiteY33" fmla="*/ 546321 h 1580197"/>
                      <a:gd name="connsiteX34" fmla="*/ 62617 w 940118"/>
                      <a:gd name="connsiteY34" fmla="*/ 545909 h 1580197"/>
                      <a:gd name="connsiteX35" fmla="*/ 57150 w 940118"/>
                      <a:gd name="connsiteY35" fmla="*/ 542925 h 1580197"/>
                      <a:gd name="connsiteX36" fmla="*/ 107444 w 940118"/>
                      <a:gd name="connsiteY36" fmla="*/ 431896 h 1580197"/>
                      <a:gd name="connsiteX37" fmla="*/ 106680 w 940118"/>
                      <a:gd name="connsiteY37" fmla="*/ 431483 h 1580197"/>
                      <a:gd name="connsiteX38" fmla="*/ 161925 w 940118"/>
                      <a:gd name="connsiteY38" fmla="*/ 341948 h 1580197"/>
                      <a:gd name="connsiteX39" fmla="*/ 171758 w 940118"/>
                      <a:gd name="connsiteY39" fmla="*/ 347295 h 1580197"/>
                      <a:gd name="connsiteX40" fmla="*/ 171778 w 940118"/>
                      <a:gd name="connsiteY40" fmla="*/ 347270 h 1580197"/>
                      <a:gd name="connsiteX41" fmla="*/ 161925 w 940118"/>
                      <a:gd name="connsiteY41" fmla="*/ 341948 h 1580197"/>
                      <a:gd name="connsiteX42" fmla="*/ 227648 w 940118"/>
                      <a:gd name="connsiteY42" fmla="*/ 258128 h 1580197"/>
                      <a:gd name="connsiteX43" fmla="*/ 239906 w 940118"/>
                      <a:gd name="connsiteY43" fmla="*/ 264794 h 1580197"/>
                      <a:gd name="connsiteX44" fmla="*/ 240267 w 940118"/>
                      <a:gd name="connsiteY44" fmla="*/ 264453 h 1580197"/>
                      <a:gd name="connsiteX45" fmla="*/ 228600 w 940118"/>
                      <a:gd name="connsiteY45" fmla="*/ 258128 h 1580197"/>
                      <a:gd name="connsiteX46" fmla="*/ 242888 w 940118"/>
                      <a:gd name="connsiteY46" fmla="*/ 241935 h 1580197"/>
                      <a:gd name="connsiteX47" fmla="*/ 287315 w 940118"/>
                      <a:gd name="connsiteY47" fmla="*/ 198453 h 1580197"/>
                      <a:gd name="connsiteX48" fmla="*/ 286702 w 940118"/>
                      <a:gd name="connsiteY48" fmla="*/ 198120 h 1580197"/>
                      <a:gd name="connsiteX49" fmla="*/ 359092 w 940118"/>
                      <a:gd name="connsiteY49" fmla="*/ 140970 h 1580197"/>
                      <a:gd name="connsiteX50" fmla="*/ 378434 w 940118"/>
                      <a:gd name="connsiteY50" fmla="*/ 151488 h 1580197"/>
                      <a:gd name="connsiteX51" fmla="*/ 378837 w 940118"/>
                      <a:gd name="connsiteY51" fmla="*/ 151226 h 1580197"/>
                      <a:gd name="connsiteX52" fmla="*/ 360045 w 940118"/>
                      <a:gd name="connsiteY52" fmla="*/ 140970 h 1580197"/>
                      <a:gd name="connsiteX53" fmla="*/ 486263 w 940118"/>
                      <a:gd name="connsiteY53" fmla="*/ 68845 h 1580197"/>
                      <a:gd name="connsiteX54" fmla="*/ 485775 w 940118"/>
                      <a:gd name="connsiteY54" fmla="*/ 68580 h 1580197"/>
                      <a:gd name="connsiteX55" fmla="*/ 572452 w 940118"/>
                      <a:gd name="connsiteY55" fmla="*/ 32385 h 1580197"/>
                      <a:gd name="connsiteX56" fmla="*/ 595123 w 940118"/>
                      <a:gd name="connsiteY56" fmla="*/ 44713 h 1580197"/>
                      <a:gd name="connsiteX57" fmla="*/ 595672 w 940118"/>
                      <a:gd name="connsiteY57" fmla="*/ 44538 h 1580197"/>
                      <a:gd name="connsiteX58" fmla="*/ 573405 w 940118"/>
                      <a:gd name="connsiteY58" fmla="*/ 32385 h 1580197"/>
                      <a:gd name="connsiteX59" fmla="*/ 679133 w 940118"/>
                      <a:gd name="connsiteY59" fmla="*/ 0 h 1580197"/>
                      <a:gd name="connsiteX0" fmla="*/ 812750 w 940118"/>
                      <a:gd name="connsiteY0" fmla="*/ 163017 h 1580197"/>
                      <a:gd name="connsiteX1" fmla="*/ 812706 w 940118"/>
                      <a:gd name="connsiteY1" fmla="*/ 163034 h 1580197"/>
                      <a:gd name="connsiteX2" fmla="*/ 832937 w 940118"/>
                      <a:gd name="connsiteY2" fmla="*/ 174035 h 1580197"/>
                      <a:gd name="connsiteX3" fmla="*/ 812750 w 940118"/>
                      <a:gd name="connsiteY3" fmla="*/ 163017 h 1580197"/>
                      <a:gd name="connsiteX4" fmla="*/ 679133 w 940118"/>
                      <a:gd name="connsiteY4" fmla="*/ 0 h 1580197"/>
                      <a:gd name="connsiteX5" fmla="*/ 940118 w 940118"/>
                      <a:gd name="connsiteY5" fmla="*/ 140970 h 1580197"/>
                      <a:gd name="connsiteX6" fmla="*/ 833438 w 940118"/>
                      <a:gd name="connsiteY6" fmla="*/ 174308 h 1580197"/>
                      <a:gd name="connsiteX7" fmla="*/ 833437 w 940118"/>
                      <a:gd name="connsiteY7" fmla="*/ 174308 h 1580197"/>
                      <a:gd name="connsiteX8" fmla="*/ 747299 w 940118"/>
                      <a:gd name="connsiteY8" fmla="*/ 210278 h 1580197"/>
                      <a:gd name="connsiteX9" fmla="*/ 747713 w 940118"/>
                      <a:gd name="connsiteY9" fmla="*/ 210503 h 1580197"/>
                      <a:gd name="connsiteX10" fmla="*/ 620078 w 940118"/>
                      <a:gd name="connsiteY10" fmla="*/ 282893 h 1580197"/>
                      <a:gd name="connsiteX11" fmla="*/ 620077 w 940118"/>
                      <a:gd name="connsiteY11" fmla="*/ 282893 h 1580197"/>
                      <a:gd name="connsiteX12" fmla="*/ 548076 w 940118"/>
                      <a:gd name="connsiteY12" fmla="*/ 339736 h 1580197"/>
                      <a:gd name="connsiteX13" fmla="*/ 548640 w 940118"/>
                      <a:gd name="connsiteY13" fmla="*/ 340043 h 1580197"/>
                      <a:gd name="connsiteX14" fmla="*/ 503873 w 940118"/>
                      <a:gd name="connsiteY14" fmla="*/ 383858 h 1580197"/>
                      <a:gd name="connsiteX15" fmla="*/ 488633 w 940118"/>
                      <a:gd name="connsiteY15" fmla="*/ 399098 h 1580197"/>
                      <a:gd name="connsiteX16" fmla="*/ 488633 w 940118"/>
                      <a:gd name="connsiteY16" fmla="*/ 400050 h 1580197"/>
                      <a:gd name="connsiteX17" fmla="*/ 422910 w 940118"/>
                      <a:gd name="connsiteY17" fmla="*/ 482918 h 1580197"/>
                      <a:gd name="connsiteX18" fmla="*/ 422910 w 940118"/>
                      <a:gd name="connsiteY18" fmla="*/ 483870 h 1580197"/>
                      <a:gd name="connsiteX19" fmla="*/ 367665 w 940118"/>
                      <a:gd name="connsiteY19" fmla="*/ 572453 h 1580197"/>
                      <a:gd name="connsiteX20" fmla="*/ 368618 w 940118"/>
                      <a:gd name="connsiteY20" fmla="*/ 573405 h 1580197"/>
                      <a:gd name="connsiteX21" fmla="*/ 317183 w 940118"/>
                      <a:gd name="connsiteY21" fmla="*/ 684847 h 1580197"/>
                      <a:gd name="connsiteX22" fmla="*/ 305241 w 940118"/>
                      <a:gd name="connsiteY22" fmla="*/ 678329 h 1580197"/>
                      <a:gd name="connsiteX23" fmla="*/ 305235 w 940118"/>
                      <a:gd name="connsiteY23" fmla="*/ 678350 h 1580197"/>
                      <a:gd name="connsiteX24" fmla="*/ 317183 w 940118"/>
                      <a:gd name="connsiteY24" fmla="*/ 684847 h 1580197"/>
                      <a:gd name="connsiteX25" fmla="*/ 260985 w 940118"/>
                      <a:gd name="connsiteY25" fmla="*/ 1014413 h 1580197"/>
                      <a:gd name="connsiteX26" fmla="*/ 342900 w 940118"/>
                      <a:gd name="connsiteY26" fmla="*/ 1373505 h 1580197"/>
                      <a:gd name="connsiteX27" fmla="*/ 546735 w 940118"/>
                      <a:gd name="connsiteY27" fmla="*/ 1580197 h 1580197"/>
                      <a:gd name="connsiteX28" fmla="*/ 285750 w 940118"/>
                      <a:gd name="connsiteY28" fmla="*/ 1438275 h 1580197"/>
                      <a:gd name="connsiteX29" fmla="*/ 81915 w 940118"/>
                      <a:gd name="connsiteY29" fmla="*/ 1231583 h 1580197"/>
                      <a:gd name="connsiteX30" fmla="*/ 0 w 940118"/>
                      <a:gd name="connsiteY30" fmla="*/ 872490 h 1580197"/>
                      <a:gd name="connsiteX31" fmla="*/ 56197 w 940118"/>
                      <a:gd name="connsiteY31" fmla="*/ 542925 h 1580197"/>
                      <a:gd name="connsiteX32" fmla="*/ 62441 w 940118"/>
                      <a:gd name="connsiteY32" fmla="*/ 546321 h 1580197"/>
                      <a:gd name="connsiteX33" fmla="*/ 62617 w 940118"/>
                      <a:gd name="connsiteY33" fmla="*/ 545909 h 1580197"/>
                      <a:gd name="connsiteX34" fmla="*/ 57150 w 940118"/>
                      <a:gd name="connsiteY34" fmla="*/ 542925 h 1580197"/>
                      <a:gd name="connsiteX35" fmla="*/ 107444 w 940118"/>
                      <a:gd name="connsiteY35" fmla="*/ 431896 h 1580197"/>
                      <a:gd name="connsiteX36" fmla="*/ 106680 w 940118"/>
                      <a:gd name="connsiteY36" fmla="*/ 431483 h 1580197"/>
                      <a:gd name="connsiteX37" fmla="*/ 161925 w 940118"/>
                      <a:gd name="connsiteY37" fmla="*/ 341948 h 1580197"/>
                      <a:gd name="connsiteX38" fmla="*/ 171758 w 940118"/>
                      <a:gd name="connsiteY38" fmla="*/ 347295 h 1580197"/>
                      <a:gd name="connsiteX39" fmla="*/ 171778 w 940118"/>
                      <a:gd name="connsiteY39" fmla="*/ 347270 h 1580197"/>
                      <a:gd name="connsiteX40" fmla="*/ 161925 w 940118"/>
                      <a:gd name="connsiteY40" fmla="*/ 341948 h 1580197"/>
                      <a:gd name="connsiteX41" fmla="*/ 227648 w 940118"/>
                      <a:gd name="connsiteY41" fmla="*/ 258128 h 1580197"/>
                      <a:gd name="connsiteX42" fmla="*/ 239906 w 940118"/>
                      <a:gd name="connsiteY42" fmla="*/ 264794 h 1580197"/>
                      <a:gd name="connsiteX43" fmla="*/ 240267 w 940118"/>
                      <a:gd name="connsiteY43" fmla="*/ 264453 h 1580197"/>
                      <a:gd name="connsiteX44" fmla="*/ 228600 w 940118"/>
                      <a:gd name="connsiteY44" fmla="*/ 258128 h 1580197"/>
                      <a:gd name="connsiteX45" fmla="*/ 242888 w 940118"/>
                      <a:gd name="connsiteY45" fmla="*/ 241935 h 1580197"/>
                      <a:gd name="connsiteX46" fmla="*/ 287315 w 940118"/>
                      <a:gd name="connsiteY46" fmla="*/ 198453 h 1580197"/>
                      <a:gd name="connsiteX47" fmla="*/ 286702 w 940118"/>
                      <a:gd name="connsiteY47" fmla="*/ 198120 h 1580197"/>
                      <a:gd name="connsiteX48" fmla="*/ 359092 w 940118"/>
                      <a:gd name="connsiteY48" fmla="*/ 140970 h 1580197"/>
                      <a:gd name="connsiteX49" fmla="*/ 378434 w 940118"/>
                      <a:gd name="connsiteY49" fmla="*/ 151488 h 1580197"/>
                      <a:gd name="connsiteX50" fmla="*/ 378837 w 940118"/>
                      <a:gd name="connsiteY50" fmla="*/ 151226 h 1580197"/>
                      <a:gd name="connsiteX51" fmla="*/ 360045 w 940118"/>
                      <a:gd name="connsiteY51" fmla="*/ 140970 h 1580197"/>
                      <a:gd name="connsiteX52" fmla="*/ 486263 w 940118"/>
                      <a:gd name="connsiteY52" fmla="*/ 68845 h 1580197"/>
                      <a:gd name="connsiteX53" fmla="*/ 485775 w 940118"/>
                      <a:gd name="connsiteY53" fmla="*/ 68580 h 1580197"/>
                      <a:gd name="connsiteX54" fmla="*/ 572452 w 940118"/>
                      <a:gd name="connsiteY54" fmla="*/ 32385 h 1580197"/>
                      <a:gd name="connsiteX55" fmla="*/ 595123 w 940118"/>
                      <a:gd name="connsiteY55" fmla="*/ 44713 h 1580197"/>
                      <a:gd name="connsiteX56" fmla="*/ 595672 w 940118"/>
                      <a:gd name="connsiteY56" fmla="*/ 44538 h 1580197"/>
                      <a:gd name="connsiteX57" fmla="*/ 573405 w 940118"/>
                      <a:gd name="connsiteY57" fmla="*/ 32385 h 1580197"/>
                      <a:gd name="connsiteX58" fmla="*/ 679133 w 940118"/>
                      <a:gd name="connsiteY58" fmla="*/ 0 h 1580197"/>
                      <a:gd name="connsiteX0" fmla="*/ 812750 w 940118"/>
                      <a:gd name="connsiteY0" fmla="*/ 163017 h 1580197"/>
                      <a:gd name="connsiteX1" fmla="*/ 812706 w 940118"/>
                      <a:gd name="connsiteY1" fmla="*/ 163034 h 1580197"/>
                      <a:gd name="connsiteX2" fmla="*/ 832937 w 940118"/>
                      <a:gd name="connsiteY2" fmla="*/ 174035 h 1580197"/>
                      <a:gd name="connsiteX3" fmla="*/ 812750 w 940118"/>
                      <a:gd name="connsiteY3" fmla="*/ 163017 h 1580197"/>
                      <a:gd name="connsiteX4" fmla="*/ 679133 w 940118"/>
                      <a:gd name="connsiteY4" fmla="*/ 0 h 1580197"/>
                      <a:gd name="connsiteX5" fmla="*/ 940118 w 940118"/>
                      <a:gd name="connsiteY5" fmla="*/ 140970 h 1580197"/>
                      <a:gd name="connsiteX6" fmla="*/ 833438 w 940118"/>
                      <a:gd name="connsiteY6" fmla="*/ 174308 h 1580197"/>
                      <a:gd name="connsiteX7" fmla="*/ 747299 w 940118"/>
                      <a:gd name="connsiteY7" fmla="*/ 210278 h 1580197"/>
                      <a:gd name="connsiteX8" fmla="*/ 747713 w 940118"/>
                      <a:gd name="connsiteY8" fmla="*/ 210503 h 1580197"/>
                      <a:gd name="connsiteX9" fmla="*/ 620078 w 940118"/>
                      <a:gd name="connsiteY9" fmla="*/ 282893 h 1580197"/>
                      <a:gd name="connsiteX10" fmla="*/ 620077 w 940118"/>
                      <a:gd name="connsiteY10" fmla="*/ 282893 h 1580197"/>
                      <a:gd name="connsiteX11" fmla="*/ 548076 w 940118"/>
                      <a:gd name="connsiteY11" fmla="*/ 339736 h 1580197"/>
                      <a:gd name="connsiteX12" fmla="*/ 548640 w 940118"/>
                      <a:gd name="connsiteY12" fmla="*/ 340043 h 1580197"/>
                      <a:gd name="connsiteX13" fmla="*/ 503873 w 940118"/>
                      <a:gd name="connsiteY13" fmla="*/ 383858 h 1580197"/>
                      <a:gd name="connsiteX14" fmla="*/ 488633 w 940118"/>
                      <a:gd name="connsiteY14" fmla="*/ 399098 h 1580197"/>
                      <a:gd name="connsiteX15" fmla="*/ 488633 w 940118"/>
                      <a:gd name="connsiteY15" fmla="*/ 400050 h 1580197"/>
                      <a:gd name="connsiteX16" fmla="*/ 422910 w 940118"/>
                      <a:gd name="connsiteY16" fmla="*/ 482918 h 1580197"/>
                      <a:gd name="connsiteX17" fmla="*/ 422910 w 940118"/>
                      <a:gd name="connsiteY17" fmla="*/ 483870 h 1580197"/>
                      <a:gd name="connsiteX18" fmla="*/ 367665 w 940118"/>
                      <a:gd name="connsiteY18" fmla="*/ 572453 h 1580197"/>
                      <a:gd name="connsiteX19" fmla="*/ 368618 w 940118"/>
                      <a:gd name="connsiteY19" fmla="*/ 573405 h 1580197"/>
                      <a:gd name="connsiteX20" fmla="*/ 317183 w 940118"/>
                      <a:gd name="connsiteY20" fmla="*/ 684847 h 1580197"/>
                      <a:gd name="connsiteX21" fmla="*/ 305241 w 940118"/>
                      <a:gd name="connsiteY21" fmla="*/ 678329 h 1580197"/>
                      <a:gd name="connsiteX22" fmla="*/ 305235 w 940118"/>
                      <a:gd name="connsiteY22" fmla="*/ 678350 h 1580197"/>
                      <a:gd name="connsiteX23" fmla="*/ 317183 w 940118"/>
                      <a:gd name="connsiteY23" fmla="*/ 684847 h 1580197"/>
                      <a:gd name="connsiteX24" fmla="*/ 260985 w 940118"/>
                      <a:gd name="connsiteY24" fmla="*/ 1014413 h 1580197"/>
                      <a:gd name="connsiteX25" fmla="*/ 342900 w 940118"/>
                      <a:gd name="connsiteY25" fmla="*/ 1373505 h 1580197"/>
                      <a:gd name="connsiteX26" fmla="*/ 546735 w 940118"/>
                      <a:gd name="connsiteY26" fmla="*/ 1580197 h 1580197"/>
                      <a:gd name="connsiteX27" fmla="*/ 285750 w 940118"/>
                      <a:gd name="connsiteY27" fmla="*/ 1438275 h 1580197"/>
                      <a:gd name="connsiteX28" fmla="*/ 81915 w 940118"/>
                      <a:gd name="connsiteY28" fmla="*/ 1231583 h 1580197"/>
                      <a:gd name="connsiteX29" fmla="*/ 0 w 940118"/>
                      <a:gd name="connsiteY29" fmla="*/ 872490 h 1580197"/>
                      <a:gd name="connsiteX30" fmla="*/ 56197 w 940118"/>
                      <a:gd name="connsiteY30" fmla="*/ 542925 h 1580197"/>
                      <a:gd name="connsiteX31" fmla="*/ 62441 w 940118"/>
                      <a:gd name="connsiteY31" fmla="*/ 546321 h 1580197"/>
                      <a:gd name="connsiteX32" fmla="*/ 62617 w 940118"/>
                      <a:gd name="connsiteY32" fmla="*/ 545909 h 1580197"/>
                      <a:gd name="connsiteX33" fmla="*/ 57150 w 940118"/>
                      <a:gd name="connsiteY33" fmla="*/ 542925 h 1580197"/>
                      <a:gd name="connsiteX34" fmla="*/ 107444 w 940118"/>
                      <a:gd name="connsiteY34" fmla="*/ 431896 h 1580197"/>
                      <a:gd name="connsiteX35" fmla="*/ 106680 w 940118"/>
                      <a:gd name="connsiteY35" fmla="*/ 431483 h 1580197"/>
                      <a:gd name="connsiteX36" fmla="*/ 161925 w 940118"/>
                      <a:gd name="connsiteY36" fmla="*/ 341948 h 1580197"/>
                      <a:gd name="connsiteX37" fmla="*/ 171758 w 940118"/>
                      <a:gd name="connsiteY37" fmla="*/ 347295 h 1580197"/>
                      <a:gd name="connsiteX38" fmla="*/ 171778 w 940118"/>
                      <a:gd name="connsiteY38" fmla="*/ 347270 h 1580197"/>
                      <a:gd name="connsiteX39" fmla="*/ 161925 w 940118"/>
                      <a:gd name="connsiteY39" fmla="*/ 341948 h 1580197"/>
                      <a:gd name="connsiteX40" fmla="*/ 227648 w 940118"/>
                      <a:gd name="connsiteY40" fmla="*/ 258128 h 1580197"/>
                      <a:gd name="connsiteX41" fmla="*/ 239906 w 940118"/>
                      <a:gd name="connsiteY41" fmla="*/ 264794 h 1580197"/>
                      <a:gd name="connsiteX42" fmla="*/ 240267 w 940118"/>
                      <a:gd name="connsiteY42" fmla="*/ 264453 h 1580197"/>
                      <a:gd name="connsiteX43" fmla="*/ 228600 w 940118"/>
                      <a:gd name="connsiteY43" fmla="*/ 258128 h 1580197"/>
                      <a:gd name="connsiteX44" fmla="*/ 242888 w 940118"/>
                      <a:gd name="connsiteY44" fmla="*/ 241935 h 1580197"/>
                      <a:gd name="connsiteX45" fmla="*/ 287315 w 940118"/>
                      <a:gd name="connsiteY45" fmla="*/ 198453 h 1580197"/>
                      <a:gd name="connsiteX46" fmla="*/ 286702 w 940118"/>
                      <a:gd name="connsiteY46" fmla="*/ 198120 h 1580197"/>
                      <a:gd name="connsiteX47" fmla="*/ 359092 w 940118"/>
                      <a:gd name="connsiteY47" fmla="*/ 140970 h 1580197"/>
                      <a:gd name="connsiteX48" fmla="*/ 378434 w 940118"/>
                      <a:gd name="connsiteY48" fmla="*/ 151488 h 1580197"/>
                      <a:gd name="connsiteX49" fmla="*/ 378837 w 940118"/>
                      <a:gd name="connsiteY49" fmla="*/ 151226 h 1580197"/>
                      <a:gd name="connsiteX50" fmla="*/ 360045 w 940118"/>
                      <a:gd name="connsiteY50" fmla="*/ 140970 h 1580197"/>
                      <a:gd name="connsiteX51" fmla="*/ 486263 w 940118"/>
                      <a:gd name="connsiteY51" fmla="*/ 68845 h 1580197"/>
                      <a:gd name="connsiteX52" fmla="*/ 485775 w 940118"/>
                      <a:gd name="connsiteY52" fmla="*/ 68580 h 1580197"/>
                      <a:gd name="connsiteX53" fmla="*/ 572452 w 940118"/>
                      <a:gd name="connsiteY53" fmla="*/ 32385 h 1580197"/>
                      <a:gd name="connsiteX54" fmla="*/ 595123 w 940118"/>
                      <a:gd name="connsiteY54" fmla="*/ 44713 h 1580197"/>
                      <a:gd name="connsiteX55" fmla="*/ 595672 w 940118"/>
                      <a:gd name="connsiteY55" fmla="*/ 44538 h 1580197"/>
                      <a:gd name="connsiteX56" fmla="*/ 573405 w 940118"/>
                      <a:gd name="connsiteY56" fmla="*/ 32385 h 1580197"/>
                      <a:gd name="connsiteX57" fmla="*/ 679133 w 940118"/>
                      <a:gd name="connsiteY57" fmla="*/ 0 h 1580197"/>
                      <a:gd name="connsiteX0" fmla="*/ 812750 w 940118"/>
                      <a:gd name="connsiteY0" fmla="*/ 163017 h 1580197"/>
                      <a:gd name="connsiteX1" fmla="*/ 812706 w 940118"/>
                      <a:gd name="connsiteY1" fmla="*/ 163034 h 1580197"/>
                      <a:gd name="connsiteX2" fmla="*/ 832937 w 940118"/>
                      <a:gd name="connsiteY2" fmla="*/ 174035 h 1580197"/>
                      <a:gd name="connsiteX3" fmla="*/ 812750 w 940118"/>
                      <a:gd name="connsiteY3" fmla="*/ 163017 h 1580197"/>
                      <a:gd name="connsiteX4" fmla="*/ 679133 w 940118"/>
                      <a:gd name="connsiteY4" fmla="*/ 0 h 1580197"/>
                      <a:gd name="connsiteX5" fmla="*/ 940118 w 940118"/>
                      <a:gd name="connsiteY5" fmla="*/ 140970 h 1580197"/>
                      <a:gd name="connsiteX6" fmla="*/ 747299 w 940118"/>
                      <a:gd name="connsiteY6" fmla="*/ 210278 h 1580197"/>
                      <a:gd name="connsiteX7" fmla="*/ 747713 w 940118"/>
                      <a:gd name="connsiteY7" fmla="*/ 210503 h 1580197"/>
                      <a:gd name="connsiteX8" fmla="*/ 620078 w 940118"/>
                      <a:gd name="connsiteY8" fmla="*/ 282893 h 1580197"/>
                      <a:gd name="connsiteX9" fmla="*/ 620077 w 940118"/>
                      <a:gd name="connsiteY9" fmla="*/ 282893 h 1580197"/>
                      <a:gd name="connsiteX10" fmla="*/ 548076 w 940118"/>
                      <a:gd name="connsiteY10" fmla="*/ 339736 h 1580197"/>
                      <a:gd name="connsiteX11" fmla="*/ 548640 w 940118"/>
                      <a:gd name="connsiteY11" fmla="*/ 340043 h 1580197"/>
                      <a:gd name="connsiteX12" fmla="*/ 503873 w 940118"/>
                      <a:gd name="connsiteY12" fmla="*/ 383858 h 1580197"/>
                      <a:gd name="connsiteX13" fmla="*/ 488633 w 940118"/>
                      <a:gd name="connsiteY13" fmla="*/ 399098 h 1580197"/>
                      <a:gd name="connsiteX14" fmla="*/ 488633 w 940118"/>
                      <a:gd name="connsiteY14" fmla="*/ 400050 h 1580197"/>
                      <a:gd name="connsiteX15" fmla="*/ 422910 w 940118"/>
                      <a:gd name="connsiteY15" fmla="*/ 482918 h 1580197"/>
                      <a:gd name="connsiteX16" fmla="*/ 422910 w 940118"/>
                      <a:gd name="connsiteY16" fmla="*/ 483870 h 1580197"/>
                      <a:gd name="connsiteX17" fmla="*/ 367665 w 940118"/>
                      <a:gd name="connsiteY17" fmla="*/ 572453 h 1580197"/>
                      <a:gd name="connsiteX18" fmla="*/ 368618 w 940118"/>
                      <a:gd name="connsiteY18" fmla="*/ 573405 h 1580197"/>
                      <a:gd name="connsiteX19" fmla="*/ 317183 w 940118"/>
                      <a:gd name="connsiteY19" fmla="*/ 684847 h 1580197"/>
                      <a:gd name="connsiteX20" fmla="*/ 305241 w 940118"/>
                      <a:gd name="connsiteY20" fmla="*/ 678329 h 1580197"/>
                      <a:gd name="connsiteX21" fmla="*/ 305235 w 940118"/>
                      <a:gd name="connsiteY21" fmla="*/ 678350 h 1580197"/>
                      <a:gd name="connsiteX22" fmla="*/ 317183 w 940118"/>
                      <a:gd name="connsiteY22" fmla="*/ 684847 h 1580197"/>
                      <a:gd name="connsiteX23" fmla="*/ 260985 w 940118"/>
                      <a:gd name="connsiteY23" fmla="*/ 1014413 h 1580197"/>
                      <a:gd name="connsiteX24" fmla="*/ 342900 w 940118"/>
                      <a:gd name="connsiteY24" fmla="*/ 1373505 h 1580197"/>
                      <a:gd name="connsiteX25" fmla="*/ 546735 w 940118"/>
                      <a:gd name="connsiteY25" fmla="*/ 1580197 h 1580197"/>
                      <a:gd name="connsiteX26" fmla="*/ 285750 w 940118"/>
                      <a:gd name="connsiteY26" fmla="*/ 1438275 h 1580197"/>
                      <a:gd name="connsiteX27" fmla="*/ 81915 w 940118"/>
                      <a:gd name="connsiteY27" fmla="*/ 1231583 h 1580197"/>
                      <a:gd name="connsiteX28" fmla="*/ 0 w 940118"/>
                      <a:gd name="connsiteY28" fmla="*/ 872490 h 1580197"/>
                      <a:gd name="connsiteX29" fmla="*/ 56197 w 940118"/>
                      <a:gd name="connsiteY29" fmla="*/ 542925 h 1580197"/>
                      <a:gd name="connsiteX30" fmla="*/ 62441 w 940118"/>
                      <a:gd name="connsiteY30" fmla="*/ 546321 h 1580197"/>
                      <a:gd name="connsiteX31" fmla="*/ 62617 w 940118"/>
                      <a:gd name="connsiteY31" fmla="*/ 545909 h 1580197"/>
                      <a:gd name="connsiteX32" fmla="*/ 57150 w 940118"/>
                      <a:gd name="connsiteY32" fmla="*/ 542925 h 1580197"/>
                      <a:gd name="connsiteX33" fmla="*/ 107444 w 940118"/>
                      <a:gd name="connsiteY33" fmla="*/ 431896 h 1580197"/>
                      <a:gd name="connsiteX34" fmla="*/ 106680 w 940118"/>
                      <a:gd name="connsiteY34" fmla="*/ 431483 h 1580197"/>
                      <a:gd name="connsiteX35" fmla="*/ 161925 w 940118"/>
                      <a:gd name="connsiteY35" fmla="*/ 341948 h 1580197"/>
                      <a:gd name="connsiteX36" fmla="*/ 171758 w 940118"/>
                      <a:gd name="connsiteY36" fmla="*/ 347295 h 1580197"/>
                      <a:gd name="connsiteX37" fmla="*/ 171778 w 940118"/>
                      <a:gd name="connsiteY37" fmla="*/ 347270 h 1580197"/>
                      <a:gd name="connsiteX38" fmla="*/ 161925 w 940118"/>
                      <a:gd name="connsiteY38" fmla="*/ 341948 h 1580197"/>
                      <a:gd name="connsiteX39" fmla="*/ 227648 w 940118"/>
                      <a:gd name="connsiteY39" fmla="*/ 258128 h 1580197"/>
                      <a:gd name="connsiteX40" fmla="*/ 239906 w 940118"/>
                      <a:gd name="connsiteY40" fmla="*/ 264794 h 1580197"/>
                      <a:gd name="connsiteX41" fmla="*/ 240267 w 940118"/>
                      <a:gd name="connsiteY41" fmla="*/ 264453 h 1580197"/>
                      <a:gd name="connsiteX42" fmla="*/ 228600 w 940118"/>
                      <a:gd name="connsiteY42" fmla="*/ 258128 h 1580197"/>
                      <a:gd name="connsiteX43" fmla="*/ 242888 w 940118"/>
                      <a:gd name="connsiteY43" fmla="*/ 241935 h 1580197"/>
                      <a:gd name="connsiteX44" fmla="*/ 287315 w 940118"/>
                      <a:gd name="connsiteY44" fmla="*/ 198453 h 1580197"/>
                      <a:gd name="connsiteX45" fmla="*/ 286702 w 940118"/>
                      <a:gd name="connsiteY45" fmla="*/ 198120 h 1580197"/>
                      <a:gd name="connsiteX46" fmla="*/ 359092 w 940118"/>
                      <a:gd name="connsiteY46" fmla="*/ 140970 h 1580197"/>
                      <a:gd name="connsiteX47" fmla="*/ 378434 w 940118"/>
                      <a:gd name="connsiteY47" fmla="*/ 151488 h 1580197"/>
                      <a:gd name="connsiteX48" fmla="*/ 378837 w 940118"/>
                      <a:gd name="connsiteY48" fmla="*/ 151226 h 1580197"/>
                      <a:gd name="connsiteX49" fmla="*/ 360045 w 940118"/>
                      <a:gd name="connsiteY49" fmla="*/ 140970 h 1580197"/>
                      <a:gd name="connsiteX50" fmla="*/ 486263 w 940118"/>
                      <a:gd name="connsiteY50" fmla="*/ 68845 h 1580197"/>
                      <a:gd name="connsiteX51" fmla="*/ 485775 w 940118"/>
                      <a:gd name="connsiteY51" fmla="*/ 68580 h 1580197"/>
                      <a:gd name="connsiteX52" fmla="*/ 572452 w 940118"/>
                      <a:gd name="connsiteY52" fmla="*/ 32385 h 1580197"/>
                      <a:gd name="connsiteX53" fmla="*/ 595123 w 940118"/>
                      <a:gd name="connsiteY53" fmla="*/ 44713 h 1580197"/>
                      <a:gd name="connsiteX54" fmla="*/ 595672 w 940118"/>
                      <a:gd name="connsiteY54" fmla="*/ 44538 h 1580197"/>
                      <a:gd name="connsiteX55" fmla="*/ 573405 w 940118"/>
                      <a:gd name="connsiteY55" fmla="*/ 32385 h 1580197"/>
                      <a:gd name="connsiteX56" fmla="*/ 679133 w 940118"/>
                      <a:gd name="connsiteY56" fmla="*/ 0 h 1580197"/>
                      <a:gd name="connsiteX0" fmla="*/ 832937 w 940118"/>
                      <a:gd name="connsiteY0" fmla="*/ 174035 h 1580197"/>
                      <a:gd name="connsiteX1" fmla="*/ 812706 w 940118"/>
                      <a:gd name="connsiteY1" fmla="*/ 163034 h 1580197"/>
                      <a:gd name="connsiteX2" fmla="*/ 832937 w 940118"/>
                      <a:gd name="connsiteY2" fmla="*/ 174035 h 1580197"/>
                      <a:gd name="connsiteX3" fmla="*/ 679133 w 940118"/>
                      <a:gd name="connsiteY3" fmla="*/ 0 h 1580197"/>
                      <a:gd name="connsiteX4" fmla="*/ 940118 w 940118"/>
                      <a:gd name="connsiteY4" fmla="*/ 140970 h 1580197"/>
                      <a:gd name="connsiteX5" fmla="*/ 747299 w 940118"/>
                      <a:gd name="connsiteY5" fmla="*/ 210278 h 1580197"/>
                      <a:gd name="connsiteX6" fmla="*/ 747713 w 940118"/>
                      <a:gd name="connsiteY6" fmla="*/ 210503 h 1580197"/>
                      <a:gd name="connsiteX7" fmla="*/ 620078 w 940118"/>
                      <a:gd name="connsiteY7" fmla="*/ 282893 h 1580197"/>
                      <a:gd name="connsiteX8" fmla="*/ 620077 w 940118"/>
                      <a:gd name="connsiteY8" fmla="*/ 282893 h 1580197"/>
                      <a:gd name="connsiteX9" fmla="*/ 548076 w 940118"/>
                      <a:gd name="connsiteY9" fmla="*/ 339736 h 1580197"/>
                      <a:gd name="connsiteX10" fmla="*/ 548640 w 940118"/>
                      <a:gd name="connsiteY10" fmla="*/ 340043 h 1580197"/>
                      <a:gd name="connsiteX11" fmla="*/ 503873 w 940118"/>
                      <a:gd name="connsiteY11" fmla="*/ 383858 h 1580197"/>
                      <a:gd name="connsiteX12" fmla="*/ 488633 w 940118"/>
                      <a:gd name="connsiteY12" fmla="*/ 399098 h 1580197"/>
                      <a:gd name="connsiteX13" fmla="*/ 488633 w 940118"/>
                      <a:gd name="connsiteY13" fmla="*/ 400050 h 1580197"/>
                      <a:gd name="connsiteX14" fmla="*/ 422910 w 940118"/>
                      <a:gd name="connsiteY14" fmla="*/ 482918 h 1580197"/>
                      <a:gd name="connsiteX15" fmla="*/ 422910 w 940118"/>
                      <a:gd name="connsiteY15" fmla="*/ 483870 h 1580197"/>
                      <a:gd name="connsiteX16" fmla="*/ 367665 w 940118"/>
                      <a:gd name="connsiteY16" fmla="*/ 572453 h 1580197"/>
                      <a:gd name="connsiteX17" fmla="*/ 368618 w 940118"/>
                      <a:gd name="connsiteY17" fmla="*/ 573405 h 1580197"/>
                      <a:gd name="connsiteX18" fmla="*/ 317183 w 940118"/>
                      <a:gd name="connsiteY18" fmla="*/ 684847 h 1580197"/>
                      <a:gd name="connsiteX19" fmla="*/ 305241 w 940118"/>
                      <a:gd name="connsiteY19" fmla="*/ 678329 h 1580197"/>
                      <a:gd name="connsiteX20" fmla="*/ 305235 w 940118"/>
                      <a:gd name="connsiteY20" fmla="*/ 678350 h 1580197"/>
                      <a:gd name="connsiteX21" fmla="*/ 317183 w 940118"/>
                      <a:gd name="connsiteY21" fmla="*/ 684847 h 1580197"/>
                      <a:gd name="connsiteX22" fmla="*/ 260985 w 940118"/>
                      <a:gd name="connsiteY22" fmla="*/ 1014413 h 1580197"/>
                      <a:gd name="connsiteX23" fmla="*/ 342900 w 940118"/>
                      <a:gd name="connsiteY23" fmla="*/ 1373505 h 1580197"/>
                      <a:gd name="connsiteX24" fmla="*/ 546735 w 940118"/>
                      <a:gd name="connsiteY24" fmla="*/ 1580197 h 1580197"/>
                      <a:gd name="connsiteX25" fmla="*/ 285750 w 940118"/>
                      <a:gd name="connsiteY25" fmla="*/ 1438275 h 1580197"/>
                      <a:gd name="connsiteX26" fmla="*/ 81915 w 940118"/>
                      <a:gd name="connsiteY26" fmla="*/ 1231583 h 1580197"/>
                      <a:gd name="connsiteX27" fmla="*/ 0 w 940118"/>
                      <a:gd name="connsiteY27" fmla="*/ 872490 h 1580197"/>
                      <a:gd name="connsiteX28" fmla="*/ 56197 w 940118"/>
                      <a:gd name="connsiteY28" fmla="*/ 542925 h 1580197"/>
                      <a:gd name="connsiteX29" fmla="*/ 62441 w 940118"/>
                      <a:gd name="connsiteY29" fmla="*/ 546321 h 1580197"/>
                      <a:gd name="connsiteX30" fmla="*/ 62617 w 940118"/>
                      <a:gd name="connsiteY30" fmla="*/ 545909 h 1580197"/>
                      <a:gd name="connsiteX31" fmla="*/ 57150 w 940118"/>
                      <a:gd name="connsiteY31" fmla="*/ 542925 h 1580197"/>
                      <a:gd name="connsiteX32" fmla="*/ 107444 w 940118"/>
                      <a:gd name="connsiteY32" fmla="*/ 431896 h 1580197"/>
                      <a:gd name="connsiteX33" fmla="*/ 106680 w 940118"/>
                      <a:gd name="connsiteY33" fmla="*/ 431483 h 1580197"/>
                      <a:gd name="connsiteX34" fmla="*/ 161925 w 940118"/>
                      <a:gd name="connsiteY34" fmla="*/ 341948 h 1580197"/>
                      <a:gd name="connsiteX35" fmla="*/ 171758 w 940118"/>
                      <a:gd name="connsiteY35" fmla="*/ 347295 h 1580197"/>
                      <a:gd name="connsiteX36" fmla="*/ 171778 w 940118"/>
                      <a:gd name="connsiteY36" fmla="*/ 347270 h 1580197"/>
                      <a:gd name="connsiteX37" fmla="*/ 161925 w 940118"/>
                      <a:gd name="connsiteY37" fmla="*/ 341948 h 1580197"/>
                      <a:gd name="connsiteX38" fmla="*/ 227648 w 940118"/>
                      <a:gd name="connsiteY38" fmla="*/ 258128 h 1580197"/>
                      <a:gd name="connsiteX39" fmla="*/ 239906 w 940118"/>
                      <a:gd name="connsiteY39" fmla="*/ 264794 h 1580197"/>
                      <a:gd name="connsiteX40" fmla="*/ 240267 w 940118"/>
                      <a:gd name="connsiteY40" fmla="*/ 264453 h 1580197"/>
                      <a:gd name="connsiteX41" fmla="*/ 228600 w 940118"/>
                      <a:gd name="connsiteY41" fmla="*/ 258128 h 1580197"/>
                      <a:gd name="connsiteX42" fmla="*/ 242888 w 940118"/>
                      <a:gd name="connsiteY42" fmla="*/ 241935 h 1580197"/>
                      <a:gd name="connsiteX43" fmla="*/ 287315 w 940118"/>
                      <a:gd name="connsiteY43" fmla="*/ 198453 h 1580197"/>
                      <a:gd name="connsiteX44" fmla="*/ 286702 w 940118"/>
                      <a:gd name="connsiteY44" fmla="*/ 198120 h 1580197"/>
                      <a:gd name="connsiteX45" fmla="*/ 359092 w 940118"/>
                      <a:gd name="connsiteY45" fmla="*/ 140970 h 1580197"/>
                      <a:gd name="connsiteX46" fmla="*/ 378434 w 940118"/>
                      <a:gd name="connsiteY46" fmla="*/ 151488 h 1580197"/>
                      <a:gd name="connsiteX47" fmla="*/ 378837 w 940118"/>
                      <a:gd name="connsiteY47" fmla="*/ 151226 h 1580197"/>
                      <a:gd name="connsiteX48" fmla="*/ 360045 w 940118"/>
                      <a:gd name="connsiteY48" fmla="*/ 140970 h 1580197"/>
                      <a:gd name="connsiteX49" fmla="*/ 486263 w 940118"/>
                      <a:gd name="connsiteY49" fmla="*/ 68845 h 1580197"/>
                      <a:gd name="connsiteX50" fmla="*/ 485775 w 940118"/>
                      <a:gd name="connsiteY50" fmla="*/ 68580 h 1580197"/>
                      <a:gd name="connsiteX51" fmla="*/ 572452 w 940118"/>
                      <a:gd name="connsiteY51" fmla="*/ 32385 h 1580197"/>
                      <a:gd name="connsiteX52" fmla="*/ 595123 w 940118"/>
                      <a:gd name="connsiteY52" fmla="*/ 44713 h 1580197"/>
                      <a:gd name="connsiteX53" fmla="*/ 595672 w 940118"/>
                      <a:gd name="connsiteY53" fmla="*/ 44538 h 1580197"/>
                      <a:gd name="connsiteX54" fmla="*/ 573405 w 940118"/>
                      <a:gd name="connsiteY54" fmla="*/ 32385 h 1580197"/>
                      <a:gd name="connsiteX55" fmla="*/ 679133 w 940118"/>
                      <a:gd name="connsiteY55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171758 w 940118"/>
                      <a:gd name="connsiteY32" fmla="*/ 347295 h 1580197"/>
                      <a:gd name="connsiteX33" fmla="*/ 171778 w 940118"/>
                      <a:gd name="connsiteY33" fmla="*/ 347270 h 1580197"/>
                      <a:gd name="connsiteX34" fmla="*/ 161925 w 940118"/>
                      <a:gd name="connsiteY34" fmla="*/ 341948 h 1580197"/>
                      <a:gd name="connsiteX35" fmla="*/ 227648 w 940118"/>
                      <a:gd name="connsiteY35" fmla="*/ 258128 h 1580197"/>
                      <a:gd name="connsiteX36" fmla="*/ 239906 w 940118"/>
                      <a:gd name="connsiteY36" fmla="*/ 264794 h 1580197"/>
                      <a:gd name="connsiteX37" fmla="*/ 240267 w 940118"/>
                      <a:gd name="connsiteY37" fmla="*/ 264453 h 1580197"/>
                      <a:gd name="connsiteX38" fmla="*/ 228600 w 940118"/>
                      <a:gd name="connsiteY38" fmla="*/ 258128 h 1580197"/>
                      <a:gd name="connsiteX39" fmla="*/ 242888 w 940118"/>
                      <a:gd name="connsiteY39" fmla="*/ 241935 h 1580197"/>
                      <a:gd name="connsiteX40" fmla="*/ 287315 w 940118"/>
                      <a:gd name="connsiteY40" fmla="*/ 198453 h 1580197"/>
                      <a:gd name="connsiteX41" fmla="*/ 286702 w 940118"/>
                      <a:gd name="connsiteY41" fmla="*/ 198120 h 1580197"/>
                      <a:gd name="connsiteX42" fmla="*/ 359092 w 940118"/>
                      <a:gd name="connsiteY42" fmla="*/ 140970 h 1580197"/>
                      <a:gd name="connsiteX43" fmla="*/ 378434 w 940118"/>
                      <a:gd name="connsiteY43" fmla="*/ 151488 h 1580197"/>
                      <a:gd name="connsiteX44" fmla="*/ 378837 w 940118"/>
                      <a:gd name="connsiteY44" fmla="*/ 151226 h 1580197"/>
                      <a:gd name="connsiteX45" fmla="*/ 360045 w 940118"/>
                      <a:gd name="connsiteY45" fmla="*/ 140970 h 1580197"/>
                      <a:gd name="connsiteX46" fmla="*/ 486263 w 940118"/>
                      <a:gd name="connsiteY46" fmla="*/ 68845 h 1580197"/>
                      <a:gd name="connsiteX47" fmla="*/ 485775 w 940118"/>
                      <a:gd name="connsiteY47" fmla="*/ 68580 h 1580197"/>
                      <a:gd name="connsiteX48" fmla="*/ 572452 w 940118"/>
                      <a:gd name="connsiteY48" fmla="*/ 32385 h 1580197"/>
                      <a:gd name="connsiteX49" fmla="*/ 595123 w 940118"/>
                      <a:gd name="connsiteY49" fmla="*/ 44713 h 1580197"/>
                      <a:gd name="connsiteX50" fmla="*/ 595672 w 940118"/>
                      <a:gd name="connsiteY50" fmla="*/ 44538 h 1580197"/>
                      <a:gd name="connsiteX51" fmla="*/ 573405 w 940118"/>
                      <a:gd name="connsiteY51" fmla="*/ 32385 h 1580197"/>
                      <a:gd name="connsiteX52" fmla="*/ 679133 w 940118"/>
                      <a:gd name="connsiteY52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171758 w 940118"/>
                      <a:gd name="connsiteY32" fmla="*/ 347295 h 1580197"/>
                      <a:gd name="connsiteX33" fmla="*/ 171778 w 940118"/>
                      <a:gd name="connsiteY33" fmla="*/ 347270 h 1580197"/>
                      <a:gd name="connsiteX34" fmla="*/ 161925 w 940118"/>
                      <a:gd name="connsiteY34" fmla="*/ 341948 h 1580197"/>
                      <a:gd name="connsiteX35" fmla="*/ 227648 w 940118"/>
                      <a:gd name="connsiteY35" fmla="*/ 258128 h 1580197"/>
                      <a:gd name="connsiteX36" fmla="*/ 239906 w 940118"/>
                      <a:gd name="connsiteY36" fmla="*/ 264794 h 1580197"/>
                      <a:gd name="connsiteX37" fmla="*/ 240267 w 940118"/>
                      <a:gd name="connsiteY37" fmla="*/ 264453 h 1580197"/>
                      <a:gd name="connsiteX38" fmla="*/ 228600 w 940118"/>
                      <a:gd name="connsiteY38" fmla="*/ 258128 h 1580197"/>
                      <a:gd name="connsiteX39" fmla="*/ 242888 w 940118"/>
                      <a:gd name="connsiteY39" fmla="*/ 241935 h 1580197"/>
                      <a:gd name="connsiteX40" fmla="*/ 287315 w 940118"/>
                      <a:gd name="connsiteY40" fmla="*/ 198453 h 1580197"/>
                      <a:gd name="connsiteX41" fmla="*/ 286702 w 940118"/>
                      <a:gd name="connsiteY41" fmla="*/ 198120 h 1580197"/>
                      <a:gd name="connsiteX42" fmla="*/ 359092 w 940118"/>
                      <a:gd name="connsiteY42" fmla="*/ 140970 h 1580197"/>
                      <a:gd name="connsiteX43" fmla="*/ 378434 w 940118"/>
                      <a:gd name="connsiteY43" fmla="*/ 151488 h 1580197"/>
                      <a:gd name="connsiteX44" fmla="*/ 378837 w 940118"/>
                      <a:gd name="connsiteY44" fmla="*/ 151226 h 1580197"/>
                      <a:gd name="connsiteX45" fmla="*/ 360045 w 940118"/>
                      <a:gd name="connsiteY45" fmla="*/ 140970 h 1580197"/>
                      <a:gd name="connsiteX46" fmla="*/ 486263 w 940118"/>
                      <a:gd name="connsiteY46" fmla="*/ 68845 h 1580197"/>
                      <a:gd name="connsiteX47" fmla="*/ 485775 w 940118"/>
                      <a:gd name="connsiteY47" fmla="*/ 68580 h 1580197"/>
                      <a:gd name="connsiteX48" fmla="*/ 572452 w 940118"/>
                      <a:gd name="connsiteY48" fmla="*/ 32385 h 1580197"/>
                      <a:gd name="connsiteX49" fmla="*/ 595123 w 940118"/>
                      <a:gd name="connsiteY49" fmla="*/ 44713 h 1580197"/>
                      <a:gd name="connsiteX50" fmla="*/ 573405 w 940118"/>
                      <a:gd name="connsiteY50" fmla="*/ 32385 h 1580197"/>
                      <a:gd name="connsiteX51" fmla="*/ 679133 w 940118"/>
                      <a:gd name="connsiteY51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171758 w 940118"/>
                      <a:gd name="connsiteY32" fmla="*/ 347295 h 1580197"/>
                      <a:gd name="connsiteX33" fmla="*/ 171778 w 940118"/>
                      <a:gd name="connsiteY33" fmla="*/ 347270 h 1580197"/>
                      <a:gd name="connsiteX34" fmla="*/ 161925 w 940118"/>
                      <a:gd name="connsiteY34" fmla="*/ 341948 h 1580197"/>
                      <a:gd name="connsiteX35" fmla="*/ 227648 w 940118"/>
                      <a:gd name="connsiteY35" fmla="*/ 258128 h 1580197"/>
                      <a:gd name="connsiteX36" fmla="*/ 239906 w 940118"/>
                      <a:gd name="connsiteY36" fmla="*/ 264794 h 1580197"/>
                      <a:gd name="connsiteX37" fmla="*/ 240267 w 940118"/>
                      <a:gd name="connsiteY37" fmla="*/ 264453 h 1580197"/>
                      <a:gd name="connsiteX38" fmla="*/ 228600 w 940118"/>
                      <a:gd name="connsiteY38" fmla="*/ 258128 h 1580197"/>
                      <a:gd name="connsiteX39" fmla="*/ 242888 w 940118"/>
                      <a:gd name="connsiteY39" fmla="*/ 241935 h 1580197"/>
                      <a:gd name="connsiteX40" fmla="*/ 287315 w 940118"/>
                      <a:gd name="connsiteY40" fmla="*/ 198453 h 1580197"/>
                      <a:gd name="connsiteX41" fmla="*/ 286702 w 940118"/>
                      <a:gd name="connsiteY41" fmla="*/ 198120 h 1580197"/>
                      <a:gd name="connsiteX42" fmla="*/ 359092 w 940118"/>
                      <a:gd name="connsiteY42" fmla="*/ 140970 h 1580197"/>
                      <a:gd name="connsiteX43" fmla="*/ 378434 w 940118"/>
                      <a:gd name="connsiteY43" fmla="*/ 151488 h 1580197"/>
                      <a:gd name="connsiteX44" fmla="*/ 378837 w 940118"/>
                      <a:gd name="connsiteY44" fmla="*/ 151226 h 1580197"/>
                      <a:gd name="connsiteX45" fmla="*/ 486263 w 940118"/>
                      <a:gd name="connsiteY45" fmla="*/ 68845 h 1580197"/>
                      <a:gd name="connsiteX46" fmla="*/ 485775 w 940118"/>
                      <a:gd name="connsiteY46" fmla="*/ 68580 h 1580197"/>
                      <a:gd name="connsiteX47" fmla="*/ 572452 w 940118"/>
                      <a:gd name="connsiteY47" fmla="*/ 32385 h 1580197"/>
                      <a:gd name="connsiteX48" fmla="*/ 595123 w 940118"/>
                      <a:gd name="connsiteY48" fmla="*/ 44713 h 1580197"/>
                      <a:gd name="connsiteX49" fmla="*/ 573405 w 940118"/>
                      <a:gd name="connsiteY49" fmla="*/ 32385 h 1580197"/>
                      <a:gd name="connsiteX50" fmla="*/ 679133 w 940118"/>
                      <a:gd name="connsiteY50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171758 w 940118"/>
                      <a:gd name="connsiteY32" fmla="*/ 347295 h 1580197"/>
                      <a:gd name="connsiteX33" fmla="*/ 171778 w 940118"/>
                      <a:gd name="connsiteY33" fmla="*/ 347270 h 1580197"/>
                      <a:gd name="connsiteX34" fmla="*/ 161925 w 940118"/>
                      <a:gd name="connsiteY34" fmla="*/ 341948 h 1580197"/>
                      <a:gd name="connsiteX35" fmla="*/ 227648 w 940118"/>
                      <a:gd name="connsiteY35" fmla="*/ 258128 h 1580197"/>
                      <a:gd name="connsiteX36" fmla="*/ 239906 w 940118"/>
                      <a:gd name="connsiteY36" fmla="*/ 264794 h 1580197"/>
                      <a:gd name="connsiteX37" fmla="*/ 240267 w 940118"/>
                      <a:gd name="connsiteY37" fmla="*/ 264453 h 1580197"/>
                      <a:gd name="connsiteX38" fmla="*/ 228600 w 940118"/>
                      <a:gd name="connsiteY38" fmla="*/ 258128 h 1580197"/>
                      <a:gd name="connsiteX39" fmla="*/ 242888 w 940118"/>
                      <a:gd name="connsiteY39" fmla="*/ 241935 h 1580197"/>
                      <a:gd name="connsiteX40" fmla="*/ 287315 w 940118"/>
                      <a:gd name="connsiteY40" fmla="*/ 198453 h 1580197"/>
                      <a:gd name="connsiteX41" fmla="*/ 286702 w 940118"/>
                      <a:gd name="connsiteY41" fmla="*/ 198120 h 1580197"/>
                      <a:gd name="connsiteX42" fmla="*/ 359092 w 940118"/>
                      <a:gd name="connsiteY42" fmla="*/ 140970 h 1580197"/>
                      <a:gd name="connsiteX43" fmla="*/ 378434 w 940118"/>
                      <a:gd name="connsiteY43" fmla="*/ 151488 h 1580197"/>
                      <a:gd name="connsiteX44" fmla="*/ 486263 w 940118"/>
                      <a:gd name="connsiteY44" fmla="*/ 68845 h 1580197"/>
                      <a:gd name="connsiteX45" fmla="*/ 485775 w 940118"/>
                      <a:gd name="connsiteY45" fmla="*/ 68580 h 1580197"/>
                      <a:gd name="connsiteX46" fmla="*/ 572452 w 940118"/>
                      <a:gd name="connsiteY46" fmla="*/ 32385 h 1580197"/>
                      <a:gd name="connsiteX47" fmla="*/ 595123 w 940118"/>
                      <a:gd name="connsiteY47" fmla="*/ 44713 h 1580197"/>
                      <a:gd name="connsiteX48" fmla="*/ 573405 w 940118"/>
                      <a:gd name="connsiteY48" fmla="*/ 32385 h 1580197"/>
                      <a:gd name="connsiteX49" fmla="*/ 679133 w 940118"/>
                      <a:gd name="connsiteY49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171758 w 940118"/>
                      <a:gd name="connsiteY32" fmla="*/ 347295 h 1580197"/>
                      <a:gd name="connsiteX33" fmla="*/ 171778 w 940118"/>
                      <a:gd name="connsiteY33" fmla="*/ 347270 h 1580197"/>
                      <a:gd name="connsiteX34" fmla="*/ 161925 w 940118"/>
                      <a:gd name="connsiteY34" fmla="*/ 341948 h 1580197"/>
                      <a:gd name="connsiteX35" fmla="*/ 227648 w 940118"/>
                      <a:gd name="connsiteY35" fmla="*/ 258128 h 1580197"/>
                      <a:gd name="connsiteX36" fmla="*/ 239906 w 940118"/>
                      <a:gd name="connsiteY36" fmla="*/ 264794 h 1580197"/>
                      <a:gd name="connsiteX37" fmla="*/ 240267 w 940118"/>
                      <a:gd name="connsiteY37" fmla="*/ 264453 h 1580197"/>
                      <a:gd name="connsiteX38" fmla="*/ 228600 w 940118"/>
                      <a:gd name="connsiteY38" fmla="*/ 258128 h 1580197"/>
                      <a:gd name="connsiteX39" fmla="*/ 242888 w 940118"/>
                      <a:gd name="connsiteY39" fmla="*/ 241935 h 1580197"/>
                      <a:gd name="connsiteX40" fmla="*/ 287315 w 940118"/>
                      <a:gd name="connsiteY40" fmla="*/ 198453 h 1580197"/>
                      <a:gd name="connsiteX41" fmla="*/ 286702 w 940118"/>
                      <a:gd name="connsiteY41" fmla="*/ 198120 h 1580197"/>
                      <a:gd name="connsiteX42" fmla="*/ 359092 w 940118"/>
                      <a:gd name="connsiteY42" fmla="*/ 140970 h 1580197"/>
                      <a:gd name="connsiteX43" fmla="*/ 486263 w 940118"/>
                      <a:gd name="connsiteY43" fmla="*/ 68845 h 1580197"/>
                      <a:gd name="connsiteX44" fmla="*/ 485775 w 940118"/>
                      <a:gd name="connsiteY44" fmla="*/ 68580 h 1580197"/>
                      <a:gd name="connsiteX45" fmla="*/ 572452 w 940118"/>
                      <a:gd name="connsiteY45" fmla="*/ 32385 h 1580197"/>
                      <a:gd name="connsiteX46" fmla="*/ 595123 w 940118"/>
                      <a:gd name="connsiteY46" fmla="*/ 44713 h 1580197"/>
                      <a:gd name="connsiteX47" fmla="*/ 573405 w 940118"/>
                      <a:gd name="connsiteY47" fmla="*/ 32385 h 1580197"/>
                      <a:gd name="connsiteX48" fmla="*/ 679133 w 940118"/>
                      <a:gd name="connsiteY48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171758 w 940118"/>
                      <a:gd name="connsiteY32" fmla="*/ 347295 h 1580197"/>
                      <a:gd name="connsiteX33" fmla="*/ 171778 w 940118"/>
                      <a:gd name="connsiteY33" fmla="*/ 347270 h 1580197"/>
                      <a:gd name="connsiteX34" fmla="*/ 161925 w 940118"/>
                      <a:gd name="connsiteY34" fmla="*/ 341948 h 1580197"/>
                      <a:gd name="connsiteX35" fmla="*/ 227648 w 940118"/>
                      <a:gd name="connsiteY35" fmla="*/ 258128 h 1580197"/>
                      <a:gd name="connsiteX36" fmla="*/ 239906 w 940118"/>
                      <a:gd name="connsiteY36" fmla="*/ 264794 h 1580197"/>
                      <a:gd name="connsiteX37" fmla="*/ 240267 w 940118"/>
                      <a:gd name="connsiteY37" fmla="*/ 264453 h 1580197"/>
                      <a:gd name="connsiteX38" fmla="*/ 228600 w 940118"/>
                      <a:gd name="connsiteY38" fmla="*/ 258128 h 1580197"/>
                      <a:gd name="connsiteX39" fmla="*/ 287315 w 940118"/>
                      <a:gd name="connsiteY39" fmla="*/ 198453 h 1580197"/>
                      <a:gd name="connsiteX40" fmla="*/ 286702 w 940118"/>
                      <a:gd name="connsiteY40" fmla="*/ 198120 h 1580197"/>
                      <a:gd name="connsiteX41" fmla="*/ 359092 w 940118"/>
                      <a:gd name="connsiteY41" fmla="*/ 140970 h 1580197"/>
                      <a:gd name="connsiteX42" fmla="*/ 486263 w 940118"/>
                      <a:gd name="connsiteY42" fmla="*/ 68845 h 1580197"/>
                      <a:gd name="connsiteX43" fmla="*/ 485775 w 940118"/>
                      <a:gd name="connsiteY43" fmla="*/ 68580 h 1580197"/>
                      <a:gd name="connsiteX44" fmla="*/ 572452 w 940118"/>
                      <a:gd name="connsiteY44" fmla="*/ 32385 h 1580197"/>
                      <a:gd name="connsiteX45" fmla="*/ 595123 w 940118"/>
                      <a:gd name="connsiteY45" fmla="*/ 44713 h 1580197"/>
                      <a:gd name="connsiteX46" fmla="*/ 573405 w 940118"/>
                      <a:gd name="connsiteY46" fmla="*/ 32385 h 1580197"/>
                      <a:gd name="connsiteX47" fmla="*/ 679133 w 940118"/>
                      <a:gd name="connsiteY47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171758 w 940118"/>
                      <a:gd name="connsiteY32" fmla="*/ 347295 h 1580197"/>
                      <a:gd name="connsiteX33" fmla="*/ 171778 w 940118"/>
                      <a:gd name="connsiteY33" fmla="*/ 347270 h 1580197"/>
                      <a:gd name="connsiteX34" fmla="*/ 161925 w 940118"/>
                      <a:gd name="connsiteY34" fmla="*/ 341948 h 1580197"/>
                      <a:gd name="connsiteX35" fmla="*/ 227648 w 940118"/>
                      <a:gd name="connsiteY35" fmla="*/ 258128 h 1580197"/>
                      <a:gd name="connsiteX36" fmla="*/ 239906 w 940118"/>
                      <a:gd name="connsiteY36" fmla="*/ 264794 h 1580197"/>
                      <a:gd name="connsiteX37" fmla="*/ 228600 w 940118"/>
                      <a:gd name="connsiteY37" fmla="*/ 258128 h 1580197"/>
                      <a:gd name="connsiteX38" fmla="*/ 287315 w 940118"/>
                      <a:gd name="connsiteY38" fmla="*/ 198453 h 1580197"/>
                      <a:gd name="connsiteX39" fmla="*/ 286702 w 940118"/>
                      <a:gd name="connsiteY39" fmla="*/ 198120 h 1580197"/>
                      <a:gd name="connsiteX40" fmla="*/ 359092 w 940118"/>
                      <a:gd name="connsiteY40" fmla="*/ 140970 h 1580197"/>
                      <a:gd name="connsiteX41" fmla="*/ 486263 w 940118"/>
                      <a:gd name="connsiteY41" fmla="*/ 68845 h 1580197"/>
                      <a:gd name="connsiteX42" fmla="*/ 485775 w 940118"/>
                      <a:gd name="connsiteY42" fmla="*/ 68580 h 1580197"/>
                      <a:gd name="connsiteX43" fmla="*/ 572452 w 940118"/>
                      <a:gd name="connsiteY43" fmla="*/ 32385 h 1580197"/>
                      <a:gd name="connsiteX44" fmla="*/ 595123 w 940118"/>
                      <a:gd name="connsiteY44" fmla="*/ 44713 h 1580197"/>
                      <a:gd name="connsiteX45" fmla="*/ 573405 w 940118"/>
                      <a:gd name="connsiteY45" fmla="*/ 32385 h 1580197"/>
                      <a:gd name="connsiteX46" fmla="*/ 679133 w 940118"/>
                      <a:gd name="connsiteY46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171758 w 940118"/>
                      <a:gd name="connsiteY32" fmla="*/ 347295 h 1580197"/>
                      <a:gd name="connsiteX33" fmla="*/ 171778 w 940118"/>
                      <a:gd name="connsiteY33" fmla="*/ 347270 h 1580197"/>
                      <a:gd name="connsiteX34" fmla="*/ 161925 w 940118"/>
                      <a:gd name="connsiteY34" fmla="*/ 341948 h 1580197"/>
                      <a:gd name="connsiteX35" fmla="*/ 227648 w 940118"/>
                      <a:gd name="connsiteY35" fmla="*/ 258128 h 1580197"/>
                      <a:gd name="connsiteX36" fmla="*/ 239906 w 940118"/>
                      <a:gd name="connsiteY36" fmla="*/ 264794 h 1580197"/>
                      <a:gd name="connsiteX37" fmla="*/ 287315 w 940118"/>
                      <a:gd name="connsiteY37" fmla="*/ 198453 h 1580197"/>
                      <a:gd name="connsiteX38" fmla="*/ 286702 w 940118"/>
                      <a:gd name="connsiteY38" fmla="*/ 198120 h 1580197"/>
                      <a:gd name="connsiteX39" fmla="*/ 359092 w 940118"/>
                      <a:gd name="connsiteY39" fmla="*/ 140970 h 1580197"/>
                      <a:gd name="connsiteX40" fmla="*/ 486263 w 940118"/>
                      <a:gd name="connsiteY40" fmla="*/ 68845 h 1580197"/>
                      <a:gd name="connsiteX41" fmla="*/ 485775 w 940118"/>
                      <a:gd name="connsiteY41" fmla="*/ 68580 h 1580197"/>
                      <a:gd name="connsiteX42" fmla="*/ 572452 w 940118"/>
                      <a:gd name="connsiteY42" fmla="*/ 32385 h 1580197"/>
                      <a:gd name="connsiteX43" fmla="*/ 595123 w 940118"/>
                      <a:gd name="connsiteY43" fmla="*/ 44713 h 1580197"/>
                      <a:gd name="connsiteX44" fmla="*/ 573405 w 940118"/>
                      <a:gd name="connsiteY44" fmla="*/ 32385 h 1580197"/>
                      <a:gd name="connsiteX45" fmla="*/ 679133 w 940118"/>
                      <a:gd name="connsiteY45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171758 w 940118"/>
                      <a:gd name="connsiteY32" fmla="*/ 347295 h 1580197"/>
                      <a:gd name="connsiteX33" fmla="*/ 171778 w 940118"/>
                      <a:gd name="connsiteY33" fmla="*/ 347270 h 1580197"/>
                      <a:gd name="connsiteX34" fmla="*/ 161925 w 940118"/>
                      <a:gd name="connsiteY34" fmla="*/ 341948 h 1580197"/>
                      <a:gd name="connsiteX35" fmla="*/ 227648 w 940118"/>
                      <a:gd name="connsiteY35" fmla="*/ 258128 h 1580197"/>
                      <a:gd name="connsiteX36" fmla="*/ 287315 w 940118"/>
                      <a:gd name="connsiteY36" fmla="*/ 198453 h 1580197"/>
                      <a:gd name="connsiteX37" fmla="*/ 286702 w 940118"/>
                      <a:gd name="connsiteY37" fmla="*/ 198120 h 1580197"/>
                      <a:gd name="connsiteX38" fmla="*/ 359092 w 940118"/>
                      <a:gd name="connsiteY38" fmla="*/ 140970 h 1580197"/>
                      <a:gd name="connsiteX39" fmla="*/ 486263 w 940118"/>
                      <a:gd name="connsiteY39" fmla="*/ 68845 h 1580197"/>
                      <a:gd name="connsiteX40" fmla="*/ 485775 w 940118"/>
                      <a:gd name="connsiteY40" fmla="*/ 68580 h 1580197"/>
                      <a:gd name="connsiteX41" fmla="*/ 572452 w 940118"/>
                      <a:gd name="connsiteY41" fmla="*/ 32385 h 1580197"/>
                      <a:gd name="connsiteX42" fmla="*/ 595123 w 940118"/>
                      <a:gd name="connsiteY42" fmla="*/ 44713 h 1580197"/>
                      <a:gd name="connsiteX43" fmla="*/ 573405 w 940118"/>
                      <a:gd name="connsiteY43" fmla="*/ 32385 h 1580197"/>
                      <a:gd name="connsiteX44" fmla="*/ 679133 w 940118"/>
                      <a:gd name="connsiteY44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171758 w 940118"/>
                      <a:gd name="connsiteY32" fmla="*/ 347295 h 1580197"/>
                      <a:gd name="connsiteX33" fmla="*/ 161925 w 940118"/>
                      <a:gd name="connsiteY33" fmla="*/ 341948 h 1580197"/>
                      <a:gd name="connsiteX34" fmla="*/ 227648 w 940118"/>
                      <a:gd name="connsiteY34" fmla="*/ 258128 h 1580197"/>
                      <a:gd name="connsiteX35" fmla="*/ 287315 w 940118"/>
                      <a:gd name="connsiteY35" fmla="*/ 198453 h 1580197"/>
                      <a:gd name="connsiteX36" fmla="*/ 286702 w 940118"/>
                      <a:gd name="connsiteY36" fmla="*/ 198120 h 1580197"/>
                      <a:gd name="connsiteX37" fmla="*/ 359092 w 940118"/>
                      <a:gd name="connsiteY37" fmla="*/ 140970 h 1580197"/>
                      <a:gd name="connsiteX38" fmla="*/ 486263 w 940118"/>
                      <a:gd name="connsiteY38" fmla="*/ 68845 h 1580197"/>
                      <a:gd name="connsiteX39" fmla="*/ 485775 w 940118"/>
                      <a:gd name="connsiteY39" fmla="*/ 68580 h 1580197"/>
                      <a:gd name="connsiteX40" fmla="*/ 572452 w 940118"/>
                      <a:gd name="connsiteY40" fmla="*/ 32385 h 1580197"/>
                      <a:gd name="connsiteX41" fmla="*/ 595123 w 940118"/>
                      <a:gd name="connsiteY41" fmla="*/ 44713 h 1580197"/>
                      <a:gd name="connsiteX42" fmla="*/ 573405 w 940118"/>
                      <a:gd name="connsiteY42" fmla="*/ 32385 h 1580197"/>
                      <a:gd name="connsiteX43" fmla="*/ 679133 w 940118"/>
                      <a:gd name="connsiteY43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171758 w 940118"/>
                      <a:gd name="connsiteY32" fmla="*/ 347295 h 1580197"/>
                      <a:gd name="connsiteX33" fmla="*/ 227648 w 940118"/>
                      <a:gd name="connsiteY33" fmla="*/ 258128 h 1580197"/>
                      <a:gd name="connsiteX34" fmla="*/ 287315 w 940118"/>
                      <a:gd name="connsiteY34" fmla="*/ 198453 h 1580197"/>
                      <a:gd name="connsiteX35" fmla="*/ 286702 w 940118"/>
                      <a:gd name="connsiteY35" fmla="*/ 198120 h 1580197"/>
                      <a:gd name="connsiteX36" fmla="*/ 359092 w 940118"/>
                      <a:gd name="connsiteY36" fmla="*/ 140970 h 1580197"/>
                      <a:gd name="connsiteX37" fmla="*/ 486263 w 940118"/>
                      <a:gd name="connsiteY37" fmla="*/ 68845 h 1580197"/>
                      <a:gd name="connsiteX38" fmla="*/ 485775 w 940118"/>
                      <a:gd name="connsiteY38" fmla="*/ 68580 h 1580197"/>
                      <a:gd name="connsiteX39" fmla="*/ 572452 w 940118"/>
                      <a:gd name="connsiteY39" fmla="*/ 32385 h 1580197"/>
                      <a:gd name="connsiteX40" fmla="*/ 595123 w 940118"/>
                      <a:gd name="connsiteY40" fmla="*/ 44713 h 1580197"/>
                      <a:gd name="connsiteX41" fmla="*/ 573405 w 940118"/>
                      <a:gd name="connsiteY41" fmla="*/ 32385 h 1580197"/>
                      <a:gd name="connsiteX42" fmla="*/ 679133 w 940118"/>
                      <a:gd name="connsiteY42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161925 w 940118"/>
                      <a:gd name="connsiteY31" fmla="*/ 341948 h 1580197"/>
                      <a:gd name="connsiteX32" fmla="*/ 227648 w 940118"/>
                      <a:gd name="connsiteY32" fmla="*/ 258128 h 1580197"/>
                      <a:gd name="connsiteX33" fmla="*/ 287315 w 940118"/>
                      <a:gd name="connsiteY33" fmla="*/ 198453 h 1580197"/>
                      <a:gd name="connsiteX34" fmla="*/ 286702 w 940118"/>
                      <a:gd name="connsiteY34" fmla="*/ 198120 h 1580197"/>
                      <a:gd name="connsiteX35" fmla="*/ 359092 w 940118"/>
                      <a:gd name="connsiteY35" fmla="*/ 140970 h 1580197"/>
                      <a:gd name="connsiteX36" fmla="*/ 486263 w 940118"/>
                      <a:gd name="connsiteY36" fmla="*/ 68845 h 1580197"/>
                      <a:gd name="connsiteX37" fmla="*/ 485775 w 940118"/>
                      <a:gd name="connsiteY37" fmla="*/ 68580 h 1580197"/>
                      <a:gd name="connsiteX38" fmla="*/ 572452 w 940118"/>
                      <a:gd name="connsiteY38" fmla="*/ 32385 h 1580197"/>
                      <a:gd name="connsiteX39" fmla="*/ 595123 w 940118"/>
                      <a:gd name="connsiteY39" fmla="*/ 44713 h 1580197"/>
                      <a:gd name="connsiteX40" fmla="*/ 573405 w 940118"/>
                      <a:gd name="connsiteY40" fmla="*/ 32385 h 1580197"/>
                      <a:gd name="connsiteX41" fmla="*/ 679133 w 940118"/>
                      <a:gd name="connsiteY41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227648 w 940118"/>
                      <a:gd name="connsiteY31" fmla="*/ 258128 h 1580197"/>
                      <a:gd name="connsiteX32" fmla="*/ 287315 w 940118"/>
                      <a:gd name="connsiteY32" fmla="*/ 198453 h 1580197"/>
                      <a:gd name="connsiteX33" fmla="*/ 286702 w 940118"/>
                      <a:gd name="connsiteY33" fmla="*/ 198120 h 1580197"/>
                      <a:gd name="connsiteX34" fmla="*/ 359092 w 940118"/>
                      <a:gd name="connsiteY34" fmla="*/ 140970 h 1580197"/>
                      <a:gd name="connsiteX35" fmla="*/ 486263 w 940118"/>
                      <a:gd name="connsiteY35" fmla="*/ 68845 h 1580197"/>
                      <a:gd name="connsiteX36" fmla="*/ 485775 w 940118"/>
                      <a:gd name="connsiteY36" fmla="*/ 68580 h 1580197"/>
                      <a:gd name="connsiteX37" fmla="*/ 572452 w 940118"/>
                      <a:gd name="connsiteY37" fmla="*/ 32385 h 1580197"/>
                      <a:gd name="connsiteX38" fmla="*/ 595123 w 940118"/>
                      <a:gd name="connsiteY38" fmla="*/ 44713 h 1580197"/>
                      <a:gd name="connsiteX39" fmla="*/ 573405 w 940118"/>
                      <a:gd name="connsiteY39" fmla="*/ 32385 h 1580197"/>
                      <a:gd name="connsiteX40" fmla="*/ 679133 w 940118"/>
                      <a:gd name="connsiteY40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227648 w 940118"/>
                      <a:gd name="connsiteY31" fmla="*/ 258128 h 1580197"/>
                      <a:gd name="connsiteX32" fmla="*/ 287315 w 940118"/>
                      <a:gd name="connsiteY32" fmla="*/ 198453 h 1580197"/>
                      <a:gd name="connsiteX33" fmla="*/ 359092 w 940118"/>
                      <a:gd name="connsiteY33" fmla="*/ 140970 h 1580197"/>
                      <a:gd name="connsiteX34" fmla="*/ 486263 w 940118"/>
                      <a:gd name="connsiteY34" fmla="*/ 68845 h 1580197"/>
                      <a:gd name="connsiteX35" fmla="*/ 485775 w 940118"/>
                      <a:gd name="connsiteY35" fmla="*/ 68580 h 1580197"/>
                      <a:gd name="connsiteX36" fmla="*/ 572452 w 940118"/>
                      <a:gd name="connsiteY36" fmla="*/ 32385 h 1580197"/>
                      <a:gd name="connsiteX37" fmla="*/ 595123 w 940118"/>
                      <a:gd name="connsiteY37" fmla="*/ 44713 h 1580197"/>
                      <a:gd name="connsiteX38" fmla="*/ 573405 w 940118"/>
                      <a:gd name="connsiteY38" fmla="*/ 32385 h 1580197"/>
                      <a:gd name="connsiteX39" fmla="*/ 679133 w 940118"/>
                      <a:gd name="connsiteY39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503873 w 940118"/>
                      <a:gd name="connsiteY8" fmla="*/ 383858 h 1580197"/>
                      <a:gd name="connsiteX9" fmla="*/ 488633 w 940118"/>
                      <a:gd name="connsiteY9" fmla="*/ 399098 h 1580197"/>
                      <a:gd name="connsiteX10" fmla="*/ 488633 w 940118"/>
                      <a:gd name="connsiteY10" fmla="*/ 400050 h 1580197"/>
                      <a:gd name="connsiteX11" fmla="*/ 422910 w 940118"/>
                      <a:gd name="connsiteY11" fmla="*/ 482918 h 1580197"/>
                      <a:gd name="connsiteX12" fmla="*/ 422910 w 940118"/>
                      <a:gd name="connsiteY12" fmla="*/ 483870 h 1580197"/>
                      <a:gd name="connsiteX13" fmla="*/ 367665 w 940118"/>
                      <a:gd name="connsiteY13" fmla="*/ 572453 h 1580197"/>
                      <a:gd name="connsiteX14" fmla="*/ 368618 w 940118"/>
                      <a:gd name="connsiteY14" fmla="*/ 573405 h 1580197"/>
                      <a:gd name="connsiteX15" fmla="*/ 317183 w 940118"/>
                      <a:gd name="connsiteY15" fmla="*/ 684847 h 1580197"/>
                      <a:gd name="connsiteX16" fmla="*/ 305241 w 940118"/>
                      <a:gd name="connsiteY16" fmla="*/ 678329 h 1580197"/>
                      <a:gd name="connsiteX17" fmla="*/ 305235 w 940118"/>
                      <a:gd name="connsiteY17" fmla="*/ 678350 h 1580197"/>
                      <a:gd name="connsiteX18" fmla="*/ 317183 w 940118"/>
                      <a:gd name="connsiteY18" fmla="*/ 684847 h 1580197"/>
                      <a:gd name="connsiteX19" fmla="*/ 260985 w 940118"/>
                      <a:gd name="connsiteY19" fmla="*/ 1014413 h 1580197"/>
                      <a:gd name="connsiteX20" fmla="*/ 342900 w 940118"/>
                      <a:gd name="connsiteY20" fmla="*/ 1373505 h 1580197"/>
                      <a:gd name="connsiteX21" fmla="*/ 546735 w 940118"/>
                      <a:gd name="connsiteY21" fmla="*/ 1580197 h 1580197"/>
                      <a:gd name="connsiteX22" fmla="*/ 285750 w 940118"/>
                      <a:gd name="connsiteY22" fmla="*/ 1438275 h 1580197"/>
                      <a:gd name="connsiteX23" fmla="*/ 81915 w 940118"/>
                      <a:gd name="connsiteY23" fmla="*/ 1231583 h 1580197"/>
                      <a:gd name="connsiteX24" fmla="*/ 0 w 940118"/>
                      <a:gd name="connsiteY24" fmla="*/ 872490 h 1580197"/>
                      <a:gd name="connsiteX25" fmla="*/ 56197 w 940118"/>
                      <a:gd name="connsiteY25" fmla="*/ 542925 h 1580197"/>
                      <a:gd name="connsiteX26" fmla="*/ 62441 w 940118"/>
                      <a:gd name="connsiteY26" fmla="*/ 546321 h 1580197"/>
                      <a:gd name="connsiteX27" fmla="*/ 62617 w 940118"/>
                      <a:gd name="connsiteY27" fmla="*/ 545909 h 1580197"/>
                      <a:gd name="connsiteX28" fmla="*/ 57150 w 940118"/>
                      <a:gd name="connsiteY28" fmla="*/ 542925 h 1580197"/>
                      <a:gd name="connsiteX29" fmla="*/ 107444 w 940118"/>
                      <a:gd name="connsiteY29" fmla="*/ 431896 h 1580197"/>
                      <a:gd name="connsiteX30" fmla="*/ 106680 w 940118"/>
                      <a:gd name="connsiteY30" fmla="*/ 431483 h 1580197"/>
                      <a:gd name="connsiteX31" fmla="*/ 227648 w 940118"/>
                      <a:gd name="connsiteY31" fmla="*/ 258128 h 1580197"/>
                      <a:gd name="connsiteX32" fmla="*/ 287315 w 940118"/>
                      <a:gd name="connsiteY32" fmla="*/ 198453 h 1580197"/>
                      <a:gd name="connsiteX33" fmla="*/ 359092 w 940118"/>
                      <a:gd name="connsiteY33" fmla="*/ 140970 h 1580197"/>
                      <a:gd name="connsiteX34" fmla="*/ 486263 w 940118"/>
                      <a:gd name="connsiteY34" fmla="*/ 68845 h 1580197"/>
                      <a:gd name="connsiteX35" fmla="*/ 485775 w 940118"/>
                      <a:gd name="connsiteY35" fmla="*/ 68580 h 1580197"/>
                      <a:gd name="connsiteX36" fmla="*/ 572452 w 940118"/>
                      <a:gd name="connsiteY36" fmla="*/ 32385 h 1580197"/>
                      <a:gd name="connsiteX37" fmla="*/ 573405 w 940118"/>
                      <a:gd name="connsiteY37" fmla="*/ 32385 h 1580197"/>
                      <a:gd name="connsiteX38" fmla="*/ 679133 w 940118"/>
                      <a:gd name="connsiteY38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488633 w 940118"/>
                      <a:gd name="connsiteY8" fmla="*/ 399098 h 1580197"/>
                      <a:gd name="connsiteX9" fmla="*/ 488633 w 940118"/>
                      <a:gd name="connsiteY9" fmla="*/ 400050 h 1580197"/>
                      <a:gd name="connsiteX10" fmla="*/ 422910 w 940118"/>
                      <a:gd name="connsiteY10" fmla="*/ 482918 h 1580197"/>
                      <a:gd name="connsiteX11" fmla="*/ 422910 w 940118"/>
                      <a:gd name="connsiteY11" fmla="*/ 483870 h 1580197"/>
                      <a:gd name="connsiteX12" fmla="*/ 367665 w 940118"/>
                      <a:gd name="connsiteY12" fmla="*/ 572453 h 1580197"/>
                      <a:gd name="connsiteX13" fmla="*/ 368618 w 940118"/>
                      <a:gd name="connsiteY13" fmla="*/ 573405 h 1580197"/>
                      <a:gd name="connsiteX14" fmla="*/ 317183 w 940118"/>
                      <a:gd name="connsiteY14" fmla="*/ 684847 h 1580197"/>
                      <a:gd name="connsiteX15" fmla="*/ 305241 w 940118"/>
                      <a:gd name="connsiteY15" fmla="*/ 678329 h 1580197"/>
                      <a:gd name="connsiteX16" fmla="*/ 305235 w 940118"/>
                      <a:gd name="connsiteY16" fmla="*/ 678350 h 1580197"/>
                      <a:gd name="connsiteX17" fmla="*/ 317183 w 940118"/>
                      <a:gd name="connsiteY17" fmla="*/ 684847 h 1580197"/>
                      <a:gd name="connsiteX18" fmla="*/ 260985 w 940118"/>
                      <a:gd name="connsiteY18" fmla="*/ 1014413 h 1580197"/>
                      <a:gd name="connsiteX19" fmla="*/ 342900 w 940118"/>
                      <a:gd name="connsiteY19" fmla="*/ 1373505 h 1580197"/>
                      <a:gd name="connsiteX20" fmla="*/ 546735 w 940118"/>
                      <a:gd name="connsiteY20" fmla="*/ 1580197 h 1580197"/>
                      <a:gd name="connsiteX21" fmla="*/ 285750 w 940118"/>
                      <a:gd name="connsiteY21" fmla="*/ 1438275 h 1580197"/>
                      <a:gd name="connsiteX22" fmla="*/ 81915 w 940118"/>
                      <a:gd name="connsiteY22" fmla="*/ 1231583 h 1580197"/>
                      <a:gd name="connsiteX23" fmla="*/ 0 w 940118"/>
                      <a:gd name="connsiteY23" fmla="*/ 872490 h 1580197"/>
                      <a:gd name="connsiteX24" fmla="*/ 56197 w 940118"/>
                      <a:gd name="connsiteY24" fmla="*/ 542925 h 1580197"/>
                      <a:gd name="connsiteX25" fmla="*/ 62441 w 940118"/>
                      <a:gd name="connsiteY25" fmla="*/ 546321 h 1580197"/>
                      <a:gd name="connsiteX26" fmla="*/ 62617 w 940118"/>
                      <a:gd name="connsiteY26" fmla="*/ 545909 h 1580197"/>
                      <a:gd name="connsiteX27" fmla="*/ 57150 w 940118"/>
                      <a:gd name="connsiteY27" fmla="*/ 542925 h 1580197"/>
                      <a:gd name="connsiteX28" fmla="*/ 107444 w 940118"/>
                      <a:gd name="connsiteY28" fmla="*/ 431896 h 1580197"/>
                      <a:gd name="connsiteX29" fmla="*/ 106680 w 940118"/>
                      <a:gd name="connsiteY29" fmla="*/ 431483 h 1580197"/>
                      <a:gd name="connsiteX30" fmla="*/ 227648 w 940118"/>
                      <a:gd name="connsiteY30" fmla="*/ 258128 h 1580197"/>
                      <a:gd name="connsiteX31" fmla="*/ 287315 w 940118"/>
                      <a:gd name="connsiteY31" fmla="*/ 198453 h 1580197"/>
                      <a:gd name="connsiteX32" fmla="*/ 359092 w 940118"/>
                      <a:gd name="connsiteY32" fmla="*/ 140970 h 1580197"/>
                      <a:gd name="connsiteX33" fmla="*/ 486263 w 940118"/>
                      <a:gd name="connsiteY33" fmla="*/ 68845 h 1580197"/>
                      <a:gd name="connsiteX34" fmla="*/ 485775 w 940118"/>
                      <a:gd name="connsiteY34" fmla="*/ 68580 h 1580197"/>
                      <a:gd name="connsiteX35" fmla="*/ 572452 w 940118"/>
                      <a:gd name="connsiteY35" fmla="*/ 32385 h 1580197"/>
                      <a:gd name="connsiteX36" fmla="*/ 573405 w 940118"/>
                      <a:gd name="connsiteY36" fmla="*/ 32385 h 1580197"/>
                      <a:gd name="connsiteX37" fmla="*/ 679133 w 940118"/>
                      <a:gd name="connsiteY37" fmla="*/ 0 h 1580197"/>
                      <a:gd name="connsiteX0" fmla="*/ 679133 w 940118"/>
                      <a:gd name="connsiteY0" fmla="*/ 0 h 1580197"/>
                      <a:gd name="connsiteX1" fmla="*/ 940118 w 940118"/>
                      <a:gd name="connsiteY1" fmla="*/ 140970 h 1580197"/>
                      <a:gd name="connsiteX2" fmla="*/ 747299 w 940118"/>
                      <a:gd name="connsiteY2" fmla="*/ 210278 h 1580197"/>
                      <a:gd name="connsiteX3" fmla="*/ 747713 w 940118"/>
                      <a:gd name="connsiteY3" fmla="*/ 210503 h 1580197"/>
                      <a:gd name="connsiteX4" fmla="*/ 620078 w 940118"/>
                      <a:gd name="connsiteY4" fmla="*/ 282893 h 1580197"/>
                      <a:gd name="connsiteX5" fmla="*/ 620077 w 940118"/>
                      <a:gd name="connsiteY5" fmla="*/ 282893 h 1580197"/>
                      <a:gd name="connsiteX6" fmla="*/ 548076 w 940118"/>
                      <a:gd name="connsiteY6" fmla="*/ 339736 h 1580197"/>
                      <a:gd name="connsiteX7" fmla="*/ 548640 w 940118"/>
                      <a:gd name="connsiteY7" fmla="*/ 340043 h 1580197"/>
                      <a:gd name="connsiteX8" fmla="*/ 488633 w 940118"/>
                      <a:gd name="connsiteY8" fmla="*/ 399098 h 1580197"/>
                      <a:gd name="connsiteX9" fmla="*/ 488633 w 940118"/>
                      <a:gd name="connsiteY9" fmla="*/ 400050 h 1580197"/>
                      <a:gd name="connsiteX10" fmla="*/ 422910 w 940118"/>
                      <a:gd name="connsiteY10" fmla="*/ 482918 h 1580197"/>
                      <a:gd name="connsiteX11" fmla="*/ 422910 w 940118"/>
                      <a:gd name="connsiteY11" fmla="*/ 483870 h 1580197"/>
                      <a:gd name="connsiteX12" fmla="*/ 367665 w 940118"/>
                      <a:gd name="connsiteY12" fmla="*/ 572453 h 1580197"/>
                      <a:gd name="connsiteX13" fmla="*/ 368618 w 940118"/>
                      <a:gd name="connsiteY13" fmla="*/ 573405 h 1580197"/>
                      <a:gd name="connsiteX14" fmla="*/ 317183 w 940118"/>
                      <a:gd name="connsiteY14" fmla="*/ 684847 h 1580197"/>
                      <a:gd name="connsiteX15" fmla="*/ 305241 w 940118"/>
                      <a:gd name="connsiteY15" fmla="*/ 678329 h 1580197"/>
                      <a:gd name="connsiteX16" fmla="*/ 317183 w 940118"/>
                      <a:gd name="connsiteY16" fmla="*/ 684847 h 1580197"/>
                      <a:gd name="connsiteX17" fmla="*/ 260985 w 940118"/>
                      <a:gd name="connsiteY17" fmla="*/ 1014413 h 1580197"/>
                      <a:gd name="connsiteX18" fmla="*/ 342900 w 940118"/>
                      <a:gd name="connsiteY18" fmla="*/ 1373505 h 1580197"/>
                      <a:gd name="connsiteX19" fmla="*/ 546735 w 940118"/>
                      <a:gd name="connsiteY19" fmla="*/ 1580197 h 1580197"/>
                      <a:gd name="connsiteX20" fmla="*/ 285750 w 940118"/>
                      <a:gd name="connsiteY20" fmla="*/ 1438275 h 1580197"/>
                      <a:gd name="connsiteX21" fmla="*/ 81915 w 940118"/>
                      <a:gd name="connsiteY21" fmla="*/ 1231583 h 1580197"/>
                      <a:gd name="connsiteX22" fmla="*/ 0 w 940118"/>
                      <a:gd name="connsiteY22" fmla="*/ 872490 h 1580197"/>
                      <a:gd name="connsiteX23" fmla="*/ 56197 w 940118"/>
                      <a:gd name="connsiteY23" fmla="*/ 542925 h 1580197"/>
                      <a:gd name="connsiteX24" fmla="*/ 62441 w 940118"/>
                      <a:gd name="connsiteY24" fmla="*/ 546321 h 1580197"/>
                      <a:gd name="connsiteX25" fmla="*/ 62617 w 940118"/>
                      <a:gd name="connsiteY25" fmla="*/ 545909 h 1580197"/>
                      <a:gd name="connsiteX26" fmla="*/ 57150 w 940118"/>
                      <a:gd name="connsiteY26" fmla="*/ 542925 h 1580197"/>
                      <a:gd name="connsiteX27" fmla="*/ 107444 w 940118"/>
                      <a:gd name="connsiteY27" fmla="*/ 431896 h 1580197"/>
                      <a:gd name="connsiteX28" fmla="*/ 106680 w 940118"/>
                      <a:gd name="connsiteY28" fmla="*/ 431483 h 1580197"/>
                      <a:gd name="connsiteX29" fmla="*/ 227648 w 940118"/>
                      <a:gd name="connsiteY29" fmla="*/ 258128 h 1580197"/>
                      <a:gd name="connsiteX30" fmla="*/ 287315 w 940118"/>
                      <a:gd name="connsiteY30" fmla="*/ 198453 h 1580197"/>
                      <a:gd name="connsiteX31" fmla="*/ 359092 w 940118"/>
                      <a:gd name="connsiteY31" fmla="*/ 140970 h 1580197"/>
                      <a:gd name="connsiteX32" fmla="*/ 486263 w 940118"/>
                      <a:gd name="connsiteY32" fmla="*/ 68845 h 1580197"/>
                      <a:gd name="connsiteX33" fmla="*/ 485775 w 940118"/>
                      <a:gd name="connsiteY33" fmla="*/ 68580 h 1580197"/>
                      <a:gd name="connsiteX34" fmla="*/ 572452 w 940118"/>
                      <a:gd name="connsiteY34" fmla="*/ 32385 h 1580197"/>
                      <a:gd name="connsiteX35" fmla="*/ 573405 w 940118"/>
                      <a:gd name="connsiteY35" fmla="*/ 32385 h 1580197"/>
                      <a:gd name="connsiteX36" fmla="*/ 679133 w 940118"/>
                      <a:gd name="connsiteY36" fmla="*/ 0 h 1580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</a:cxnLst>
                    <a:rect l="l" t="t" r="r" b="b"/>
                    <a:pathLst>
                      <a:path w="940118" h="1580197">
                        <a:moveTo>
                          <a:pt x="679133" y="0"/>
                        </a:moveTo>
                        <a:lnTo>
                          <a:pt x="940118" y="140970"/>
                        </a:lnTo>
                        <a:lnTo>
                          <a:pt x="747299" y="210278"/>
                        </a:lnTo>
                        <a:lnTo>
                          <a:pt x="747713" y="210503"/>
                        </a:lnTo>
                        <a:cubicBezTo>
                          <a:pt x="701040" y="232410"/>
                          <a:pt x="658178" y="256223"/>
                          <a:pt x="620078" y="282893"/>
                        </a:cubicBezTo>
                        <a:lnTo>
                          <a:pt x="620077" y="282893"/>
                        </a:lnTo>
                        <a:lnTo>
                          <a:pt x="548076" y="339736"/>
                        </a:lnTo>
                        <a:lnTo>
                          <a:pt x="548640" y="340043"/>
                        </a:lnTo>
                        <a:cubicBezTo>
                          <a:pt x="538733" y="349937"/>
                          <a:pt x="498634" y="389097"/>
                          <a:pt x="488633" y="399098"/>
                        </a:cubicBezTo>
                        <a:lnTo>
                          <a:pt x="488633" y="400050"/>
                        </a:lnTo>
                        <a:cubicBezTo>
                          <a:pt x="464820" y="426720"/>
                          <a:pt x="442913" y="454343"/>
                          <a:pt x="422910" y="482918"/>
                        </a:cubicBezTo>
                        <a:lnTo>
                          <a:pt x="422910" y="483870"/>
                        </a:lnTo>
                        <a:cubicBezTo>
                          <a:pt x="402908" y="512445"/>
                          <a:pt x="383858" y="541973"/>
                          <a:pt x="367665" y="572453"/>
                        </a:cubicBezTo>
                        <a:lnTo>
                          <a:pt x="368618" y="573405"/>
                        </a:lnTo>
                        <a:cubicBezTo>
                          <a:pt x="347663" y="608647"/>
                          <a:pt x="331470" y="645795"/>
                          <a:pt x="317183" y="684847"/>
                        </a:cubicBezTo>
                        <a:lnTo>
                          <a:pt x="305241" y="678329"/>
                        </a:lnTo>
                        <a:lnTo>
                          <a:pt x="317183" y="684847"/>
                        </a:lnTo>
                        <a:cubicBezTo>
                          <a:pt x="280035" y="786765"/>
                          <a:pt x="260985" y="896303"/>
                          <a:pt x="260985" y="1014413"/>
                        </a:cubicBezTo>
                        <a:cubicBezTo>
                          <a:pt x="260985" y="1152525"/>
                          <a:pt x="287655" y="1272540"/>
                          <a:pt x="342900" y="1373505"/>
                        </a:cubicBezTo>
                        <a:cubicBezTo>
                          <a:pt x="391478" y="1463993"/>
                          <a:pt x="460058" y="1532572"/>
                          <a:pt x="546735" y="1580197"/>
                        </a:cubicBezTo>
                        <a:lnTo>
                          <a:pt x="285750" y="1438275"/>
                        </a:lnTo>
                        <a:cubicBezTo>
                          <a:pt x="199073" y="1390650"/>
                          <a:pt x="130493" y="1322070"/>
                          <a:pt x="81915" y="1231583"/>
                        </a:cubicBezTo>
                        <a:cubicBezTo>
                          <a:pt x="27622" y="1130618"/>
                          <a:pt x="0" y="1010603"/>
                          <a:pt x="0" y="872490"/>
                        </a:cubicBezTo>
                        <a:cubicBezTo>
                          <a:pt x="0" y="754380"/>
                          <a:pt x="19050" y="644842"/>
                          <a:pt x="56197" y="542925"/>
                        </a:cubicBezTo>
                        <a:lnTo>
                          <a:pt x="62441" y="546321"/>
                        </a:lnTo>
                        <a:cubicBezTo>
                          <a:pt x="62500" y="546184"/>
                          <a:pt x="62558" y="546046"/>
                          <a:pt x="62617" y="545909"/>
                        </a:cubicBezTo>
                        <a:lnTo>
                          <a:pt x="57150" y="542925"/>
                        </a:lnTo>
                        <a:lnTo>
                          <a:pt x="107444" y="431896"/>
                        </a:lnTo>
                        <a:lnTo>
                          <a:pt x="106680" y="431483"/>
                        </a:lnTo>
                        <a:cubicBezTo>
                          <a:pt x="126714" y="402522"/>
                          <a:pt x="197542" y="296966"/>
                          <a:pt x="227648" y="258128"/>
                        </a:cubicBezTo>
                        <a:lnTo>
                          <a:pt x="287315" y="198453"/>
                        </a:lnTo>
                        <a:lnTo>
                          <a:pt x="359092" y="140970"/>
                        </a:lnTo>
                        <a:lnTo>
                          <a:pt x="486263" y="68845"/>
                        </a:lnTo>
                        <a:lnTo>
                          <a:pt x="485775" y="68580"/>
                        </a:lnTo>
                        <a:cubicBezTo>
                          <a:pt x="513398" y="55245"/>
                          <a:pt x="541973" y="43815"/>
                          <a:pt x="572452" y="32385"/>
                        </a:cubicBezTo>
                        <a:lnTo>
                          <a:pt x="573405" y="32385"/>
                        </a:lnTo>
                        <a:lnTo>
                          <a:pt x="679133" y="0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5" name="Freeform: Shape 64">
                    <a:extLst>
                      <a:ext uri="{FF2B5EF4-FFF2-40B4-BE49-F238E27FC236}">
                        <a16:creationId xmlns:a16="http://schemas.microsoft.com/office/drawing/2014/main" xmlns="" id="{F9FE7BDD-9751-4BFE-99BE-5AC754AED6C6}"/>
                      </a:ext>
                    </a:extLst>
                  </p:cNvPr>
                  <p:cNvSpPr/>
                  <p:nvPr/>
                </p:nvSpPr>
                <p:spPr>
                  <a:xfrm>
                    <a:off x="2714531" y="1811829"/>
                    <a:ext cx="257174" cy="304801"/>
                  </a:xfrm>
                  <a:custGeom>
                    <a:avLst/>
                    <a:gdLst>
                      <a:gd name="connsiteX0" fmla="*/ 260985 w 257175"/>
                      <a:gd name="connsiteY0" fmla="*/ 311468 h 304800"/>
                      <a:gd name="connsiteX1" fmla="*/ 0 w 257175"/>
                      <a:gd name="connsiteY1" fmla="*/ 170497 h 304800"/>
                      <a:gd name="connsiteX2" fmla="*/ 952 w 257175"/>
                      <a:gd name="connsiteY2" fmla="*/ 0 h 304800"/>
                      <a:gd name="connsiteX3" fmla="*/ 260985 w 257175"/>
                      <a:gd name="connsiteY3" fmla="*/ 140970 h 3048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257175" h="304800">
                        <a:moveTo>
                          <a:pt x="260985" y="311468"/>
                        </a:moveTo>
                        <a:lnTo>
                          <a:pt x="0" y="170497"/>
                        </a:lnTo>
                        <a:lnTo>
                          <a:pt x="952" y="0"/>
                        </a:lnTo>
                        <a:lnTo>
                          <a:pt x="260985" y="140970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685749"/>
                    <a:endParaRPr lang="en-US" sz="140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</p:grp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xmlns="" id="{78B20492-39E5-40A7-ACED-B12C9199C0A3}"/>
              </a:ext>
            </a:extLst>
          </p:cNvPr>
          <p:cNvGrpSpPr/>
          <p:nvPr userDrawn="1"/>
        </p:nvGrpSpPr>
        <p:grpSpPr>
          <a:xfrm>
            <a:off x="1104723" y="3429982"/>
            <a:ext cx="379366" cy="797954"/>
            <a:chOff x="3554538" y="3240653"/>
            <a:chExt cx="1265482" cy="2661804"/>
          </a:xfrm>
        </p:grpSpPr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xmlns="" id="{C36F2E2E-EA5D-4C3D-A928-33B5386577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42982" y="4338372"/>
              <a:ext cx="141951" cy="656632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  <a:effectLst>
              <a:outerShdw blurRad="63500" algn="ctr" rotWithShape="0">
                <a:prstClr val="black">
                  <a:alpha val="25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xmlns="" id="{1D5C2ACA-1653-450B-AA0F-0BB97F26E0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5355" y="4338370"/>
              <a:ext cx="112673" cy="649542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  <a:effectLst>
              <a:outerShdw blurRad="63500" algn="ctr" rotWithShape="0">
                <a:prstClr val="black">
                  <a:alpha val="25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xmlns="" id="{73FA41FE-CF42-45C1-9BF0-04306DF68D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1842" y="4275416"/>
              <a:ext cx="0" cy="71249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  <a:effectLst>
              <a:outerShdw blurRad="63500" algn="ctr" rotWithShape="0">
                <a:prstClr val="black">
                  <a:alpha val="25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xmlns="" id="{39566CF3-AE60-4521-8EAB-A6F38C25F04A}"/>
                </a:ext>
              </a:extLst>
            </p:cNvPr>
            <p:cNvGrpSpPr/>
            <p:nvPr userDrawn="1"/>
          </p:nvGrpSpPr>
          <p:grpSpPr>
            <a:xfrm>
              <a:off x="3554538" y="3240653"/>
              <a:ext cx="1265482" cy="1261388"/>
              <a:chOff x="3839004" y="3765377"/>
              <a:chExt cx="714810" cy="712498"/>
            </a:xfrm>
          </p:grpSpPr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xmlns="" id="{C8C09D40-DCAB-4029-88E4-6AC240FEFF8E}"/>
                  </a:ext>
                </a:extLst>
              </p:cNvPr>
              <p:cNvSpPr/>
              <p:nvPr/>
            </p:nvSpPr>
            <p:spPr>
              <a:xfrm>
                <a:off x="3839004" y="3765377"/>
                <a:ext cx="361641" cy="712498"/>
              </a:xfrm>
              <a:custGeom>
                <a:avLst/>
                <a:gdLst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07251 h 1312853"/>
                  <a:gd name="connsiteX3" fmla="*/ 657567 w 666025"/>
                  <a:gd name="connsiteY3" fmla="*/ 1312853 h 1312853"/>
                  <a:gd name="connsiteX4" fmla="*/ 417713 w 666025"/>
                  <a:gd name="connsiteY4" fmla="*/ 1803 h 1312853"/>
                  <a:gd name="connsiteX0" fmla="*/ 417713 w 666361"/>
                  <a:gd name="connsiteY0" fmla="*/ 1803 h 1312853"/>
                  <a:gd name="connsiteX1" fmla="*/ 666361 w 666361"/>
                  <a:gd name="connsiteY1" fmla="*/ 167253 h 1312853"/>
                  <a:gd name="connsiteX2" fmla="*/ 666025 w 666361"/>
                  <a:gd name="connsiteY2" fmla="*/ 1307251 h 1312853"/>
                  <a:gd name="connsiteX3" fmla="*/ 657567 w 666361"/>
                  <a:gd name="connsiteY3" fmla="*/ 1312853 h 1312853"/>
                  <a:gd name="connsiteX4" fmla="*/ 417713 w 666361"/>
                  <a:gd name="connsiteY4" fmla="*/ 1803 h 1312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6361" h="1312853">
                    <a:moveTo>
                      <a:pt x="417713" y="1803"/>
                    </a:moveTo>
                    <a:cubicBezTo>
                      <a:pt x="504336" y="11478"/>
                      <a:pt x="605290" y="69294"/>
                      <a:pt x="666361" y="167253"/>
                    </a:cubicBezTo>
                    <a:lnTo>
                      <a:pt x="666025" y="1307251"/>
                    </a:lnTo>
                    <a:lnTo>
                      <a:pt x="657567" y="1312853"/>
                    </a:lnTo>
                    <a:cubicBezTo>
                      <a:pt x="-394158" y="656864"/>
                      <a:pt x="42344" y="-40119"/>
                      <a:pt x="417713" y="1803"/>
                    </a:cubicBezTo>
                    <a:close/>
                  </a:path>
                </a:pathLst>
              </a:custGeom>
              <a:gradFill flip="none" rotWithShape="1">
                <a:gsLst>
                  <a:gs pos="25000">
                    <a:schemeClr val="bg1">
                      <a:lumMod val="85000"/>
                    </a:schemeClr>
                  </a:gs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  <a:effectLst>
                <a:outerShdw blurRad="317500" dist="12700" dir="16200000" rotWithShape="0">
                  <a:prstClr val="black">
                    <a:alpha val="15000"/>
                  </a:prstClr>
                </a:outerShdw>
              </a:effectLst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685749"/>
                <a:endParaRPr lang="en-US" sz="200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xmlns="" id="{42426633-1393-44E2-AA45-46F863414611}"/>
                  </a:ext>
                </a:extLst>
              </p:cNvPr>
              <p:cNvSpPr/>
              <p:nvPr/>
            </p:nvSpPr>
            <p:spPr>
              <a:xfrm flipH="1">
                <a:off x="4192173" y="3765377"/>
                <a:ext cx="361641" cy="712498"/>
              </a:xfrm>
              <a:custGeom>
                <a:avLst/>
                <a:gdLst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07251 h 1312853"/>
                  <a:gd name="connsiteX3" fmla="*/ 657567 w 666025"/>
                  <a:gd name="connsiteY3" fmla="*/ 1312853 h 1312853"/>
                  <a:gd name="connsiteX4" fmla="*/ 417713 w 666025"/>
                  <a:gd name="connsiteY4" fmla="*/ 1803 h 1312853"/>
                  <a:gd name="connsiteX0" fmla="*/ 417713 w 666361"/>
                  <a:gd name="connsiteY0" fmla="*/ 1803 h 1312853"/>
                  <a:gd name="connsiteX1" fmla="*/ 666361 w 666361"/>
                  <a:gd name="connsiteY1" fmla="*/ 167253 h 1312853"/>
                  <a:gd name="connsiteX2" fmla="*/ 666025 w 666361"/>
                  <a:gd name="connsiteY2" fmla="*/ 1307251 h 1312853"/>
                  <a:gd name="connsiteX3" fmla="*/ 657567 w 666361"/>
                  <a:gd name="connsiteY3" fmla="*/ 1312853 h 1312853"/>
                  <a:gd name="connsiteX4" fmla="*/ 417713 w 666361"/>
                  <a:gd name="connsiteY4" fmla="*/ 1803 h 1312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6361" h="1312853">
                    <a:moveTo>
                      <a:pt x="417713" y="1803"/>
                    </a:moveTo>
                    <a:cubicBezTo>
                      <a:pt x="504336" y="11478"/>
                      <a:pt x="605290" y="69294"/>
                      <a:pt x="666361" y="167253"/>
                    </a:cubicBezTo>
                    <a:lnTo>
                      <a:pt x="666025" y="1307251"/>
                    </a:lnTo>
                    <a:lnTo>
                      <a:pt x="657567" y="1312853"/>
                    </a:lnTo>
                    <a:cubicBezTo>
                      <a:pt x="-394158" y="656864"/>
                      <a:pt x="42344" y="-40119"/>
                      <a:pt x="417713" y="1803"/>
                    </a:cubicBezTo>
                    <a:close/>
                  </a:path>
                </a:pathLst>
              </a:custGeom>
              <a:gradFill flip="none" rotWithShape="1">
                <a:gsLst>
                  <a:gs pos="75000">
                    <a:schemeClr val="bg1">
                      <a:lumMod val="85000"/>
                    </a:schemeClr>
                  </a:gs>
                  <a:gs pos="0">
                    <a:schemeClr val="bg1">
                      <a:lumMod val="95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  <a:effectLst>
                <a:outerShdw blurRad="317500" dist="12700" dir="16200000" rotWithShape="0">
                  <a:prstClr val="black">
                    <a:alpha val="15000"/>
                  </a:prstClr>
                </a:outerShdw>
              </a:effectLst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685749"/>
                <a:endParaRPr lang="en-US" sz="200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xmlns="" id="{F2B015FA-498B-47F6-B132-04F6C1EDCF62}"/>
                  </a:ext>
                </a:extLst>
              </p:cNvPr>
              <p:cNvSpPr/>
              <p:nvPr/>
            </p:nvSpPr>
            <p:spPr>
              <a:xfrm flipH="1">
                <a:off x="4193875" y="3765377"/>
                <a:ext cx="216287" cy="712498"/>
              </a:xfrm>
              <a:custGeom>
                <a:avLst/>
                <a:gdLst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07251 h 1312853"/>
                  <a:gd name="connsiteX3" fmla="*/ 657567 w 666025"/>
                  <a:gd name="connsiteY3" fmla="*/ 1312853 h 1312853"/>
                  <a:gd name="connsiteX4" fmla="*/ 417713 w 666025"/>
                  <a:gd name="connsiteY4" fmla="*/ 1803 h 1312853"/>
                  <a:gd name="connsiteX0" fmla="*/ 417713 w 666361"/>
                  <a:gd name="connsiteY0" fmla="*/ 1803 h 1312853"/>
                  <a:gd name="connsiteX1" fmla="*/ 666361 w 666361"/>
                  <a:gd name="connsiteY1" fmla="*/ 167253 h 1312853"/>
                  <a:gd name="connsiteX2" fmla="*/ 666025 w 666361"/>
                  <a:gd name="connsiteY2" fmla="*/ 1307251 h 1312853"/>
                  <a:gd name="connsiteX3" fmla="*/ 657567 w 666361"/>
                  <a:gd name="connsiteY3" fmla="*/ 1312853 h 1312853"/>
                  <a:gd name="connsiteX4" fmla="*/ 417713 w 666361"/>
                  <a:gd name="connsiteY4" fmla="*/ 1803 h 1312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6361" h="1312853">
                    <a:moveTo>
                      <a:pt x="417713" y="1803"/>
                    </a:moveTo>
                    <a:cubicBezTo>
                      <a:pt x="504336" y="11478"/>
                      <a:pt x="605290" y="69294"/>
                      <a:pt x="666361" y="167253"/>
                    </a:cubicBezTo>
                    <a:lnTo>
                      <a:pt x="666025" y="1307251"/>
                    </a:lnTo>
                    <a:lnTo>
                      <a:pt x="657567" y="1312853"/>
                    </a:lnTo>
                    <a:cubicBezTo>
                      <a:pt x="-394158" y="656864"/>
                      <a:pt x="42344" y="-40119"/>
                      <a:pt x="417713" y="1803"/>
                    </a:cubicBezTo>
                    <a:close/>
                  </a:path>
                </a:pathLst>
              </a:custGeom>
              <a:gradFill flip="none" rotWithShape="1">
                <a:gsLst>
                  <a:gs pos="70000">
                    <a:schemeClr val="bg1">
                      <a:lumMod val="85000"/>
                    </a:schemeClr>
                  </a:gs>
                  <a:gs pos="0">
                    <a:schemeClr val="bg1">
                      <a:lumMod val="95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  <a:effectLst>
                <a:outerShdw blurRad="317500" dist="12700" dir="16200000" rotWithShape="0">
                  <a:prstClr val="black">
                    <a:alpha val="15000"/>
                  </a:prstClr>
                </a:outerShdw>
              </a:effectLst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685749"/>
                <a:endParaRPr lang="en-US" sz="2000">
                  <a:solidFill>
                    <a:prstClr val="black"/>
                  </a:solidFill>
                </a:endParaRPr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xmlns="" id="{36E07A82-657F-4FF7-88AF-B93A968F7965}"/>
                  </a:ext>
                </a:extLst>
              </p:cNvPr>
              <p:cNvSpPr/>
              <p:nvPr/>
            </p:nvSpPr>
            <p:spPr>
              <a:xfrm>
                <a:off x="3982656" y="3765377"/>
                <a:ext cx="216287" cy="712498"/>
              </a:xfrm>
              <a:custGeom>
                <a:avLst/>
                <a:gdLst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07251 h 1312853"/>
                  <a:gd name="connsiteX3" fmla="*/ 657567 w 666025"/>
                  <a:gd name="connsiteY3" fmla="*/ 1312853 h 1312853"/>
                  <a:gd name="connsiteX4" fmla="*/ 417713 w 666025"/>
                  <a:gd name="connsiteY4" fmla="*/ 1803 h 1312853"/>
                  <a:gd name="connsiteX0" fmla="*/ 417713 w 666361"/>
                  <a:gd name="connsiteY0" fmla="*/ 1803 h 1312853"/>
                  <a:gd name="connsiteX1" fmla="*/ 666361 w 666361"/>
                  <a:gd name="connsiteY1" fmla="*/ 167253 h 1312853"/>
                  <a:gd name="connsiteX2" fmla="*/ 666025 w 666361"/>
                  <a:gd name="connsiteY2" fmla="*/ 1307251 h 1312853"/>
                  <a:gd name="connsiteX3" fmla="*/ 657567 w 666361"/>
                  <a:gd name="connsiteY3" fmla="*/ 1312853 h 1312853"/>
                  <a:gd name="connsiteX4" fmla="*/ 417713 w 666361"/>
                  <a:gd name="connsiteY4" fmla="*/ 1803 h 1312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6361" h="1312853">
                    <a:moveTo>
                      <a:pt x="417713" y="1803"/>
                    </a:moveTo>
                    <a:cubicBezTo>
                      <a:pt x="504336" y="11478"/>
                      <a:pt x="605290" y="69294"/>
                      <a:pt x="666361" y="167253"/>
                    </a:cubicBezTo>
                    <a:lnTo>
                      <a:pt x="666025" y="1307251"/>
                    </a:lnTo>
                    <a:lnTo>
                      <a:pt x="657567" y="1312853"/>
                    </a:lnTo>
                    <a:cubicBezTo>
                      <a:pt x="-394158" y="656864"/>
                      <a:pt x="42344" y="-40119"/>
                      <a:pt x="417713" y="1803"/>
                    </a:cubicBezTo>
                    <a:close/>
                  </a:path>
                </a:pathLst>
              </a:custGeom>
              <a:gradFill flip="none" rotWithShape="1">
                <a:gsLst>
                  <a:gs pos="30000">
                    <a:schemeClr val="bg1">
                      <a:lumMod val="85000"/>
                    </a:schemeClr>
                  </a:gs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  <a:effectLst>
                <a:outerShdw blurRad="317500" dist="12700" dir="16200000" rotWithShape="0">
                  <a:prstClr val="black">
                    <a:alpha val="15000"/>
                  </a:prstClr>
                </a:outerShdw>
              </a:effectLst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685749"/>
                <a:endParaRPr lang="en-US" sz="2000" dirty="0">
                  <a:solidFill>
                    <a:prstClr val="black"/>
                  </a:solidFill>
                </a:endParaRP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xmlns="" id="{B9BBFEF9-D843-49F1-9382-AF2855685F57}"/>
                </a:ext>
              </a:extLst>
            </p:cNvPr>
            <p:cNvGrpSpPr/>
            <p:nvPr/>
          </p:nvGrpSpPr>
          <p:grpSpPr>
            <a:xfrm>
              <a:off x="3932377" y="4966662"/>
              <a:ext cx="506449" cy="935795"/>
              <a:chOff x="12470968" y="4604322"/>
              <a:chExt cx="839142" cy="1550531"/>
            </a:xfrm>
          </p:grpSpPr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xmlns="" id="{B5A53FDC-4435-4C8F-900E-227254CAB58C}"/>
                  </a:ext>
                </a:extLst>
              </p:cNvPr>
              <p:cNvGrpSpPr/>
              <p:nvPr/>
            </p:nvGrpSpPr>
            <p:grpSpPr>
              <a:xfrm>
                <a:off x="12710801" y="4604322"/>
                <a:ext cx="471270" cy="1549314"/>
                <a:chOff x="2541356" y="1774680"/>
                <a:chExt cx="1106202" cy="3636668"/>
              </a:xfrm>
              <a:solidFill>
                <a:schemeClr val="bg1">
                  <a:lumMod val="75000"/>
                </a:schemeClr>
              </a:solidFill>
            </p:grpSpPr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xmlns="" id="{FF814D90-0C97-4607-AAC2-601330052B36}"/>
                    </a:ext>
                  </a:extLst>
                </p:cNvPr>
                <p:cNvSpPr/>
                <p:nvPr/>
              </p:nvSpPr>
              <p:spPr>
                <a:xfrm>
                  <a:off x="2571096" y="4597937"/>
                  <a:ext cx="402336" cy="182880"/>
                </a:xfrm>
                <a:custGeom>
                  <a:avLst/>
                  <a:gdLst>
                    <a:gd name="connsiteX0" fmla="*/ 62916 w 3480752"/>
                    <a:gd name="connsiteY0" fmla="*/ 34213 h 1560620"/>
                    <a:gd name="connsiteX1" fmla="*/ 114391 w 3480752"/>
                    <a:gd name="connsiteY1" fmla="*/ 57191 h 1560620"/>
                    <a:gd name="connsiteX2" fmla="*/ 694512 w 3480752"/>
                    <a:gd name="connsiteY2" fmla="*/ 277806 h 1560620"/>
                    <a:gd name="connsiteX3" fmla="*/ 784810 w 3480752"/>
                    <a:gd name="connsiteY3" fmla="*/ 326909 h 1560620"/>
                    <a:gd name="connsiteX4" fmla="*/ 786764 w 3480752"/>
                    <a:gd name="connsiteY4" fmla="*/ 323526 h 1560620"/>
                    <a:gd name="connsiteX5" fmla="*/ 702687 w 3480752"/>
                    <a:gd name="connsiteY5" fmla="*/ 277806 h 1560620"/>
                    <a:gd name="connsiteX6" fmla="*/ 833420 w 3480752"/>
                    <a:gd name="connsiteY6" fmla="*/ 310489 h 1560620"/>
                    <a:gd name="connsiteX7" fmla="*/ 1241959 w 3480752"/>
                    <a:gd name="connsiteY7" fmla="*/ 343172 h 1560620"/>
                    <a:gd name="connsiteX8" fmla="*/ 3480752 w 3480752"/>
                    <a:gd name="connsiteY8" fmla="*/ 1560620 h 1560620"/>
                    <a:gd name="connsiteX9" fmla="*/ 3064038 w 3480752"/>
                    <a:gd name="connsiteY9" fmla="*/ 1527929 h 1560620"/>
                    <a:gd name="connsiteX10" fmla="*/ 3057133 w 3480752"/>
                    <a:gd name="connsiteY10" fmla="*/ 1524163 h 1560620"/>
                    <a:gd name="connsiteX11" fmla="*/ 2941481 w 3480752"/>
                    <a:gd name="connsiteY11" fmla="*/ 1495246 h 1560620"/>
                    <a:gd name="connsiteX12" fmla="*/ 2881754 w 3480752"/>
                    <a:gd name="connsiteY12" fmla="*/ 1462767 h 1560620"/>
                    <a:gd name="connsiteX13" fmla="*/ 2879802 w 3480752"/>
                    <a:gd name="connsiteY13" fmla="*/ 1466146 h 1560620"/>
                    <a:gd name="connsiteX14" fmla="*/ 2933314 w 3480752"/>
                    <a:gd name="connsiteY14" fmla="*/ 1495246 h 1560620"/>
                    <a:gd name="connsiteX15" fmla="*/ 2353185 w 3480752"/>
                    <a:gd name="connsiteY15" fmla="*/ 1274639 h 1560620"/>
                    <a:gd name="connsiteX16" fmla="*/ 2238794 w 3480752"/>
                    <a:gd name="connsiteY16" fmla="*/ 1217440 h 1560620"/>
                    <a:gd name="connsiteX17" fmla="*/ 0 w 3480752"/>
                    <a:gd name="connsiteY17" fmla="*/ 0 h 1560620"/>
                    <a:gd name="connsiteX18" fmla="*/ 62916 w 3480752"/>
                    <a:gd name="connsiteY18" fmla="*/ 34213 h 1560620"/>
                    <a:gd name="connsiteX19" fmla="*/ 57199 w 3480752"/>
                    <a:gd name="connsiteY19" fmla="*/ 31661 h 1560620"/>
                    <a:gd name="connsiteX20" fmla="*/ 0 w 3480752"/>
                    <a:gd name="connsiteY20" fmla="*/ 0 h 1560620"/>
                    <a:gd name="connsiteX0" fmla="*/ 62916 w 3480752"/>
                    <a:gd name="connsiteY0" fmla="*/ 34213 h 1560620"/>
                    <a:gd name="connsiteX1" fmla="*/ 114391 w 3480752"/>
                    <a:gd name="connsiteY1" fmla="*/ 57191 h 1560620"/>
                    <a:gd name="connsiteX2" fmla="*/ 694512 w 3480752"/>
                    <a:gd name="connsiteY2" fmla="*/ 277806 h 1560620"/>
                    <a:gd name="connsiteX3" fmla="*/ 784810 w 3480752"/>
                    <a:gd name="connsiteY3" fmla="*/ 326909 h 1560620"/>
                    <a:gd name="connsiteX4" fmla="*/ 702687 w 3480752"/>
                    <a:gd name="connsiteY4" fmla="*/ 277806 h 1560620"/>
                    <a:gd name="connsiteX5" fmla="*/ 833420 w 3480752"/>
                    <a:gd name="connsiteY5" fmla="*/ 310489 h 1560620"/>
                    <a:gd name="connsiteX6" fmla="*/ 1241959 w 3480752"/>
                    <a:gd name="connsiteY6" fmla="*/ 343172 h 1560620"/>
                    <a:gd name="connsiteX7" fmla="*/ 3480752 w 3480752"/>
                    <a:gd name="connsiteY7" fmla="*/ 1560620 h 1560620"/>
                    <a:gd name="connsiteX8" fmla="*/ 3064038 w 3480752"/>
                    <a:gd name="connsiteY8" fmla="*/ 1527929 h 1560620"/>
                    <a:gd name="connsiteX9" fmla="*/ 3057133 w 3480752"/>
                    <a:gd name="connsiteY9" fmla="*/ 1524163 h 1560620"/>
                    <a:gd name="connsiteX10" fmla="*/ 2941481 w 3480752"/>
                    <a:gd name="connsiteY10" fmla="*/ 1495246 h 1560620"/>
                    <a:gd name="connsiteX11" fmla="*/ 2881754 w 3480752"/>
                    <a:gd name="connsiteY11" fmla="*/ 1462767 h 1560620"/>
                    <a:gd name="connsiteX12" fmla="*/ 2879802 w 3480752"/>
                    <a:gd name="connsiteY12" fmla="*/ 1466146 h 1560620"/>
                    <a:gd name="connsiteX13" fmla="*/ 2933314 w 3480752"/>
                    <a:gd name="connsiteY13" fmla="*/ 1495246 h 1560620"/>
                    <a:gd name="connsiteX14" fmla="*/ 2353185 w 3480752"/>
                    <a:gd name="connsiteY14" fmla="*/ 1274639 h 1560620"/>
                    <a:gd name="connsiteX15" fmla="*/ 2238794 w 3480752"/>
                    <a:gd name="connsiteY15" fmla="*/ 1217440 h 1560620"/>
                    <a:gd name="connsiteX16" fmla="*/ 62916 w 3480752"/>
                    <a:gd name="connsiteY16" fmla="*/ 34213 h 1560620"/>
                    <a:gd name="connsiteX17" fmla="*/ 0 w 3480752"/>
                    <a:gd name="connsiteY17" fmla="*/ 0 h 1560620"/>
                    <a:gd name="connsiteX18" fmla="*/ 62916 w 3480752"/>
                    <a:gd name="connsiteY18" fmla="*/ 34213 h 1560620"/>
                    <a:gd name="connsiteX19" fmla="*/ 57199 w 3480752"/>
                    <a:gd name="connsiteY19" fmla="*/ 31661 h 1560620"/>
                    <a:gd name="connsiteX20" fmla="*/ 0 w 3480752"/>
                    <a:gd name="connsiteY20" fmla="*/ 0 h 1560620"/>
                    <a:gd name="connsiteX0" fmla="*/ 62916 w 3480752"/>
                    <a:gd name="connsiteY0" fmla="*/ 34213 h 1560620"/>
                    <a:gd name="connsiteX1" fmla="*/ 114391 w 3480752"/>
                    <a:gd name="connsiteY1" fmla="*/ 57191 h 1560620"/>
                    <a:gd name="connsiteX2" fmla="*/ 694512 w 3480752"/>
                    <a:gd name="connsiteY2" fmla="*/ 277806 h 1560620"/>
                    <a:gd name="connsiteX3" fmla="*/ 702687 w 3480752"/>
                    <a:gd name="connsiteY3" fmla="*/ 277806 h 1560620"/>
                    <a:gd name="connsiteX4" fmla="*/ 833420 w 3480752"/>
                    <a:gd name="connsiteY4" fmla="*/ 310489 h 1560620"/>
                    <a:gd name="connsiteX5" fmla="*/ 1241959 w 3480752"/>
                    <a:gd name="connsiteY5" fmla="*/ 343172 h 1560620"/>
                    <a:gd name="connsiteX6" fmla="*/ 3480752 w 3480752"/>
                    <a:gd name="connsiteY6" fmla="*/ 1560620 h 1560620"/>
                    <a:gd name="connsiteX7" fmla="*/ 3064038 w 3480752"/>
                    <a:gd name="connsiteY7" fmla="*/ 1527929 h 1560620"/>
                    <a:gd name="connsiteX8" fmla="*/ 3057133 w 3480752"/>
                    <a:gd name="connsiteY8" fmla="*/ 1524163 h 1560620"/>
                    <a:gd name="connsiteX9" fmla="*/ 2941481 w 3480752"/>
                    <a:gd name="connsiteY9" fmla="*/ 1495246 h 1560620"/>
                    <a:gd name="connsiteX10" fmla="*/ 2881754 w 3480752"/>
                    <a:gd name="connsiteY10" fmla="*/ 1462767 h 1560620"/>
                    <a:gd name="connsiteX11" fmla="*/ 2879802 w 3480752"/>
                    <a:gd name="connsiteY11" fmla="*/ 1466146 h 1560620"/>
                    <a:gd name="connsiteX12" fmla="*/ 2933314 w 3480752"/>
                    <a:gd name="connsiteY12" fmla="*/ 1495246 h 1560620"/>
                    <a:gd name="connsiteX13" fmla="*/ 2353185 w 3480752"/>
                    <a:gd name="connsiteY13" fmla="*/ 1274639 h 1560620"/>
                    <a:gd name="connsiteX14" fmla="*/ 2238794 w 3480752"/>
                    <a:gd name="connsiteY14" fmla="*/ 1217440 h 1560620"/>
                    <a:gd name="connsiteX15" fmla="*/ 62916 w 3480752"/>
                    <a:gd name="connsiteY15" fmla="*/ 34213 h 1560620"/>
                    <a:gd name="connsiteX16" fmla="*/ 0 w 3480752"/>
                    <a:gd name="connsiteY16" fmla="*/ 0 h 1560620"/>
                    <a:gd name="connsiteX17" fmla="*/ 62916 w 3480752"/>
                    <a:gd name="connsiteY17" fmla="*/ 34213 h 1560620"/>
                    <a:gd name="connsiteX18" fmla="*/ 57199 w 3480752"/>
                    <a:gd name="connsiteY18" fmla="*/ 31661 h 1560620"/>
                    <a:gd name="connsiteX19" fmla="*/ 0 w 3480752"/>
                    <a:gd name="connsiteY19" fmla="*/ 0 h 1560620"/>
                    <a:gd name="connsiteX0" fmla="*/ 62916 w 3480752"/>
                    <a:gd name="connsiteY0" fmla="*/ 34213 h 1560620"/>
                    <a:gd name="connsiteX1" fmla="*/ 114391 w 3480752"/>
                    <a:gd name="connsiteY1" fmla="*/ 57191 h 1560620"/>
                    <a:gd name="connsiteX2" fmla="*/ 694512 w 3480752"/>
                    <a:gd name="connsiteY2" fmla="*/ 277806 h 1560620"/>
                    <a:gd name="connsiteX3" fmla="*/ 702687 w 3480752"/>
                    <a:gd name="connsiteY3" fmla="*/ 277806 h 1560620"/>
                    <a:gd name="connsiteX4" fmla="*/ 833420 w 3480752"/>
                    <a:gd name="connsiteY4" fmla="*/ 310489 h 1560620"/>
                    <a:gd name="connsiteX5" fmla="*/ 1241959 w 3480752"/>
                    <a:gd name="connsiteY5" fmla="*/ 343172 h 1560620"/>
                    <a:gd name="connsiteX6" fmla="*/ 3480752 w 3480752"/>
                    <a:gd name="connsiteY6" fmla="*/ 1560620 h 1560620"/>
                    <a:gd name="connsiteX7" fmla="*/ 3064038 w 3480752"/>
                    <a:gd name="connsiteY7" fmla="*/ 1527929 h 1560620"/>
                    <a:gd name="connsiteX8" fmla="*/ 3057133 w 3480752"/>
                    <a:gd name="connsiteY8" fmla="*/ 1524163 h 1560620"/>
                    <a:gd name="connsiteX9" fmla="*/ 2941481 w 3480752"/>
                    <a:gd name="connsiteY9" fmla="*/ 1495246 h 1560620"/>
                    <a:gd name="connsiteX10" fmla="*/ 2881754 w 3480752"/>
                    <a:gd name="connsiteY10" fmla="*/ 1462767 h 1560620"/>
                    <a:gd name="connsiteX11" fmla="*/ 2933314 w 3480752"/>
                    <a:gd name="connsiteY11" fmla="*/ 1495246 h 1560620"/>
                    <a:gd name="connsiteX12" fmla="*/ 2353185 w 3480752"/>
                    <a:gd name="connsiteY12" fmla="*/ 1274639 h 1560620"/>
                    <a:gd name="connsiteX13" fmla="*/ 2238794 w 3480752"/>
                    <a:gd name="connsiteY13" fmla="*/ 1217440 h 1560620"/>
                    <a:gd name="connsiteX14" fmla="*/ 62916 w 3480752"/>
                    <a:gd name="connsiteY14" fmla="*/ 34213 h 1560620"/>
                    <a:gd name="connsiteX15" fmla="*/ 0 w 3480752"/>
                    <a:gd name="connsiteY15" fmla="*/ 0 h 1560620"/>
                    <a:gd name="connsiteX16" fmla="*/ 62916 w 3480752"/>
                    <a:gd name="connsiteY16" fmla="*/ 34213 h 1560620"/>
                    <a:gd name="connsiteX17" fmla="*/ 57199 w 3480752"/>
                    <a:gd name="connsiteY17" fmla="*/ 31661 h 1560620"/>
                    <a:gd name="connsiteX18" fmla="*/ 0 w 3480752"/>
                    <a:gd name="connsiteY18" fmla="*/ 0 h 1560620"/>
                    <a:gd name="connsiteX0" fmla="*/ 62916 w 3480752"/>
                    <a:gd name="connsiteY0" fmla="*/ 34213 h 1560620"/>
                    <a:gd name="connsiteX1" fmla="*/ 114391 w 3480752"/>
                    <a:gd name="connsiteY1" fmla="*/ 57191 h 1560620"/>
                    <a:gd name="connsiteX2" fmla="*/ 694512 w 3480752"/>
                    <a:gd name="connsiteY2" fmla="*/ 277806 h 1560620"/>
                    <a:gd name="connsiteX3" fmla="*/ 702687 w 3480752"/>
                    <a:gd name="connsiteY3" fmla="*/ 277806 h 1560620"/>
                    <a:gd name="connsiteX4" fmla="*/ 833420 w 3480752"/>
                    <a:gd name="connsiteY4" fmla="*/ 310489 h 1560620"/>
                    <a:gd name="connsiteX5" fmla="*/ 1241959 w 3480752"/>
                    <a:gd name="connsiteY5" fmla="*/ 343172 h 1560620"/>
                    <a:gd name="connsiteX6" fmla="*/ 3480752 w 3480752"/>
                    <a:gd name="connsiteY6" fmla="*/ 1560620 h 1560620"/>
                    <a:gd name="connsiteX7" fmla="*/ 3064038 w 3480752"/>
                    <a:gd name="connsiteY7" fmla="*/ 1527929 h 1560620"/>
                    <a:gd name="connsiteX8" fmla="*/ 3057133 w 3480752"/>
                    <a:gd name="connsiteY8" fmla="*/ 1524163 h 1560620"/>
                    <a:gd name="connsiteX9" fmla="*/ 2941481 w 3480752"/>
                    <a:gd name="connsiteY9" fmla="*/ 1495246 h 1560620"/>
                    <a:gd name="connsiteX10" fmla="*/ 2933314 w 3480752"/>
                    <a:gd name="connsiteY10" fmla="*/ 1495246 h 1560620"/>
                    <a:gd name="connsiteX11" fmla="*/ 2353185 w 3480752"/>
                    <a:gd name="connsiteY11" fmla="*/ 1274639 h 1560620"/>
                    <a:gd name="connsiteX12" fmla="*/ 2238794 w 3480752"/>
                    <a:gd name="connsiteY12" fmla="*/ 1217440 h 1560620"/>
                    <a:gd name="connsiteX13" fmla="*/ 62916 w 3480752"/>
                    <a:gd name="connsiteY13" fmla="*/ 34213 h 1560620"/>
                    <a:gd name="connsiteX14" fmla="*/ 0 w 3480752"/>
                    <a:gd name="connsiteY14" fmla="*/ 0 h 1560620"/>
                    <a:gd name="connsiteX15" fmla="*/ 62916 w 3480752"/>
                    <a:gd name="connsiteY15" fmla="*/ 34213 h 1560620"/>
                    <a:gd name="connsiteX16" fmla="*/ 57199 w 3480752"/>
                    <a:gd name="connsiteY16" fmla="*/ 31661 h 1560620"/>
                    <a:gd name="connsiteX17" fmla="*/ 0 w 3480752"/>
                    <a:gd name="connsiteY17" fmla="*/ 0 h 1560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3480752" h="1560620">
                      <a:moveTo>
                        <a:pt x="62916" y="34213"/>
                      </a:moveTo>
                      <a:lnTo>
                        <a:pt x="114391" y="57191"/>
                      </a:lnTo>
                      <a:cubicBezTo>
                        <a:pt x="302323" y="147074"/>
                        <a:pt x="498413" y="220606"/>
                        <a:pt x="694512" y="277806"/>
                      </a:cubicBezTo>
                      <a:lnTo>
                        <a:pt x="702687" y="277806"/>
                      </a:lnTo>
                      <a:cubicBezTo>
                        <a:pt x="743545" y="285981"/>
                        <a:pt x="784395" y="302314"/>
                        <a:pt x="833420" y="310489"/>
                      </a:cubicBezTo>
                      <a:lnTo>
                        <a:pt x="1241959" y="343172"/>
                      </a:lnTo>
                      <a:lnTo>
                        <a:pt x="3480752" y="1560620"/>
                      </a:lnTo>
                      <a:lnTo>
                        <a:pt x="3064038" y="1527929"/>
                      </a:lnTo>
                      <a:lnTo>
                        <a:pt x="3057133" y="1524163"/>
                      </a:lnTo>
                      <a:lnTo>
                        <a:pt x="2941481" y="1495246"/>
                      </a:lnTo>
                      <a:lnTo>
                        <a:pt x="2933314" y="1495246"/>
                      </a:lnTo>
                      <a:cubicBezTo>
                        <a:pt x="2737215" y="1446221"/>
                        <a:pt x="2541108" y="1372688"/>
                        <a:pt x="2353185" y="1274639"/>
                      </a:cubicBezTo>
                      <a:cubicBezTo>
                        <a:pt x="2312335" y="1258298"/>
                        <a:pt x="2279652" y="1241956"/>
                        <a:pt x="2238794" y="1217440"/>
                      </a:cubicBezTo>
                      <a:lnTo>
                        <a:pt x="62916" y="34213"/>
                      </a:lnTo>
                      <a:close/>
                      <a:moveTo>
                        <a:pt x="0" y="0"/>
                      </a:moveTo>
                      <a:lnTo>
                        <a:pt x="62916" y="34213"/>
                      </a:lnTo>
                      <a:lnTo>
                        <a:pt x="57199" y="31661"/>
                      </a:lnTo>
                      <a:cubicBezTo>
                        <a:pt x="38815" y="22469"/>
                        <a:pt x="20429" y="12254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xmlns="" id="{5CDC986E-5166-4168-A33F-9175302338EE}"/>
                    </a:ext>
                  </a:extLst>
                </p:cNvPr>
                <p:cNvSpPr/>
                <p:nvPr/>
              </p:nvSpPr>
              <p:spPr>
                <a:xfrm>
                  <a:off x="3023223" y="4576005"/>
                  <a:ext cx="257175" cy="133350"/>
                </a:xfrm>
                <a:custGeom>
                  <a:avLst/>
                  <a:gdLst>
                    <a:gd name="connsiteX0" fmla="*/ 260032 w 257175"/>
                    <a:gd name="connsiteY0" fmla="*/ 141922 h 133350"/>
                    <a:gd name="connsiteX1" fmla="*/ 0 w 257175"/>
                    <a:gd name="connsiteY1" fmla="*/ 0 h 133350"/>
                    <a:gd name="connsiteX2" fmla="*/ 952 w 257175"/>
                    <a:gd name="connsiteY2" fmla="*/ 0 h 133350"/>
                    <a:gd name="connsiteX3" fmla="*/ 260032 w 257175"/>
                    <a:gd name="connsiteY3" fmla="*/ 141922 h 133350"/>
                    <a:gd name="connsiteX4" fmla="*/ 260032 w 257175"/>
                    <a:gd name="connsiteY4" fmla="*/ 141922 h 133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7175" h="133350">
                      <a:moveTo>
                        <a:pt x="260032" y="141922"/>
                      </a:moveTo>
                      <a:lnTo>
                        <a:pt x="0" y="0"/>
                      </a:lnTo>
                      <a:cubicBezTo>
                        <a:pt x="0" y="0"/>
                        <a:pt x="952" y="0"/>
                        <a:pt x="952" y="0"/>
                      </a:cubicBezTo>
                      <a:lnTo>
                        <a:pt x="260032" y="141922"/>
                      </a:lnTo>
                      <a:cubicBezTo>
                        <a:pt x="260985" y="141922"/>
                        <a:pt x="260985" y="141922"/>
                        <a:pt x="260032" y="141922"/>
                      </a:cubicBezTo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xmlns="" id="{736A043A-9882-426C-B69E-39C5C2F39485}"/>
                    </a:ext>
                  </a:extLst>
                </p:cNvPr>
                <p:cNvSpPr/>
                <p:nvPr/>
              </p:nvSpPr>
              <p:spPr>
                <a:xfrm>
                  <a:off x="2706138" y="4925573"/>
                  <a:ext cx="257175" cy="485775"/>
                </a:xfrm>
                <a:custGeom>
                  <a:avLst/>
                  <a:gdLst>
                    <a:gd name="connsiteX0" fmla="*/ 260033 w 257175"/>
                    <a:gd name="connsiteY0" fmla="*/ 486727 h 485775"/>
                    <a:gd name="connsiteX1" fmla="*/ 0 w 257175"/>
                    <a:gd name="connsiteY1" fmla="*/ 344805 h 485775"/>
                    <a:gd name="connsiteX2" fmla="*/ 953 w 257175"/>
                    <a:gd name="connsiteY2" fmla="*/ 0 h 485775"/>
                    <a:gd name="connsiteX3" fmla="*/ 260985 w 257175"/>
                    <a:gd name="connsiteY3" fmla="*/ 141922 h 4857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7175" h="485775">
                      <a:moveTo>
                        <a:pt x="260033" y="486727"/>
                      </a:moveTo>
                      <a:lnTo>
                        <a:pt x="0" y="344805"/>
                      </a:lnTo>
                      <a:lnTo>
                        <a:pt x="953" y="0"/>
                      </a:lnTo>
                      <a:lnTo>
                        <a:pt x="260985" y="14192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xmlns="" id="{9B57B04E-7E1C-41AF-8909-ACCAE3209E4B}"/>
                    </a:ext>
                  </a:extLst>
                </p:cNvPr>
                <p:cNvSpPr/>
                <p:nvPr/>
              </p:nvSpPr>
              <p:spPr>
                <a:xfrm>
                  <a:off x="2987522" y="3640652"/>
                  <a:ext cx="660036" cy="1102854"/>
                </a:xfrm>
                <a:custGeom>
                  <a:avLst/>
                  <a:gdLst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452605 w 661035"/>
                    <a:gd name="connsiteY8" fmla="*/ 914311 h 1099185"/>
                    <a:gd name="connsiteX9" fmla="*/ 451949 w 661035"/>
                    <a:gd name="connsiteY9" fmla="*/ 914906 h 1099185"/>
                    <a:gd name="connsiteX10" fmla="*/ 500063 w 661035"/>
                    <a:gd name="connsiteY10" fmla="*/ 941070 h 1099185"/>
                    <a:gd name="connsiteX11" fmla="*/ 451485 w 661035"/>
                    <a:gd name="connsiteY11" fmla="*/ 989648 h 1099185"/>
                    <a:gd name="connsiteX12" fmla="*/ 396629 w 661035"/>
                    <a:gd name="connsiteY12" fmla="*/ 1033155 h 1099185"/>
                    <a:gd name="connsiteX13" fmla="*/ 397193 w 661035"/>
                    <a:gd name="connsiteY13" fmla="*/ 1033462 h 1099185"/>
                    <a:gd name="connsiteX14" fmla="*/ 320041 w 661035"/>
                    <a:gd name="connsiteY14" fmla="*/ 1076325 h 1099185"/>
                    <a:gd name="connsiteX15" fmla="*/ 291343 w 661035"/>
                    <a:gd name="connsiteY15" fmla="*/ 1060767 h 1099185"/>
                    <a:gd name="connsiteX16" fmla="*/ 290403 w 661035"/>
                    <a:gd name="connsiteY16" fmla="*/ 1061621 h 1099185"/>
                    <a:gd name="connsiteX17" fmla="*/ 319088 w 661035"/>
                    <a:gd name="connsiteY17" fmla="*/ 1077277 h 1099185"/>
                    <a:gd name="connsiteX18" fmla="*/ 260985 w 661035"/>
                    <a:gd name="connsiteY18" fmla="*/ 1099185 h 1099185"/>
                    <a:gd name="connsiteX19" fmla="*/ 0 w 661035"/>
                    <a:gd name="connsiteY19" fmla="*/ 957262 h 1099185"/>
                    <a:gd name="connsiteX20" fmla="*/ 59055 w 661035"/>
                    <a:gd name="connsiteY20" fmla="*/ 935355 h 1099185"/>
                    <a:gd name="connsiteX21" fmla="*/ 284314 w 661035"/>
                    <a:gd name="connsiteY21" fmla="*/ 1058298 h 1099185"/>
                    <a:gd name="connsiteX22" fmla="*/ 284516 w 661035"/>
                    <a:gd name="connsiteY22" fmla="*/ 1057066 h 1099185"/>
                    <a:gd name="connsiteX23" fmla="*/ 60008 w 661035"/>
                    <a:gd name="connsiteY23" fmla="*/ 935355 h 1099185"/>
                    <a:gd name="connsiteX24" fmla="*/ 135745 w 661035"/>
                    <a:gd name="connsiteY24" fmla="*/ 891807 h 1099185"/>
                    <a:gd name="connsiteX25" fmla="*/ 135255 w 661035"/>
                    <a:gd name="connsiteY25" fmla="*/ 891540 h 1099185"/>
                    <a:gd name="connsiteX26" fmla="*/ 190500 w 661035"/>
                    <a:gd name="connsiteY26" fmla="*/ 847725 h 1099185"/>
                    <a:gd name="connsiteX27" fmla="*/ 239078 w 661035"/>
                    <a:gd name="connsiteY27" fmla="*/ 799148 h 1099185"/>
                    <a:gd name="connsiteX28" fmla="*/ 319738 w 661035"/>
                    <a:gd name="connsiteY28" fmla="*/ 843010 h 1099185"/>
                    <a:gd name="connsiteX29" fmla="*/ 319882 w 661035"/>
                    <a:gd name="connsiteY29" fmla="*/ 842137 h 1099185"/>
                    <a:gd name="connsiteX30" fmla="*/ 239078 w 661035"/>
                    <a:gd name="connsiteY30" fmla="*/ 798196 h 1099185"/>
                    <a:gd name="connsiteX31" fmla="*/ 277307 w 661035"/>
                    <a:gd name="connsiteY31" fmla="*/ 750642 h 1099185"/>
                    <a:gd name="connsiteX32" fmla="*/ 277178 w 661035"/>
                    <a:gd name="connsiteY32" fmla="*/ 750571 h 1099185"/>
                    <a:gd name="connsiteX33" fmla="*/ 284798 w 661035"/>
                    <a:gd name="connsiteY33" fmla="*/ 740093 h 1099185"/>
                    <a:gd name="connsiteX34" fmla="*/ 323850 w 661035"/>
                    <a:gd name="connsiteY34" fmla="*/ 676275 h 1099185"/>
                    <a:gd name="connsiteX35" fmla="*/ 359092 w 661035"/>
                    <a:gd name="connsiteY35" fmla="*/ 597218 h 1099185"/>
                    <a:gd name="connsiteX36" fmla="*/ 220980 w 661035"/>
                    <a:gd name="connsiteY36" fmla="*/ 0 h 1099185"/>
                    <a:gd name="connsiteX37" fmla="*/ 481965 w 661035"/>
                    <a:gd name="connsiteY37" fmla="*/ 141922 h 1099185"/>
                    <a:gd name="connsiteX38" fmla="*/ 575310 w 661035"/>
                    <a:gd name="connsiteY38" fmla="*/ 214313 h 1099185"/>
                    <a:gd name="connsiteX39" fmla="*/ 661035 w 661035"/>
                    <a:gd name="connsiteY39" fmla="*/ 504825 h 1099185"/>
                    <a:gd name="connsiteX40" fmla="*/ 621030 w 661035"/>
                    <a:gd name="connsiteY40" fmla="*/ 739140 h 1099185"/>
                    <a:gd name="connsiteX41" fmla="*/ 360045 w 661035"/>
                    <a:gd name="connsiteY41" fmla="*/ 597218 h 1099185"/>
                    <a:gd name="connsiteX42" fmla="*/ 400050 w 661035"/>
                    <a:gd name="connsiteY42" fmla="*/ 362902 h 1099185"/>
                    <a:gd name="connsiteX43" fmla="*/ 314325 w 661035"/>
                    <a:gd name="connsiteY43" fmla="*/ 72390 h 1099185"/>
                    <a:gd name="connsiteX44" fmla="*/ 220980 w 661035"/>
                    <a:gd name="connsiteY44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452605 w 661035"/>
                    <a:gd name="connsiteY8" fmla="*/ 914311 h 1099185"/>
                    <a:gd name="connsiteX9" fmla="*/ 451949 w 661035"/>
                    <a:gd name="connsiteY9" fmla="*/ 914906 h 1099185"/>
                    <a:gd name="connsiteX10" fmla="*/ 500063 w 661035"/>
                    <a:gd name="connsiteY10" fmla="*/ 941070 h 1099185"/>
                    <a:gd name="connsiteX11" fmla="*/ 451485 w 661035"/>
                    <a:gd name="connsiteY11" fmla="*/ 989648 h 1099185"/>
                    <a:gd name="connsiteX12" fmla="*/ 396629 w 661035"/>
                    <a:gd name="connsiteY12" fmla="*/ 1033155 h 1099185"/>
                    <a:gd name="connsiteX13" fmla="*/ 397193 w 661035"/>
                    <a:gd name="connsiteY13" fmla="*/ 1033462 h 1099185"/>
                    <a:gd name="connsiteX14" fmla="*/ 320041 w 661035"/>
                    <a:gd name="connsiteY14" fmla="*/ 1076325 h 1099185"/>
                    <a:gd name="connsiteX15" fmla="*/ 291343 w 661035"/>
                    <a:gd name="connsiteY15" fmla="*/ 1060767 h 1099185"/>
                    <a:gd name="connsiteX16" fmla="*/ 290403 w 661035"/>
                    <a:gd name="connsiteY16" fmla="*/ 1061621 h 1099185"/>
                    <a:gd name="connsiteX17" fmla="*/ 319088 w 661035"/>
                    <a:gd name="connsiteY17" fmla="*/ 1077277 h 1099185"/>
                    <a:gd name="connsiteX18" fmla="*/ 260985 w 661035"/>
                    <a:gd name="connsiteY18" fmla="*/ 1099185 h 1099185"/>
                    <a:gd name="connsiteX19" fmla="*/ 0 w 661035"/>
                    <a:gd name="connsiteY19" fmla="*/ 957262 h 1099185"/>
                    <a:gd name="connsiteX20" fmla="*/ 59055 w 661035"/>
                    <a:gd name="connsiteY20" fmla="*/ 935355 h 1099185"/>
                    <a:gd name="connsiteX21" fmla="*/ 284314 w 661035"/>
                    <a:gd name="connsiteY21" fmla="*/ 1058298 h 1099185"/>
                    <a:gd name="connsiteX22" fmla="*/ 284516 w 661035"/>
                    <a:gd name="connsiteY22" fmla="*/ 1057066 h 1099185"/>
                    <a:gd name="connsiteX23" fmla="*/ 60008 w 661035"/>
                    <a:gd name="connsiteY23" fmla="*/ 935355 h 1099185"/>
                    <a:gd name="connsiteX24" fmla="*/ 135745 w 661035"/>
                    <a:gd name="connsiteY24" fmla="*/ 891807 h 1099185"/>
                    <a:gd name="connsiteX25" fmla="*/ 135255 w 661035"/>
                    <a:gd name="connsiteY25" fmla="*/ 891540 h 1099185"/>
                    <a:gd name="connsiteX26" fmla="*/ 190500 w 661035"/>
                    <a:gd name="connsiteY26" fmla="*/ 847725 h 1099185"/>
                    <a:gd name="connsiteX27" fmla="*/ 239078 w 661035"/>
                    <a:gd name="connsiteY27" fmla="*/ 799148 h 1099185"/>
                    <a:gd name="connsiteX28" fmla="*/ 319738 w 661035"/>
                    <a:gd name="connsiteY28" fmla="*/ 843010 h 1099185"/>
                    <a:gd name="connsiteX29" fmla="*/ 239078 w 661035"/>
                    <a:gd name="connsiteY29" fmla="*/ 798196 h 1099185"/>
                    <a:gd name="connsiteX30" fmla="*/ 277307 w 661035"/>
                    <a:gd name="connsiteY30" fmla="*/ 750642 h 1099185"/>
                    <a:gd name="connsiteX31" fmla="*/ 277178 w 661035"/>
                    <a:gd name="connsiteY31" fmla="*/ 750571 h 1099185"/>
                    <a:gd name="connsiteX32" fmla="*/ 284798 w 661035"/>
                    <a:gd name="connsiteY32" fmla="*/ 740093 h 1099185"/>
                    <a:gd name="connsiteX33" fmla="*/ 323850 w 661035"/>
                    <a:gd name="connsiteY33" fmla="*/ 676275 h 1099185"/>
                    <a:gd name="connsiteX34" fmla="*/ 359092 w 661035"/>
                    <a:gd name="connsiteY34" fmla="*/ 597218 h 1099185"/>
                    <a:gd name="connsiteX35" fmla="*/ 220980 w 661035"/>
                    <a:gd name="connsiteY35" fmla="*/ 0 h 1099185"/>
                    <a:gd name="connsiteX36" fmla="*/ 481965 w 661035"/>
                    <a:gd name="connsiteY36" fmla="*/ 141922 h 1099185"/>
                    <a:gd name="connsiteX37" fmla="*/ 575310 w 661035"/>
                    <a:gd name="connsiteY37" fmla="*/ 214313 h 1099185"/>
                    <a:gd name="connsiteX38" fmla="*/ 661035 w 661035"/>
                    <a:gd name="connsiteY38" fmla="*/ 504825 h 1099185"/>
                    <a:gd name="connsiteX39" fmla="*/ 621030 w 661035"/>
                    <a:gd name="connsiteY39" fmla="*/ 739140 h 1099185"/>
                    <a:gd name="connsiteX40" fmla="*/ 360045 w 661035"/>
                    <a:gd name="connsiteY40" fmla="*/ 597218 h 1099185"/>
                    <a:gd name="connsiteX41" fmla="*/ 400050 w 661035"/>
                    <a:gd name="connsiteY41" fmla="*/ 362902 h 1099185"/>
                    <a:gd name="connsiteX42" fmla="*/ 314325 w 661035"/>
                    <a:gd name="connsiteY42" fmla="*/ 72390 h 1099185"/>
                    <a:gd name="connsiteX43" fmla="*/ 220980 w 661035"/>
                    <a:gd name="connsiteY43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452605 w 661035"/>
                    <a:gd name="connsiteY8" fmla="*/ 914311 h 1099185"/>
                    <a:gd name="connsiteX9" fmla="*/ 500063 w 661035"/>
                    <a:gd name="connsiteY9" fmla="*/ 941070 h 1099185"/>
                    <a:gd name="connsiteX10" fmla="*/ 451485 w 661035"/>
                    <a:gd name="connsiteY10" fmla="*/ 989648 h 1099185"/>
                    <a:gd name="connsiteX11" fmla="*/ 396629 w 661035"/>
                    <a:gd name="connsiteY11" fmla="*/ 1033155 h 1099185"/>
                    <a:gd name="connsiteX12" fmla="*/ 397193 w 661035"/>
                    <a:gd name="connsiteY12" fmla="*/ 1033462 h 1099185"/>
                    <a:gd name="connsiteX13" fmla="*/ 320041 w 661035"/>
                    <a:gd name="connsiteY13" fmla="*/ 1076325 h 1099185"/>
                    <a:gd name="connsiteX14" fmla="*/ 291343 w 661035"/>
                    <a:gd name="connsiteY14" fmla="*/ 1060767 h 1099185"/>
                    <a:gd name="connsiteX15" fmla="*/ 290403 w 661035"/>
                    <a:gd name="connsiteY15" fmla="*/ 1061621 h 1099185"/>
                    <a:gd name="connsiteX16" fmla="*/ 319088 w 661035"/>
                    <a:gd name="connsiteY16" fmla="*/ 1077277 h 1099185"/>
                    <a:gd name="connsiteX17" fmla="*/ 260985 w 661035"/>
                    <a:gd name="connsiteY17" fmla="*/ 1099185 h 1099185"/>
                    <a:gd name="connsiteX18" fmla="*/ 0 w 661035"/>
                    <a:gd name="connsiteY18" fmla="*/ 957262 h 1099185"/>
                    <a:gd name="connsiteX19" fmla="*/ 59055 w 661035"/>
                    <a:gd name="connsiteY19" fmla="*/ 935355 h 1099185"/>
                    <a:gd name="connsiteX20" fmla="*/ 284314 w 661035"/>
                    <a:gd name="connsiteY20" fmla="*/ 1058298 h 1099185"/>
                    <a:gd name="connsiteX21" fmla="*/ 284516 w 661035"/>
                    <a:gd name="connsiteY21" fmla="*/ 1057066 h 1099185"/>
                    <a:gd name="connsiteX22" fmla="*/ 60008 w 661035"/>
                    <a:gd name="connsiteY22" fmla="*/ 935355 h 1099185"/>
                    <a:gd name="connsiteX23" fmla="*/ 135745 w 661035"/>
                    <a:gd name="connsiteY23" fmla="*/ 891807 h 1099185"/>
                    <a:gd name="connsiteX24" fmla="*/ 135255 w 661035"/>
                    <a:gd name="connsiteY24" fmla="*/ 891540 h 1099185"/>
                    <a:gd name="connsiteX25" fmla="*/ 190500 w 661035"/>
                    <a:gd name="connsiteY25" fmla="*/ 847725 h 1099185"/>
                    <a:gd name="connsiteX26" fmla="*/ 239078 w 661035"/>
                    <a:gd name="connsiteY26" fmla="*/ 799148 h 1099185"/>
                    <a:gd name="connsiteX27" fmla="*/ 319738 w 661035"/>
                    <a:gd name="connsiteY27" fmla="*/ 843010 h 1099185"/>
                    <a:gd name="connsiteX28" fmla="*/ 239078 w 661035"/>
                    <a:gd name="connsiteY28" fmla="*/ 798196 h 1099185"/>
                    <a:gd name="connsiteX29" fmla="*/ 277307 w 661035"/>
                    <a:gd name="connsiteY29" fmla="*/ 750642 h 1099185"/>
                    <a:gd name="connsiteX30" fmla="*/ 277178 w 661035"/>
                    <a:gd name="connsiteY30" fmla="*/ 750571 h 1099185"/>
                    <a:gd name="connsiteX31" fmla="*/ 284798 w 661035"/>
                    <a:gd name="connsiteY31" fmla="*/ 740093 h 1099185"/>
                    <a:gd name="connsiteX32" fmla="*/ 323850 w 661035"/>
                    <a:gd name="connsiteY32" fmla="*/ 676275 h 1099185"/>
                    <a:gd name="connsiteX33" fmla="*/ 359092 w 661035"/>
                    <a:gd name="connsiteY33" fmla="*/ 597218 h 1099185"/>
                    <a:gd name="connsiteX34" fmla="*/ 220980 w 661035"/>
                    <a:gd name="connsiteY34" fmla="*/ 0 h 1099185"/>
                    <a:gd name="connsiteX35" fmla="*/ 481965 w 661035"/>
                    <a:gd name="connsiteY35" fmla="*/ 141922 h 1099185"/>
                    <a:gd name="connsiteX36" fmla="*/ 575310 w 661035"/>
                    <a:gd name="connsiteY36" fmla="*/ 214313 h 1099185"/>
                    <a:gd name="connsiteX37" fmla="*/ 661035 w 661035"/>
                    <a:gd name="connsiteY37" fmla="*/ 504825 h 1099185"/>
                    <a:gd name="connsiteX38" fmla="*/ 621030 w 661035"/>
                    <a:gd name="connsiteY38" fmla="*/ 739140 h 1099185"/>
                    <a:gd name="connsiteX39" fmla="*/ 360045 w 661035"/>
                    <a:gd name="connsiteY39" fmla="*/ 597218 h 1099185"/>
                    <a:gd name="connsiteX40" fmla="*/ 400050 w 661035"/>
                    <a:gd name="connsiteY40" fmla="*/ 362902 h 1099185"/>
                    <a:gd name="connsiteX41" fmla="*/ 314325 w 661035"/>
                    <a:gd name="connsiteY41" fmla="*/ 72390 h 1099185"/>
                    <a:gd name="connsiteX42" fmla="*/ 220980 w 661035"/>
                    <a:gd name="connsiteY42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291343 w 661035"/>
                    <a:gd name="connsiteY13" fmla="*/ 1060767 h 1099185"/>
                    <a:gd name="connsiteX14" fmla="*/ 290403 w 661035"/>
                    <a:gd name="connsiteY14" fmla="*/ 1061621 h 1099185"/>
                    <a:gd name="connsiteX15" fmla="*/ 319088 w 661035"/>
                    <a:gd name="connsiteY15" fmla="*/ 1077277 h 1099185"/>
                    <a:gd name="connsiteX16" fmla="*/ 260985 w 661035"/>
                    <a:gd name="connsiteY16" fmla="*/ 1099185 h 1099185"/>
                    <a:gd name="connsiteX17" fmla="*/ 0 w 661035"/>
                    <a:gd name="connsiteY17" fmla="*/ 957262 h 1099185"/>
                    <a:gd name="connsiteX18" fmla="*/ 59055 w 661035"/>
                    <a:gd name="connsiteY18" fmla="*/ 935355 h 1099185"/>
                    <a:gd name="connsiteX19" fmla="*/ 284314 w 661035"/>
                    <a:gd name="connsiteY19" fmla="*/ 1058298 h 1099185"/>
                    <a:gd name="connsiteX20" fmla="*/ 284516 w 661035"/>
                    <a:gd name="connsiteY20" fmla="*/ 1057066 h 1099185"/>
                    <a:gd name="connsiteX21" fmla="*/ 60008 w 661035"/>
                    <a:gd name="connsiteY21" fmla="*/ 935355 h 1099185"/>
                    <a:gd name="connsiteX22" fmla="*/ 135745 w 661035"/>
                    <a:gd name="connsiteY22" fmla="*/ 891807 h 1099185"/>
                    <a:gd name="connsiteX23" fmla="*/ 135255 w 661035"/>
                    <a:gd name="connsiteY23" fmla="*/ 891540 h 1099185"/>
                    <a:gd name="connsiteX24" fmla="*/ 190500 w 661035"/>
                    <a:gd name="connsiteY24" fmla="*/ 847725 h 1099185"/>
                    <a:gd name="connsiteX25" fmla="*/ 239078 w 661035"/>
                    <a:gd name="connsiteY25" fmla="*/ 799148 h 1099185"/>
                    <a:gd name="connsiteX26" fmla="*/ 319738 w 661035"/>
                    <a:gd name="connsiteY26" fmla="*/ 843010 h 1099185"/>
                    <a:gd name="connsiteX27" fmla="*/ 239078 w 661035"/>
                    <a:gd name="connsiteY27" fmla="*/ 798196 h 1099185"/>
                    <a:gd name="connsiteX28" fmla="*/ 277307 w 661035"/>
                    <a:gd name="connsiteY28" fmla="*/ 750642 h 1099185"/>
                    <a:gd name="connsiteX29" fmla="*/ 277178 w 661035"/>
                    <a:gd name="connsiteY29" fmla="*/ 750571 h 1099185"/>
                    <a:gd name="connsiteX30" fmla="*/ 284798 w 661035"/>
                    <a:gd name="connsiteY30" fmla="*/ 740093 h 1099185"/>
                    <a:gd name="connsiteX31" fmla="*/ 323850 w 661035"/>
                    <a:gd name="connsiteY31" fmla="*/ 676275 h 1099185"/>
                    <a:gd name="connsiteX32" fmla="*/ 359092 w 661035"/>
                    <a:gd name="connsiteY32" fmla="*/ 597218 h 1099185"/>
                    <a:gd name="connsiteX33" fmla="*/ 220980 w 661035"/>
                    <a:gd name="connsiteY33" fmla="*/ 0 h 1099185"/>
                    <a:gd name="connsiteX34" fmla="*/ 481965 w 661035"/>
                    <a:gd name="connsiteY34" fmla="*/ 141922 h 1099185"/>
                    <a:gd name="connsiteX35" fmla="*/ 575310 w 661035"/>
                    <a:gd name="connsiteY35" fmla="*/ 214313 h 1099185"/>
                    <a:gd name="connsiteX36" fmla="*/ 661035 w 661035"/>
                    <a:gd name="connsiteY36" fmla="*/ 504825 h 1099185"/>
                    <a:gd name="connsiteX37" fmla="*/ 621030 w 661035"/>
                    <a:gd name="connsiteY37" fmla="*/ 739140 h 1099185"/>
                    <a:gd name="connsiteX38" fmla="*/ 360045 w 661035"/>
                    <a:gd name="connsiteY38" fmla="*/ 597218 h 1099185"/>
                    <a:gd name="connsiteX39" fmla="*/ 400050 w 661035"/>
                    <a:gd name="connsiteY39" fmla="*/ 362902 h 1099185"/>
                    <a:gd name="connsiteX40" fmla="*/ 314325 w 661035"/>
                    <a:gd name="connsiteY40" fmla="*/ 72390 h 1099185"/>
                    <a:gd name="connsiteX41" fmla="*/ 220980 w 661035"/>
                    <a:gd name="connsiteY41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291343 w 661035"/>
                    <a:gd name="connsiteY13" fmla="*/ 1060767 h 1099185"/>
                    <a:gd name="connsiteX14" fmla="*/ 290403 w 661035"/>
                    <a:gd name="connsiteY14" fmla="*/ 1061621 h 1099185"/>
                    <a:gd name="connsiteX15" fmla="*/ 319088 w 661035"/>
                    <a:gd name="connsiteY15" fmla="*/ 1077277 h 1099185"/>
                    <a:gd name="connsiteX16" fmla="*/ 260985 w 661035"/>
                    <a:gd name="connsiteY16" fmla="*/ 1099185 h 1099185"/>
                    <a:gd name="connsiteX17" fmla="*/ 0 w 661035"/>
                    <a:gd name="connsiteY17" fmla="*/ 957262 h 1099185"/>
                    <a:gd name="connsiteX18" fmla="*/ 59055 w 661035"/>
                    <a:gd name="connsiteY18" fmla="*/ 935355 h 1099185"/>
                    <a:gd name="connsiteX19" fmla="*/ 284314 w 661035"/>
                    <a:gd name="connsiteY19" fmla="*/ 1058298 h 1099185"/>
                    <a:gd name="connsiteX20" fmla="*/ 284516 w 661035"/>
                    <a:gd name="connsiteY20" fmla="*/ 1057066 h 1099185"/>
                    <a:gd name="connsiteX21" fmla="*/ 60008 w 661035"/>
                    <a:gd name="connsiteY21" fmla="*/ 935355 h 1099185"/>
                    <a:gd name="connsiteX22" fmla="*/ 135745 w 661035"/>
                    <a:gd name="connsiteY22" fmla="*/ 891807 h 1099185"/>
                    <a:gd name="connsiteX23" fmla="*/ 135255 w 661035"/>
                    <a:gd name="connsiteY23" fmla="*/ 891540 h 1099185"/>
                    <a:gd name="connsiteX24" fmla="*/ 190500 w 661035"/>
                    <a:gd name="connsiteY24" fmla="*/ 847725 h 1099185"/>
                    <a:gd name="connsiteX25" fmla="*/ 239078 w 661035"/>
                    <a:gd name="connsiteY25" fmla="*/ 799148 h 1099185"/>
                    <a:gd name="connsiteX26" fmla="*/ 239078 w 661035"/>
                    <a:gd name="connsiteY26" fmla="*/ 798196 h 1099185"/>
                    <a:gd name="connsiteX27" fmla="*/ 277307 w 661035"/>
                    <a:gd name="connsiteY27" fmla="*/ 750642 h 1099185"/>
                    <a:gd name="connsiteX28" fmla="*/ 277178 w 661035"/>
                    <a:gd name="connsiteY28" fmla="*/ 750571 h 1099185"/>
                    <a:gd name="connsiteX29" fmla="*/ 284798 w 661035"/>
                    <a:gd name="connsiteY29" fmla="*/ 740093 h 1099185"/>
                    <a:gd name="connsiteX30" fmla="*/ 323850 w 661035"/>
                    <a:gd name="connsiteY30" fmla="*/ 676275 h 1099185"/>
                    <a:gd name="connsiteX31" fmla="*/ 359092 w 661035"/>
                    <a:gd name="connsiteY31" fmla="*/ 597218 h 1099185"/>
                    <a:gd name="connsiteX32" fmla="*/ 220980 w 661035"/>
                    <a:gd name="connsiteY32" fmla="*/ 0 h 1099185"/>
                    <a:gd name="connsiteX33" fmla="*/ 481965 w 661035"/>
                    <a:gd name="connsiteY33" fmla="*/ 141922 h 1099185"/>
                    <a:gd name="connsiteX34" fmla="*/ 575310 w 661035"/>
                    <a:gd name="connsiteY34" fmla="*/ 214313 h 1099185"/>
                    <a:gd name="connsiteX35" fmla="*/ 661035 w 661035"/>
                    <a:gd name="connsiteY35" fmla="*/ 504825 h 1099185"/>
                    <a:gd name="connsiteX36" fmla="*/ 621030 w 661035"/>
                    <a:gd name="connsiteY36" fmla="*/ 739140 h 1099185"/>
                    <a:gd name="connsiteX37" fmla="*/ 360045 w 661035"/>
                    <a:gd name="connsiteY37" fmla="*/ 597218 h 1099185"/>
                    <a:gd name="connsiteX38" fmla="*/ 400050 w 661035"/>
                    <a:gd name="connsiteY38" fmla="*/ 362902 h 1099185"/>
                    <a:gd name="connsiteX39" fmla="*/ 314325 w 661035"/>
                    <a:gd name="connsiteY39" fmla="*/ 72390 h 1099185"/>
                    <a:gd name="connsiteX40" fmla="*/ 220980 w 661035"/>
                    <a:gd name="connsiteY40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291343 w 661035"/>
                    <a:gd name="connsiteY13" fmla="*/ 1060767 h 1099185"/>
                    <a:gd name="connsiteX14" fmla="*/ 290403 w 661035"/>
                    <a:gd name="connsiteY14" fmla="*/ 1061621 h 1099185"/>
                    <a:gd name="connsiteX15" fmla="*/ 319088 w 661035"/>
                    <a:gd name="connsiteY15" fmla="*/ 1077277 h 1099185"/>
                    <a:gd name="connsiteX16" fmla="*/ 260985 w 661035"/>
                    <a:gd name="connsiteY16" fmla="*/ 1099185 h 1099185"/>
                    <a:gd name="connsiteX17" fmla="*/ 0 w 661035"/>
                    <a:gd name="connsiteY17" fmla="*/ 957262 h 1099185"/>
                    <a:gd name="connsiteX18" fmla="*/ 59055 w 661035"/>
                    <a:gd name="connsiteY18" fmla="*/ 935355 h 1099185"/>
                    <a:gd name="connsiteX19" fmla="*/ 284314 w 661035"/>
                    <a:gd name="connsiteY19" fmla="*/ 1058298 h 1099185"/>
                    <a:gd name="connsiteX20" fmla="*/ 60008 w 661035"/>
                    <a:gd name="connsiteY20" fmla="*/ 935355 h 1099185"/>
                    <a:gd name="connsiteX21" fmla="*/ 135745 w 661035"/>
                    <a:gd name="connsiteY21" fmla="*/ 891807 h 1099185"/>
                    <a:gd name="connsiteX22" fmla="*/ 135255 w 661035"/>
                    <a:gd name="connsiteY22" fmla="*/ 891540 h 1099185"/>
                    <a:gd name="connsiteX23" fmla="*/ 190500 w 661035"/>
                    <a:gd name="connsiteY23" fmla="*/ 847725 h 1099185"/>
                    <a:gd name="connsiteX24" fmla="*/ 239078 w 661035"/>
                    <a:gd name="connsiteY24" fmla="*/ 799148 h 1099185"/>
                    <a:gd name="connsiteX25" fmla="*/ 239078 w 661035"/>
                    <a:gd name="connsiteY25" fmla="*/ 798196 h 1099185"/>
                    <a:gd name="connsiteX26" fmla="*/ 277307 w 661035"/>
                    <a:gd name="connsiteY26" fmla="*/ 750642 h 1099185"/>
                    <a:gd name="connsiteX27" fmla="*/ 277178 w 661035"/>
                    <a:gd name="connsiteY27" fmla="*/ 750571 h 1099185"/>
                    <a:gd name="connsiteX28" fmla="*/ 284798 w 661035"/>
                    <a:gd name="connsiteY28" fmla="*/ 740093 h 1099185"/>
                    <a:gd name="connsiteX29" fmla="*/ 323850 w 661035"/>
                    <a:gd name="connsiteY29" fmla="*/ 676275 h 1099185"/>
                    <a:gd name="connsiteX30" fmla="*/ 359092 w 661035"/>
                    <a:gd name="connsiteY30" fmla="*/ 597218 h 1099185"/>
                    <a:gd name="connsiteX31" fmla="*/ 220980 w 661035"/>
                    <a:gd name="connsiteY31" fmla="*/ 0 h 1099185"/>
                    <a:gd name="connsiteX32" fmla="*/ 481965 w 661035"/>
                    <a:gd name="connsiteY32" fmla="*/ 141922 h 1099185"/>
                    <a:gd name="connsiteX33" fmla="*/ 575310 w 661035"/>
                    <a:gd name="connsiteY33" fmla="*/ 214313 h 1099185"/>
                    <a:gd name="connsiteX34" fmla="*/ 661035 w 661035"/>
                    <a:gd name="connsiteY34" fmla="*/ 504825 h 1099185"/>
                    <a:gd name="connsiteX35" fmla="*/ 621030 w 661035"/>
                    <a:gd name="connsiteY35" fmla="*/ 739140 h 1099185"/>
                    <a:gd name="connsiteX36" fmla="*/ 360045 w 661035"/>
                    <a:gd name="connsiteY36" fmla="*/ 597218 h 1099185"/>
                    <a:gd name="connsiteX37" fmla="*/ 400050 w 661035"/>
                    <a:gd name="connsiteY37" fmla="*/ 362902 h 1099185"/>
                    <a:gd name="connsiteX38" fmla="*/ 314325 w 661035"/>
                    <a:gd name="connsiteY38" fmla="*/ 72390 h 1099185"/>
                    <a:gd name="connsiteX39" fmla="*/ 220980 w 661035"/>
                    <a:gd name="connsiteY39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291343 w 661035"/>
                    <a:gd name="connsiteY13" fmla="*/ 1060767 h 1099185"/>
                    <a:gd name="connsiteX14" fmla="*/ 290403 w 661035"/>
                    <a:gd name="connsiteY14" fmla="*/ 1061621 h 1099185"/>
                    <a:gd name="connsiteX15" fmla="*/ 319088 w 661035"/>
                    <a:gd name="connsiteY15" fmla="*/ 1077277 h 1099185"/>
                    <a:gd name="connsiteX16" fmla="*/ 260985 w 661035"/>
                    <a:gd name="connsiteY16" fmla="*/ 1099185 h 1099185"/>
                    <a:gd name="connsiteX17" fmla="*/ 0 w 661035"/>
                    <a:gd name="connsiteY17" fmla="*/ 957262 h 1099185"/>
                    <a:gd name="connsiteX18" fmla="*/ 59055 w 661035"/>
                    <a:gd name="connsiteY18" fmla="*/ 935355 h 1099185"/>
                    <a:gd name="connsiteX19" fmla="*/ 60008 w 661035"/>
                    <a:gd name="connsiteY19" fmla="*/ 935355 h 1099185"/>
                    <a:gd name="connsiteX20" fmla="*/ 135745 w 661035"/>
                    <a:gd name="connsiteY20" fmla="*/ 891807 h 1099185"/>
                    <a:gd name="connsiteX21" fmla="*/ 135255 w 661035"/>
                    <a:gd name="connsiteY21" fmla="*/ 891540 h 1099185"/>
                    <a:gd name="connsiteX22" fmla="*/ 190500 w 661035"/>
                    <a:gd name="connsiteY22" fmla="*/ 847725 h 1099185"/>
                    <a:gd name="connsiteX23" fmla="*/ 239078 w 661035"/>
                    <a:gd name="connsiteY23" fmla="*/ 799148 h 1099185"/>
                    <a:gd name="connsiteX24" fmla="*/ 239078 w 661035"/>
                    <a:gd name="connsiteY24" fmla="*/ 798196 h 1099185"/>
                    <a:gd name="connsiteX25" fmla="*/ 277307 w 661035"/>
                    <a:gd name="connsiteY25" fmla="*/ 750642 h 1099185"/>
                    <a:gd name="connsiteX26" fmla="*/ 277178 w 661035"/>
                    <a:gd name="connsiteY26" fmla="*/ 750571 h 1099185"/>
                    <a:gd name="connsiteX27" fmla="*/ 284798 w 661035"/>
                    <a:gd name="connsiteY27" fmla="*/ 740093 h 1099185"/>
                    <a:gd name="connsiteX28" fmla="*/ 323850 w 661035"/>
                    <a:gd name="connsiteY28" fmla="*/ 676275 h 1099185"/>
                    <a:gd name="connsiteX29" fmla="*/ 359092 w 661035"/>
                    <a:gd name="connsiteY29" fmla="*/ 597218 h 1099185"/>
                    <a:gd name="connsiteX30" fmla="*/ 220980 w 661035"/>
                    <a:gd name="connsiteY30" fmla="*/ 0 h 1099185"/>
                    <a:gd name="connsiteX31" fmla="*/ 481965 w 661035"/>
                    <a:gd name="connsiteY31" fmla="*/ 141922 h 1099185"/>
                    <a:gd name="connsiteX32" fmla="*/ 575310 w 661035"/>
                    <a:gd name="connsiteY32" fmla="*/ 214313 h 1099185"/>
                    <a:gd name="connsiteX33" fmla="*/ 661035 w 661035"/>
                    <a:gd name="connsiteY33" fmla="*/ 504825 h 1099185"/>
                    <a:gd name="connsiteX34" fmla="*/ 621030 w 661035"/>
                    <a:gd name="connsiteY34" fmla="*/ 739140 h 1099185"/>
                    <a:gd name="connsiteX35" fmla="*/ 360045 w 661035"/>
                    <a:gd name="connsiteY35" fmla="*/ 597218 h 1099185"/>
                    <a:gd name="connsiteX36" fmla="*/ 400050 w 661035"/>
                    <a:gd name="connsiteY36" fmla="*/ 362902 h 1099185"/>
                    <a:gd name="connsiteX37" fmla="*/ 314325 w 661035"/>
                    <a:gd name="connsiteY37" fmla="*/ 72390 h 1099185"/>
                    <a:gd name="connsiteX38" fmla="*/ 220980 w 661035"/>
                    <a:gd name="connsiteY38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291343 w 661035"/>
                    <a:gd name="connsiteY13" fmla="*/ 1060767 h 1099185"/>
                    <a:gd name="connsiteX14" fmla="*/ 319088 w 661035"/>
                    <a:gd name="connsiteY14" fmla="*/ 1077277 h 1099185"/>
                    <a:gd name="connsiteX15" fmla="*/ 260985 w 661035"/>
                    <a:gd name="connsiteY15" fmla="*/ 1099185 h 1099185"/>
                    <a:gd name="connsiteX16" fmla="*/ 0 w 661035"/>
                    <a:gd name="connsiteY16" fmla="*/ 957262 h 1099185"/>
                    <a:gd name="connsiteX17" fmla="*/ 59055 w 661035"/>
                    <a:gd name="connsiteY17" fmla="*/ 935355 h 1099185"/>
                    <a:gd name="connsiteX18" fmla="*/ 60008 w 661035"/>
                    <a:gd name="connsiteY18" fmla="*/ 935355 h 1099185"/>
                    <a:gd name="connsiteX19" fmla="*/ 135745 w 661035"/>
                    <a:gd name="connsiteY19" fmla="*/ 891807 h 1099185"/>
                    <a:gd name="connsiteX20" fmla="*/ 135255 w 661035"/>
                    <a:gd name="connsiteY20" fmla="*/ 891540 h 1099185"/>
                    <a:gd name="connsiteX21" fmla="*/ 190500 w 661035"/>
                    <a:gd name="connsiteY21" fmla="*/ 847725 h 1099185"/>
                    <a:gd name="connsiteX22" fmla="*/ 239078 w 661035"/>
                    <a:gd name="connsiteY22" fmla="*/ 799148 h 1099185"/>
                    <a:gd name="connsiteX23" fmla="*/ 239078 w 661035"/>
                    <a:gd name="connsiteY23" fmla="*/ 798196 h 1099185"/>
                    <a:gd name="connsiteX24" fmla="*/ 277307 w 661035"/>
                    <a:gd name="connsiteY24" fmla="*/ 750642 h 1099185"/>
                    <a:gd name="connsiteX25" fmla="*/ 277178 w 661035"/>
                    <a:gd name="connsiteY25" fmla="*/ 750571 h 1099185"/>
                    <a:gd name="connsiteX26" fmla="*/ 284798 w 661035"/>
                    <a:gd name="connsiteY26" fmla="*/ 740093 h 1099185"/>
                    <a:gd name="connsiteX27" fmla="*/ 323850 w 661035"/>
                    <a:gd name="connsiteY27" fmla="*/ 676275 h 1099185"/>
                    <a:gd name="connsiteX28" fmla="*/ 359092 w 661035"/>
                    <a:gd name="connsiteY28" fmla="*/ 597218 h 1099185"/>
                    <a:gd name="connsiteX29" fmla="*/ 220980 w 661035"/>
                    <a:gd name="connsiteY29" fmla="*/ 0 h 1099185"/>
                    <a:gd name="connsiteX30" fmla="*/ 481965 w 661035"/>
                    <a:gd name="connsiteY30" fmla="*/ 141922 h 1099185"/>
                    <a:gd name="connsiteX31" fmla="*/ 575310 w 661035"/>
                    <a:gd name="connsiteY31" fmla="*/ 214313 h 1099185"/>
                    <a:gd name="connsiteX32" fmla="*/ 661035 w 661035"/>
                    <a:gd name="connsiteY32" fmla="*/ 504825 h 1099185"/>
                    <a:gd name="connsiteX33" fmla="*/ 621030 w 661035"/>
                    <a:gd name="connsiteY33" fmla="*/ 739140 h 1099185"/>
                    <a:gd name="connsiteX34" fmla="*/ 360045 w 661035"/>
                    <a:gd name="connsiteY34" fmla="*/ 597218 h 1099185"/>
                    <a:gd name="connsiteX35" fmla="*/ 400050 w 661035"/>
                    <a:gd name="connsiteY35" fmla="*/ 362902 h 1099185"/>
                    <a:gd name="connsiteX36" fmla="*/ 314325 w 661035"/>
                    <a:gd name="connsiteY36" fmla="*/ 72390 h 1099185"/>
                    <a:gd name="connsiteX37" fmla="*/ 220980 w 661035"/>
                    <a:gd name="connsiteY37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319088 w 661035"/>
                    <a:gd name="connsiteY13" fmla="*/ 1077277 h 1099185"/>
                    <a:gd name="connsiteX14" fmla="*/ 260985 w 661035"/>
                    <a:gd name="connsiteY14" fmla="*/ 1099185 h 1099185"/>
                    <a:gd name="connsiteX15" fmla="*/ 0 w 661035"/>
                    <a:gd name="connsiteY15" fmla="*/ 957262 h 1099185"/>
                    <a:gd name="connsiteX16" fmla="*/ 59055 w 661035"/>
                    <a:gd name="connsiteY16" fmla="*/ 935355 h 1099185"/>
                    <a:gd name="connsiteX17" fmla="*/ 60008 w 661035"/>
                    <a:gd name="connsiteY17" fmla="*/ 935355 h 1099185"/>
                    <a:gd name="connsiteX18" fmla="*/ 135745 w 661035"/>
                    <a:gd name="connsiteY18" fmla="*/ 891807 h 1099185"/>
                    <a:gd name="connsiteX19" fmla="*/ 135255 w 661035"/>
                    <a:gd name="connsiteY19" fmla="*/ 891540 h 1099185"/>
                    <a:gd name="connsiteX20" fmla="*/ 190500 w 661035"/>
                    <a:gd name="connsiteY20" fmla="*/ 847725 h 1099185"/>
                    <a:gd name="connsiteX21" fmla="*/ 239078 w 661035"/>
                    <a:gd name="connsiteY21" fmla="*/ 799148 h 1099185"/>
                    <a:gd name="connsiteX22" fmla="*/ 239078 w 661035"/>
                    <a:gd name="connsiteY22" fmla="*/ 798196 h 1099185"/>
                    <a:gd name="connsiteX23" fmla="*/ 277307 w 661035"/>
                    <a:gd name="connsiteY23" fmla="*/ 750642 h 1099185"/>
                    <a:gd name="connsiteX24" fmla="*/ 277178 w 661035"/>
                    <a:gd name="connsiteY24" fmla="*/ 750571 h 1099185"/>
                    <a:gd name="connsiteX25" fmla="*/ 284798 w 661035"/>
                    <a:gd name="connsiteY25" fmla="*/ 740093 h 1099185"/>
                    <a:gd name="connsiteX26" fmla="*/ 323850 w 661035"/>
                    <a:gd name="connsiteY26" fmla="*/ 676275 h 1099185"/>
                    <a:gd name="connsiteX27" fmla="*/ 359092 w 661035"/>
                    <a:gd name="connsiteY27" fmla="*/ 597218 h 1099185"/>
                    <a:gd name="connsiteX28" fmla="*/ 220980 w 661035"/>
                    <a:gd name="connsiteY28" fmla="*/ 0 h 1099185"/>
                    <a:gd name="connsiteX29" fmla="*/ 481965 w 661035"/>
                    <a:gd name="connsiteY29" fmla="*/ 141922 h 1099185"/>
                    <a:gd name="connsiteX30" fmla="*/ 575310 w 661035"/>
                    <a:gd name="connsiteY30" fmla="*/ 214313 h 1099185"/>
                    <a:gd name="connsiteX31" fmla="*/ 661035 w 661035"/>
                    <a:gd name="connsiteY31" fmla="*/ 504825 h 1099185"/>
                    <a:gd name="connsiteX32" fmla="*/ 621030 w 661035"/>
                    <a:gd name="connsiteY32" fmla="*/ 739140 h 1099185"/>
                    <a:gd name="connsiteX33" fmla="*/ 360045 w 661035"/>
                    <a:gd name="connsiteY33" fmla="*/ 597218 h 1099185"/>
                    <a:gd name="connsiteX34" fmla="*/ 400050 w 661035"/>
                    <a:gd name="connsiteY34" fmla="*/ 362902 h 1099185"/>
                    <a:gd name="connsiteX35" fmla="*/ 314325 w 661035"/>
                    <a:gd name="connsiteY35" fmla="*/ 72390 h 1099185"/>
                    <a:gd name="connsiteX36" fmla="*/ 220980 w 661035"/>
                    <a:gd name="connsiteY36" fmla="*/ 0 h 1099185"/>
                    <a:gd name="connsiteX0" fmla="*/ 359092 w 661035"/>
                    <a:gd name="connsiteY0" fmla="*/ 597218 h 1112468"/>
                    <a:gd name="connsiteX1" fmla="*/ 620078 w 661035"/>
                    <a:gd name="connsiteY1" fmla="*/ 739140 h 1112468"/>
                    <a:gd name="connsiteX2" fmla="*/ 584835 w 661035"/>
                    <a:gd name="connsiteY2" fmla="*/ 818198 h 1112468"/>
                    <a:gd name="connsiteX3" fmla="*/ 584836 w 661035"/>
                    <a:gd name="connsiteY3" fmla="*/ 818198 h 1112468"/>
                    <a:gd name="connsiteX4" fmla="*/ 545783 w 661035"/>
                    <a:gd name="connsiteY4" fmla="*/ 882015 h 1112468"/>
                    <a:gd name="connsiteX5" fmla="*/ 538930 w 661035"/>
                    <a:gd name="connsiteY5" fmla="*/ 891439 h 1112468"/>
                    <a:gd name="connsiteX6" fmla="*/ 539116 w 661035"/>
                    <a:gd name="connsiteY6" fmla="*/ 891540 h 1112468"/>
                    <a:gd name="connsiteX7" fmla="*/ 500063 w 661035"/>
                    <a:gd name="connsiteY7" fmla="*/ 940118 h 1112468"/>
                    <a:gd name="connsiteX8" fmla="*/ 500063 w 661035"/>
                    <a:gd name="connsiteY8" fmla="*/ 941070 h 1112468"/>
                    <a:gd name="connsiteX9" fmla="*/ 451485 w 661035"/>
                    <a:gd name="connsiteY9" fmla="*/ 989648 h 1112468"/>
                    <a:gd name="connsiteX10" fmla="*/ 396629 w 661035"/>
                    <a:gd name="connsiteY10" fmla="*/ 1033155 h 1112468"/>
                    <a:gd name="connsiteX11" fmla="*/ 397193 w 661035"/>
                    <a:gd name="connsiteY11" fmla="*/ 1033462 h 1112468"/>
                    <a:gd name="connsiteX12" fmla="*/ 320041 w 661035"/>
                    <a:gd name="connsiteY12" fmla="*/ 1076325 h 1112468"/>
                    <a:gd name="connsiteX13" fmla="*/ 319088 w 661035"/>
                    <a:gd name="connsiteY13" fmla="*/ 1077277 h 1112468"/>
                    <a:gd name="connsiteX14" fmla="*/ 247796 w 661035"/>
                    <a:gd name="connsiteY14" fmla="*/ 1112468 h 1112468"/>
                    <a:gd name="connsiteX15" fmla="*/ 0 w 661035"/>
                    <a:gd name="connsiteY15" fmla="*/ 957262 h 1112468"/>
                    <a:gd name="connsiteX16" fmla="*/ 59055 w 661035"/>
                    <a:gd name="connsiteY16" fmla="*/ 935355 h 1112468"/>
                    <a:gd name="connsiteX17" fmla="*/ 60008 w 661035"/>
                    <a:gd name="connsiteY17" fmla="*/ 935355 h 1112468"/>
                    <a:gd name="connsiteX18" fmla="*/ 135745 w 661035"/>
                    <a:gd name="connsiteY18" fmla="*/ 891807 h 1112468"/>
                    <a:gd name="connsiteX19" fmla="*/ 135255 w 661035"/>
                    <a:gd name="connsiteY19" fmla="*/ 891540 h 1112468"/>
                    <a:gd name="connsiteX20" fmla="*/ 190500 w 661035"/>
                    <a:gd name="connsiteY20" fmla="*/ 847725 h 1112468"/>
                    <a:gd name="connsiteX21" fmla="*/ 239078 w 661035"/>
                    <a:gd name="connsiteY21" fmla="*/ 799148 h 1112468"/>
                    <a:gd name="connsiteX22" fmla="*/ 239078 w 661035"/>
                    <a:gd name="connsiteY22" fmla="*/ 798196 h 1112468"/>
                    <a:gd name="connsiteX23" fmla="*/ 277307 w 661035"/>
                    <a:gd name="connsiteY23" fmla="*/ 750642 h 1112468"/>
                    <a:gd name="connsiteX24" fmla="*/ 277178 w 661035"/>
                    <a:gd name="connsiteY24" fmla="*/ 750571 h 1112468"/>
                    <a:gd name="connsiteX25" fmla="*/ 284798 w 661035"/>
                    <a:gd name="connsiteY25" fmla="*/ 740093 h 1112468"/>
                    <a:gd name="connsiteX26" fmla="*/ 323850 w 661035"/>
                    <a:gd name="connsiteY26" fmla="*/ 676275 h 1112468"/>
                    <a:gd name="connsiteX27" fmla="*/ 359092 w 661035"/>
                    <a:gd name="connsiteY27" fmla="*/ 597218 h 1112468"/>
                    <a:gd name="connsiteX28" fmla="*/ 220980 w 661035"/>
                    <a:gd name="connsiteY28" fmla="*/ 0 h 1112468"/>
                    <a:gd name="connsiteX29" fmla="*/ 481965 w 661035"/>
                    <a:gd name="connsiteY29" fmla="*/ 141922 h 1112468"/>
                    <a:gd name="connsiteX30" fmla="*/ 575310 w 661035"/>
                    <a:gd name="connsiteY30" fmla="*/ 214313 h 1112468"/>
                    <a:gd name="connsiteX31" fmla="*/ 661035 w 661035"/>
                    <a:gd name="connsiteY31" fmla="*/ 504825 h 1112468"/>
                    <a:gd name="connsiteX32" fmla="*/ 621030 w 661035"/>
                    <a:gd name="connsiteY32" fmla="*/ 739140 h 1112468"/>
                    <a:gd name="connsiteX33" fmla="*/ 360045 w 661035"/>
                    <a:gd name="connsiteY33" fmla="*/ 597218 h 1112468"/>
                    <a:gd name="connsiteX34" fmla="*/ 400050 w 661035"/>
                    <a:gd name="connsiteY34" fmla="*/ 362902 h 1112468"/>
                    <a:gd name="connsiteX35" fmla="*/ 314325 w 661035"/>
                    <a:gd name="connsiteY35" fmla="*/ 72390 h 1112468"/>
                    <a:gd name="connsiteX36" fmla="*/ 220980 w 661035"/>
                    <a:gd name="connsiteY36" fmla="*/ 0 h 11124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61035" h="1112468">
                      <a:moveTo>
                        <a:pt x="359092" y="597218"/>
                      </a:moveTo>
                      <a:lnTo>
                        <a:pt x="620078" y="739140"/>
                      </a:lnTo>
                      <a:lnTo>
                        <a:pt x="584835" y="818198"/>
                      </a:lnTo>
                      <a:lnTo>
                        <a:pt x="584836" y="818198"/>
                      </a:lnTo>
                      <a:cubicBezTo>
                        <a:pt x="573405" y="840105"/>
                        <a:pt x="560070" y="861060"/>
                        <a:pt x="545783" y="882015"/>
                      </a:cubicBezTo>
                      <a:lnTo>
                        <a:pt x="538930" y="891439"/>
                      </a:lnTo>
                      <a:lnTo>
                        <a:pt x="539116" y="891540"/>
                      </a:lnTo>
                      <a:cubicBezTo>
                        <a:pt x="525780" y="908686"/>
                        <a:pt x="513398" y="924878"/>
                        <a:pt x="500063" y="940118"/>
                      </a:cubicBezTo>
                      <a:lnTo>
                        <a:pt x="500063" y="941070"/>
                      </a:lnTo>
                      <a:cubicBezTo>
                        <a:pt x="483870" y="958215"/>
                        <a:pt x="467678" y="974408"/>
                        <a:pt x="451485" y="989648"/>
                      </a:cubicBezTo>
                      <a:lnTo>
                        <a:pt x="396629" y="1033155"/>
                      </a:lnTo>
                      <a:lnTo>
                        <a:pt x="397193" y="1033462"/>
                      </a:lnTo>
                      <a:cubicBezTo>
                        <a:pt x="371475" y="1049655"/>
                        <a:pt x="346711" y="1063943"/>
                        <a:pt x="320041" y="1076325"/>
                      </a:cubicBezTo>
                      <a:lnTo>
                        <a:pt x="319088" y="1077277"/>
                      </a:lnTo>
                      <a:lnTo>
                        <a:pt x="247796" y="1112468"/>
                      </a:lnTo>
                      <a:lnTo>
                        <a:pt x="0" y="957262"/>
                      </a:lnTo>
                      <a:lnTo>
                        <a:pt x="59055" y="935355"/>
                      </a:lnTo>
                      <a:lnTo>
                        <a:pt x="60008" y="935355"/>
                      </a:lnTo>
                      <a:lnTo>
                        <a:pt x="135745" y="891807"/>
                      </a:lnTo>
                      <a:lnTo>
                        <a:pt x="135255" y="891540"/>
                      </a:lnTo>
                      <a:cubicBezTo>
                        <a:pt x="154305" y="878205"/>
                        <a:pt x="173355" y="863918"/>
                        <a:pt x="190500" y="847725"/>
                      </a:cubicBezTo>
                      <a:cubicBezTo>
                        <a:pt x="207645" y="832486"/>
                        <a:pt x="222885" y="816293"/>
                        <a:pt x="239078" y="799148"/>
                      </a:cubicBezTo>
                      <a:lnTo>
                        <a:pt x="239078" y="798196"/>
                      </a:lnTo>
                      <a:lnTo>
                        <a:pt x="277307" y="750642"/>
                      </a:lnTo>
                      <a:lnTo>
                        <a:pt x="277178" y="750571"/>
                      </a:lnTo>
                      <a:cubicBezTo>
                        <a:pt x="280036" y="746761"/>
                        <a:pt x="281941" y="743903"/>
                        <a:pt x="284798" y="740093"/>
                      </a:cubicBezTo>
                      <a:cubicBezTo>
                        <a:pt x="299086" y="719138"/>
                        <a:pt x="312420" y="698183"/>
                        <a:pt x="323850" y="676275"/>
                      </a:cubicBezTo>
                      <a:cubicBezTo>
                        <a:pt x="337185" y="650558"/>
                        <a:pt x="349567" y="623888"/>
                        <a:pt x="359092" y="597218"/>
                      </a:cubicBezTo>
                      <a:close/>
                      <a:moveTo>
                        <a:pt x="220980" y="0"/>
                      </a:moveTo>
                      <a:lnTo>
                        <a:pt x="481965" y="141922"/>
                      </a:lnTo>
                      <a:cubicBezTo>
                        <a:pt x="521970" y="163830"/>
                        <a:pt x="553403" y="187642"/>
                        <a:pt x="575310" y="214313"/>
                      </a:cubicBezTo>
                      <a:cubicBezTo>
                        <a:pt x="632460" y="281940"/>
                        <a:pt x="661035" y="379095"/>
                        <a:pt x="661035" y="504825"/>
                      </a:cubicBezTo>
                      <a:cubicBezTo>
                        <a:pt x="660083" y="588645"/>
                        <a:pt x="646748" y="666750"/>
                        <a:pt x="621030" y="739140"/>
                      </a:cubicBezTo>
                      <a:lnTo>
                        <a:pt x="360045" y="597218"/>
                      </a:lnTo>
                      <a:cubicBezTo>
                        <a:pt x="386715" y="524827"/>
                        <a:pt x="400050" y="446722"/>
                        <a:pt x="400050" y="362902"/>
                      </a:cubicBezTo>
                      <a:cubicBezTo>
                        <a:pt x="400050" y="237172"/>
                        <a:pt x="371475" y="140970"/>
                        <a:pt x="314325" y="72390"/>
                      </a:cubicBezTo>
                      <a:cubicBezTo>
                        <a:pt x="291465" y="45720"/>
                        <a:pt x="260985" y="20955"/>
                        <a:pt x="22098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7" name="Freeform: Shape 106">
                  <a:extLst>
                    <a:ext uri="{FF2B5EF4-FFF2-40B4-BE49-F238E27FC236}">
                      <a16:creationId xmlns:a16="http://schemas.microsoft.com/office/drawing/2014/main" xmlns="" id="{7D4AEE08-715B-4FC1-9775-92666F4B3616}"/>
                    </a:ext>
                  </a:extLst>
                </p:cNvPr>
                <p:cNvSpPr/>
                <p:nvPr/>
              </p:nvSpPr>
              <p:spPr>
                <a:xfrm>
                  <a:off x="2967026" y="3229268"/>
                  <a:ext cx="673417" cy="247650"/>
                </a:xfrm>
                <a:custGeom>
                  <a:avLst/>
                  <a:gdLst>
                    <a:gd name="connsiteX0" fmla="*/ 261937 w 673417"/>
                    <a:gd name="connsiteY0" fmla="*/ 45720 h 247650"/>
                    <a:gd name="connsiteX1" fmla="*/ 288607 w 673417"/>
                    <a:gd name="connsiteY1" fmla="*/ 53340 h 247650"/>
                    <a:gd name="connsiteX2" fmla="*/ 387667 w 673417"/>
                    <a:gd name="connsiteY2" fmla="*/ 93345 h 247650"/>
                    <a:gd name="connsiteX3" fmla="*/ 412432 w 673417"/>
                    <a:gd name="connsiteY3" fmla="*/ 105728 h 247650"/>
                    <a:gd name="connsiteX4" fmla="*/ 673417 w 673417"/>
                    <a:gd name="connsiteY4" fmla="*/ 247650 h 247650"/>
                    <a:gd name="connsiteX5" fmla="*/ 647700 w 673417"/>
                    <a:gd name="connsiteY5" fmla="*/ 235267 h 247650"/>
                    <a:gd name="connsiteX6" fmla="*/ 644991 w 673417"/>
                    <a:gd name="connsiteY6" fmla="*/ 233789 h 247650"/>
                    <a:gd name="connsiteX7" fmla="*/ 549592 w 673417"/>
                    <a:gd name="connsiteY7" fmla="*/ 195262 h 247650"/>
                    <a:gd name="connsiteX8" fmla="*/ 522922 w 673417"/>
                    <a:gd name="connsiteY8" fmla="*/ 186690 h 247650"/>
                    <a:gd name="connsiteX9" fmla="*/ 0 w 673417"/>
                    <a:gd name="connsiteY9" fmla="*/ 0 h 247650"/>
                    <a:gd name="connsiteX10" fmla="*/ 80010 w 673417"/>
                    <a:gd name="connsiteY10" fmla="*/ 11430 h 247650"/>
                    <a:gd name="connsiteX11" fmla="*/ 80421 w 673417"/>
                    <a:gd name="connsiteY11" fmla="*/ 11654 h 247650"/>
                    <a:gd name="connsiteX12" fmla="*/ 185499 w 673417"/>
                    <a:gd name="connsiteY12" fmla="*/ 28933 h 247650"/>
                    <a:gd name="connsiteX13" fmla="*/ 261937 w 673417"/>
                    <a:gd name="connsiteY13" fmla="*/ 45720 h 247650"/>
                    <a:gd name="connsiteX14" fmla="*/ 522922 w 673417"/>
                    <a:gd name="connsiteY14" fmla="*/ 187643 h 247650"/>
                    <a:gd name="connsiteX15" fmla="*/ 340042 w 673417"/>
                    <a:gd name="connsiteY15" fmla="*/ 153353 h 247650"/>
                    <a:gd name="connsiteX16" fmla="*/ 260985 w 673417"/>
                    <a:gd name="connsiteY16" fmla="*/ 141923 h 247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673417" h="247650">
                      <a:moveTo>
                        <a:pt x="261937" y="45720"/>
                      </a:moveTo>
                      <a:cubicBezTo>
                        <a:pt x="271462" y="48578"/>
                        <a:pt x="280987" y="50483"/>
                        <a:pt x="288607" y="53340"/>
                      </a:cubicBezTo>
                      <a:cubicBezTo>
                        <a:pt x="323850" y="64770"/>
                        <a:pt x="357187" y="79058"/>
                        <a:pt x="387667" y="93345"/>
                      </a:cubicBezTo>
                      <a:cubicBezTo>
                        <a:pt x="396240" y="97155"/>
                        <a:pt x="404812" y="101917"/>
                        <a:pt x="412432" y="105728"/>
                      </a:cubicBezTo>
                      <a:lnTo>
                        <a:pt x="673417" y="247650"/>
                      </a:lnTo>
                      <a:cubicBezTo>
                        <a:pt x="664845" y="243840"/>
                        <a:pt x="656272" y="239078"/>
                        <a:pt x="647700" y="235267"/>
                      </a:cubicBezTo>
                      <a:lnTo>
                        <a:pt x="644991" y="233789"/>
                      </a:lnTo>
                      <a:lnTo>
                        <a:pt x="549592" y="195262"/>
                      </a:lnTo>
                      <a:cubicBezTo>
                        <a:pt x="541972" y="192405"/>
                        <a:pt x="532447" y="189548"/>
                        <a:pt x="522922" y="186690"/>
                      </a:cubicBezTo>
                      <a:close/>
                      <a:moveTo>
                        <a:pt x="0" y="0"/>
                      </a:moveTo>
                      <a:lnTo>
                        <a:pt x="80010" y="11430"/>
                      </a:lnTo>
                      <a:lnTo>
                        <a:pt x="80421" y="11654"/>
                      </a:lnTo>
                      <a:lnTo>
                        <a:pt x="185499" y="28933"/>
                      </a:lnTo>
                      <a:cubicBezTo>
                        <a:pt x="215979" y="34528"/>
                        <a:pt x="241458" y="40005"/>
                        <a:pt x="261937" y="45720"/>
                      </a:cubicBezTo>
                      <a:lnTo>
                        <a:pt x="522922" y="187643"/>
                      </a:lnTo>
                      <a:cubicBezTo>
                        <a:pt x="481965" y="176213"/>
                        <a:pt x="421004" y="164783"/>
                        <a:pt x="340042" y="153353"/>
                      </a:cubicBezTo>
                      <a:lnTo>
                        <a:pt x="260985" y="141923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8" name="Freeform: Shape 107">
                  <a:extLst>
                    <a:ext uri="{FF2B5EF4-FFF2-40B4-BE49-F238E27FC236}">
                      <a16:creationId xmlns:a16="http://schemas.microsoft.com/office/drawing/2014/main" xmlns="" id="{FCD750D4-4BDF-4312-B443-7EA98BBF00A1}"/>
                    </a:ext>
                  </a:extLst>
                </p:cNvPr>
                <p:cNvSpPr/>
                <p:nvPr/>
              </p:nvSpPr>
              <p:spPr>
                <a:xfrm>
                  <a:off x="2707091" y="3532163"/>
                  <a:ext cx="257175" cy="1238250"/>
                </a:xfrm>
                <a:custGeom>
                  <a:avLst/>
                  <a:gdLst>
                    <a:gd name="connsiteX0" fmla="*/ 260985 w 257175"/>
                    <a:gd name="connsiteY0" fmla="*/ 1244918 h 1238250"/>
                    <a:gd name="connsiteX1" fmla="*/ 0 w 257175"/>
                    <a:gd name="connsiteY1" fmla="*/ 1102995 h 1238250"/>
                    <a:gd name="connsiteX2" fmla="*/ 1905 w 257175"/>
                    <a:gd name="connsiteY2" fmla="*/ 0 h 1238250"/>
                    <a:gd name="connsiteX3" fmla="*/ 262890 w 257175"/>
                    <a:gd name="connsiteY3" fmla="*/ 141922 h 1238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7175" h="1238250">
                      <a:moveTo>
                        <a:pt x="260985" y="1244918"/>
                      </a:moveTo>
                      <a:lnTo>
                        <a:pt x="0" y="1102995"/>
                      </a:lnTo>
                      <a:lnTo>
                        <a:pt x="1905" y="0"/>
                      </a:lnTo>
                      <a:lnTo>
                        <a:pt x="262890" y="14192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xmlns="" id="{DCEEE83C-0E65-4A03-8C83-3979F03318D8}"/>
                    </a:ext>
                  </a:extLst>
                </p:cNvPr>
                <p:cNvSpPr/>
                <p:nvPr/>
              </p:nvSpPr>
              <p:spPr>
                <a:xfrm>
                  <a:off x="3110832" y="2270955"/>
                  <a:ext cx="457201" cy="495301"/>
                </a:xfrm>
                <a:custGeom>
                  <a:avLst/>
                  <a:gdLst>
                    <a:gd name="connsiteX0" fmla="*/ 459105 w 457200"/>
                    <a:gd name="connsiteY0" fmla="*/ 500063 h 495300"/>
                    <a:gd name="connsiteX1" fmla="*/ 198120 w 457200"/>
                    <a:gd name="connsiteY1" fmla="*/ 358140 h 495300"/>
                    <a:gd name="connsiteX2" fmla="*/ 80963 w 457200"/>
                    <a:gd name="connsiteY2" fmla="*/ 62865 h 495300"/>
                    <a:gd name="connsiteX3" fmla="*/ 0 w 457200"/>
                    <a:gd name="connsiteY3" fmla="*/ 0 h 495300"/>
                    <a:gd name="connsiteX4" fmla="*/ 260985 w 457200"/>
                    <a:gd name="connsiteY4" fmla="*/ 141923 h 495300"/>
                    <a:gd name="connsiteX5" fmla="*/ 341948 w 457200"/>
                    <a:gd name="connsiteY5" fmla="*/ 204788 h 495300"/>
                    <a:gd name="connsiteX6" fmla="*/ 459105 w 457200"/>
                    <a:gd name="connsiteY6" fmla="*/ 500063 h 4953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57200" h="495300">
                      <a:moveTo>
                        <a:pt x="459105" y="500063"/>
                      </a:moveTo>
                      <a:lnTo>
                        <a:pt x="198120" y="358140"/>
                      </a:lnTo>
                      <a:cubicBezTo>
                        <a:pt x="179070" y="224790"/>
                        <a:pt x="140017" y="126683"/>
                        <a:pt x="80963" y="62865"/>
                      </a:cubicBezTo>
                      <a:cubicBezTo>
                        <a:pt x="57150" y="38100"/>
                        <a:pt x="30480" y="17145"/>
                        <a:pt x="0" y="0"/>
                      </a:cubicBezTo>
                      <a:lnTo>
                        <a:pt x="260985" y="141923"/>
                      </a:lnTo>
                      <a:cubicBezTo>
                        <a:pt x="291465" y="158115"/>
                        <a:pt x="318135" y="179070"/>
                        <a:pt x="341948" y="204788"/>
                      </a:cubicBezTo>
                      <a:cubicBezTo>
                        <a:pt x="401955" y="268605"/>
                        <a:pt x="441008" y="366713"/>
                        <a:pt x="459105" y="500063"/>
                      </a:cubicBezTo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xmlns="" id="{5B47C86B-F4FF-4993-9645-5F42218A748E}"/>
                    </a:ext>
                  </a:extLst>
                </p:cNvPr>
                <p:cNvSpPr/>
                <p:nvPr/>
              </p:nvSpPr>
              <p:spPr>
                <a:xfrm>
                  <a:off x="2541356" y="3138780"/>
                  <a:ext cx="428625" cy="200026"/>
                </a:xfrm>
                <a:custGeom>
                  <a:avLst/>
                  <a:gdLst>
                    <a:gd name="connsiteX0" fmla="*/ 0 w 428625"/>
                    <a:gd name="connsiteY0" fmla="*/ 0 h 200026"/>
                    <a:gd name="connsiteX1" fmla="*/ 17145 w 428625"/>
                    <a:gd name="connsiteY1" fmla="*/ 8573 h 200026"/>
                    <a:gd name="connsiteX2" fmla="*/ 109538 w 428625"/>
                    <a:gd name="connsiteY2" fmla="*/ 44768 h 200026"/>
                    <a:gd name="connsiteX3" fmla="*/ 370023 w 428625"/>
                    <a:gd name="connsiteY3" fmla="*/ 186418 h 200026"/>
                    <a:gd name="connsiteX4" fmla="*/ 110490 w 428625"/>
                    <a:gd name="connsiteY4" fmla="*/ 44768 h 200026"/>
                    <a:gd name="connsiteX5" fmla="*/ 168592 w 428625"/>
                    <a:gd name="connsiteY5" fmla="*/ 59056 h 200026"/>
                    <a:gd name="connsiteX6" fmla="*/ 428625 w 428625"/>
                    <a:gd name="connsiteY6" fmla="*/ 200026 h 200026"/>
                    <a:gd name="connsiteX7" fmla="*/ 370523 w 428625"/>
                    <a:gd name="connsiteY7" fmla="*/ 186691 h 200026"/>
                    <a:gd name="connsiteX8" fmla="*/ 370517 w 428625"/>
                    <a:gd name="connsiteY8" fmla="*/ 186688 h 200026"/>
                    <a:gd name="connsiteX9" fmla="*/ 278130 w 428625"/>
                    <a:gd name="connsiteY9" fmla="*/ 150495 h 200026"/>
                    <a:gd name="connsiteX10" fmla="*/ 260985 w 428625"/>
                    <a:gd name="connsiteY10" fmla="*/ 141923 h 2000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28625" h="200026">
                      <a:moveTo>
                        <a:pt x="0" y="0"/>
                      </a:moveTo>
                      <a:cubicBezTo>
                        <a:pt x="5715" y="2858"/>
                        <a:pt x="11430" y="5715"/>
                        <a:pt x="17145" y="8573"/>
                      </a:cubicBezTo>
                      <a:cubicBezTo>
                        <a:pt x="44767" y="21908"/>
                        <a:pt x="75248" y="34290"/>
                        <a:pt x="109538" y="44768"/>
                      </a:cubicBezTo>
                      <a:lnTo>
                        <a:pt x="370023" y="186418"/>
                      </a:lnTo>
                      <a:lnTo>
                        <a:pt x="110490" y="44768"/>
                      </a:lnTo>
                      <a:lnTo>
                        <a:pt x="168592" y="59056"/>
                      </a:lnTo>
                      <a:lnTo>
                        <a:pt x="428625" y="200026"/>
                      </a:lnTo>
                      <a:lnTo>
                        <a:pt x="370523" y="186691"/>
                      </a:lnTo>
                      <a:lnTo>
                        <a:pt x="370517" y="186688"/>
                      </a:lnTo>
                      <a:lnTo>
                        <a:pt x="278130" y="150495"/>
                      </a:lnTo>
                      <a:cubicBezTo>
                        <a:pt x="272415" y="147638"/>
                        <a:pt x="266700" y="144780"/>
                        <a:pt x="260985" y="14192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xmlns="" id="{F639E5E1-FF36-4933-A42A-22242275B7FF}"/>
                    </a:ext>
                  </a:extLst>
                </p:cNvPr>
                <p:cNvSpPr/>
                <p:nvPr/>
              </p:nvSpPr>
              <p:spPr>
                <a:xfrm>
                  <a:off x="2969883" y="1938632"/>
                  <a:ext cx="618767" cy="219303"/>
                </a:xfrm>
                <a:custGeom>
                  <a:avLst/>
                  <a:gdLst>
                    <a:gd name="connsiteX0" fmla="*/ 323751 w 603786"/>
                    <a:gd name="connsiteY0" fmla="*/ 66771 h 218219"/>
                    <a:gd name="connsiteX1" fmla="*/ 342801 w 603786"/>
                    <a:gd name="connsiteY1" fmla="*/ 76296 h 218219"/>
                    <a:gd name="connsiteX2" fmla="*/ 603786 w 603786"/>
                    <a:gd name="connsiteY2" fmla="*/ 218219 h 218219"/>
                    <a:gd name="connsiteX3" fmla="*/ 584736 w 603786"/>
                    <a:gd name="connsiteY3" fmla="*/ 208694 h 218219"/>
                    <a:gd name="connsiteX4" fmla="*/ 0 w 603786"/>
                    <a:gd name="connsiteY4" fmla="*/ 0 h 218219"/>
                    <a:gd name="connsiteX5" fmla="*/ 100965 w 603786"/>
                    <a:gd name="connsiteY5" fmla="*/ 2857 h 218219"/>
                    <a:gd name="connsiteX6" fmla="*/ 102772 w 603786"/>
                    <a:gd name="connsiteY6" fmla="*/ 3833 h 218219"/>
                    <a:gd name="connsiteX7" fmla="*/ 214213 w 603786"/>
                    <a:gd name="connsiteY7" fmla="*/ 22860 h 218219"/>
                    <a:gd name="connsiteX8" fmla="*/ 236092 w 603786"/>
                    <a:gd name="connsiteY8" fmla="*/ 34757 h 218219"/>
                    <a:gd name="connsiteX9" fmla="*/ 323751 w 603786"/>
                    <a:gd name="connsiteY9" fmla="*/ 66772 h 218219"/>
                    <a:gd name="connsiteX10" fmla="*/ 584736 w 603786"/>
                    <a:gd name="connsiteY10" fmla="*/ 208695 h 218219"/>
                    <a:gd name="connsiteX11" fmla="*/ 475198 w 603786"/>
                    <a:gd name="connsiteY11" fmla="*/ 168690 h 218219"/>
                    <a:gd name="connsiteX12" fmla="*/ 464489 w 603786"/>
                    <a:gd name="connsiteY12" fmla="*/ 162866 h 218219"/>
                    <a:gd name="connsiteX13" fmla="*/ 358041 w 603786"/>
                    <a:gd name="connsiteY13" fmla="*/ 143827 h 218219"/>
                    <a:gd name="connsiteX14" fmla="*/ 357901 w 603786"/>
                    <a:gd name="connsiteY14" fmla="*/ 143751 h 218219"/>
                    <a:gd name="connsiteX15" fmla="*/ 260033 w 603786"/>
                    <a:gd name="connsiteY15" fmla="*/ 141922 h 218219"/>
                    <a:gd name="connsiteX0" fmla="*/ 323751 w 603786"/>
                    <a:gd name="connsiteY0" fmla="*/ 66771 h 218219"/>
                    <a:gd name="connsiteX1" fmla="*/ 342801 w 603786"/>
                    <a:gd name="connsiteY1" fmla="*/ 76296 h 218219"/>
                    <a:gd name="connsiteX2" fmla="*/ 603786 w 603786"/>
                    <a:gd name="connsiteY2" fmla="*/ 218219 h 218219"/>
                    <a:gd name="connsiteX3" fmla="*/ 584736 w 603786"/>
                    <a:gd name="connsiteY3" fmla="*/ 208694 h 218219"/>
                    <a:gd name="connsiteX4" fmla="*/ 323751 w 603786"/>
                    <a:gd name="connsiteY4" fmla="*/ 66771 h 218219"/>
                    <a:gd name="connsiteX5" fmla="*/ 0 w 603786"/>
                    <a:gd name="connsiteY5" fmla="*/ 0 h 218219"/>
                    <a:gd name="connsiteX6" fmla="*/ 100965 w 603786"/>
                    <a:gd name="connsiteY6" fmla="*/ 2857 h 218219"/>
                    <a:gd name="connsiteX7" fmla="*/ 102772 w 603786"/>
                    <a:gd name="connsiteY7" fmla="*/ 3833 h 218219"/>
                    <a:gd name="connsiteX8" fmla="*/ 214213 w 603786"/>
                    <a:gd name="connsiteY8" fmla="*/ 22860 h 218219"/>
                    <a:gd name="connsiteX9" fmla="*/ 323751 w 603786"/>
                    <a:gd name="connsiteY9" fmla="*/ 66772 h 218219"/>
                    <a:gd name="connsiteX10" fmla="*/ 584736 w 603786"/>
                    <a:gd name="connsiteY10" fmla="*/ 208695 h 218219"/>
                    <a:gd name="connsiteX11" fmla="*/ 475198 w 603786"/>
                    <a:gd name="connsiteY11" fmla="*/ 168690 h 218219"/>
                    <a:gd name="connsiteX12" fmla="*/ 464489 w 603786"/>
                    <a:gd name="connsiteY12" fmla="*/ 162866 h 218219"/>
                    <a:gd name="connsiteX13" fmla="*/ 358041 w 603786"/>
                    <a:gd name="connsiteY13" fmla="*/ 143827 h 218219"/>
                    <a:gd name="connsiteX14" fmla="*/ 357901 w 603786"/>
                    <a:gd name="connsiteY14" fmla="*/ 143751 h 218219"/>
                    <a:gd name="connsiteX15" fmla="*/ 260033 w 603786"/>
                    <a:gd name="connsiteY15" fmla="*/ 141922 h 218219"/>
                    <a:gd name="connsiteX16" fmla="*/ 0 w 603786"/>
                    <a:gd name="connsiteY16" fmla="*/ 0 h 218219"/>
                    <a:gd name="connsiteX0" fmla="*/ 323751 w 603786"/>
                    <a:gd name="connsiteY0" fmla="*/ 66771 h 218219"/>
                    <a:gd name="connsiteX1" fmla="*/ 603786 w 603786"/>
                    <a:gd name="connsiteY1" fmla="*/ 218219 h 218219"/>
                    <a:gd name="connsiteX2" fmla="*/ 584736 w 603786"/>
                    <a:gd name="connsiteY2" fmla="*/ 208694 h 218219"/>
                    <a:gd name="connsiteX3" fmla="*/ 323751 w 603786"/>
                    <a:gd name="connsiteY3" fmla="*/ 66771 h 218219"/>
                    <a:gd name="connsiteX4" fmla="*/ 0 w 603786"/>
                    <a:gd name="connsiteY4" fmla="*/ 0 h 218219"/>
                    <a:gd name="connsiteX5" fmla="*/ 100965 w 603786"/>
                    <a:gd name="connsiteY5" fmla="*/ 2857 h 218219"/>
                    <a:gd name="connsiteX6" fmla="*/ 102772 w 603786"/>
                    <a:gd name="connsiteY6" fmla="*/ 3833 h 218219"/>
                    <a:gd name="connsiteX7" fmla="*/ 214213 w 603786"/>
                    <a:gd name="connsiteY7" fmla="*/ 22860 h 218219"/>
                    <a:gd name="connsiteX8" fmla="*/ 323751 w 603786"/>
                    <a:gd name="connsiteY8" fmla="*/ 66772 h 218219"/>
                    <a:gd name="connsiteX9" fmla="*/ 584736 w 603786"/>
                    <a:gd name="connsiteY9" fmla="*/ 208695 h 218219"/>
                    <a:gd name="connsiteX10" fmla="*/ 475198 w 603786"/>
                    <a:gd name="connsiteY10" fmla="*/ 168690 h 218219"/>
                    <a:gd name="connsiteX11" fmla="*/ 464489 w 603786"/>
                    <a:gd name="connsiteY11" fmla="*/ 162866 h 218219"/>
                    <a:gd name="connsiteX12" fmla="*/ 358041 w 603786"/>
                    <a:gd name="connsiteY12" fmla="*/ 143827 h 218219"/>
                    <a:gd name="connsiteX13" fmla="*/ 357901 w 603786"/>
                    <a:gd name="connsiteY13" fmla="*/ 143751 h 218219"/>
                    <a:gd name="connsiteX14" fmla="*/ 260033 w 603786"/>
                    <a:gd name="connsiteY14" fmla="*/ 141922 h 218219"/>
                    <a:gd name="connsiteX15" fmla="*/ 0 w 603786"/>
                    <a:gd name="connsiteY15" fmla="*/ 0 h 218219"/>
                    <a:gd name="connsiteX0" fmla="*/ 323751 w 584736"/>
                    <a:gd name="connsiteY0" fmla="*/ 66771 h 208695"/>
                    <a:gd name="connsiteX1" fmla="*/ 584736 w 584736"/>
                    <a:gd name="connsiteY1" fmla="*/ 208694 h 208695"/>
                    <a:gd name="connsiteX2" fmla="*/ 323751 w 584736"/>
                    <a:gd name="connsiteY2" fmla="*/ 66771 h 208695"/>
                    <a:gd name="connsiteX3" fmla="*/ 0 w 584736"/>
                    <a:gd name="connsiteY3" fmla="*/ 0 h 208695"/>
                    <a:gd name="connsiteX4" fmla="*/ 100965 w 584736"/>
                    <a:gd name="connsiteY4" fmla="*/ 2857 h 208695"/>
                    <a:gd name="connsiteX5" fmla="*/ 102772 w 584736"/>
                    <a:gd name="connsiteY5" fmla="*/ 3833 h 208695"/>
                    <a:gd name="connsiteX6" fmla="*/ 214213 w 584736"/>
                    <a:gd name="connsiteY6" fmla="*/ 22860 h 208695"/>
                    <a:gd name="connsiteX7" fmla="*/ 323751 w 584736"/>
                    <a:gd name="connsiteY7" fmla="*/ 66772 h 208695"/>
                    <a:gd name="connsiteX8" fmla="*/ 584736 w 584736"/>
                    <a:gd name="connsiteY8" fmla="*/ 208695 h 208695"/>
                    <a:gd name="connsiteX9" fmla="*/ 475198 w 584736"/>
                    <a:gd name="connsiteY9" fmla="*/ 168690 h 208695"/>
                    <a:gd name="connsiteX10" fmla="*/ 464489 w 584736"/>
                    <a:gd name="connsiteY10" fmla="*/ 162866 h 208695"/>
                    <a:gd name="connsiteX11" fmla="*/ 358041 w 584736"/>
                    <a:gd name="connsiteY11" fmla="*/ 143827 h 208695"/>
                    <a:gd name="connsiteX12" fmla="*/ 357901 w 584736"/>
                    <a:gd name="connsiteY12" fmla="*/ 143751 h 208695"/>
                    <a:gd name="connsiteX13" fmla="*/ 260033 w 584736"/>
                    <a:gd name="connsiteY13" fmla="*/ 141922 h 208695"/>
                    <a:gd name="connsiteX14" fmla="*/ 0 w 584736"/>
                    <a:gd name="connsiteY14" fmla="*/ 0 h 208695"/>
                    <a:gd name="connsiteX0" fmla="*/ 323751 w 615997"/>
                    <a:gd name="connsiteY0" fmla="*/ 66771 h 216510"/>
                    <a:gd name="connsiteX1" fmla="*/ 584736 w 615997"/>
                    <a:gd name="connsiteY1" fmla="*/ 208694 h 216510"/>
                    <a:gd name="connsiteX2" fmla="*/ 323751 w 615997"/>
                    <a:gd name="connsiteY2" fmla="*/ 66771 h 216510"/>
                    <a:gd name="connsiteX3" fmla="*/ 0 w 615997"/>
                    <a:gd name="connsiteY3" fmla="*/ 0 h 216510"/>
                    <a:gd name="connsiteX4" fmla="*/ 100965 w 615997"/>
                    <a:gd name="connsiteY4" fmla="*/ 2857 h 216510"/>
                    <a:gd name="connsiteX5" fmla="*/ 102772 w 615997"/>
                    <a:gd name="connsiteY5" fmla="*/ 3833 h 216510"/>
                    <a:gd name="connsiteX6" fmla="*/ 214213 w 615997"/>
                    <a:gd name="connsiteY6" fmla="*/ 22860 h 216510"/>
                    <a:gd name="connsiteX7" fmla="*/ 323751 w 615997"/>
                    <a:gd name="connsiteY7" fmla="*/ 66772 h 216510"/>
                    <a:gd name="connsiteX8" fmla="*/ 615997 w 615997"/>
                    <a:gd name="connsiteY8" fmla="*/ 216510 h 216510"/>
                    <a:gd name="connsiteX9" fmla="*/ 475198 w 615997"/>
                    <a:gd name="connsiteY9" fmla="*/ 168690 h 216510"/>
                    <a:gd name="connsiteX10" fmla="*/ 464489 w 615997"/>
                    <a:gd name="connsiteY10" fmla="*/ 162866 h 216510"/>
                    <a:gd name="connsiteX11" fmla="*/ 358041 w 615997"/>
                    <a:gd name="connsiteY11" fmla="*/ 143827 h 216510"/>
                    <a:gd name="connsiteX12" fmla="*/ 357901 w 615997"/>
                    <a:gd name="connsiteY12" fmla="*/ 143751 h 216510"/>
                    <a:gd name="connsiteX13" fmla="*/ 260033 w 615997"/>
                    <a:gd name="connsiteY13" fmla="*/ 141922 h 216510"/>
                    <a:gd name="connsiteX14" fmla="*/ 0 w 615997"/>
                    <a:gd name="connsiteY14" fmla="*/ 0 h 216510"/>
                    <a:gd name="connsiteX0" fmla="*/ 323751 w 618767"/>
                    <a:gd name="connsiteY0" fmla="*/ 66771 h 219303"/>
                    <a:gd name="connsiteX1" fmla="*/ 584736 w 618767"/>
                    <a:gd name="connsiteY1" fmla="*/ 208694 h 219303"/>
                    <a:gd name="connsiteX2" fmla="*/ 323751 w 618767"/>
                    <a:gd name="connsiteY2" fmla="*/ 66771 h 219303"/>
                    <a:gd name="connsiteX3" fmla="*/ 0 w 618767"/>
                    <a:gd name="connsiteY3" fmla="*/ 0 h 219303"/>
                    <a:gd name="connsiteX4" fmla="*/ 100965 w 618767"/>
                    <a:gd name="connsiteY4" fmla="*/ 2857 h 219303"/>
                    <a:gd name="connsiteX5" fmla="*/ 102772 w 618767"/>
                    <a:gd name="connsiteY5" fmla="*/ 3833 h 219303"/>
                    <a:gd name="connsiteX6" fmla="*/ 214213 w 618767"/>
                    <a:gd name="connsiteY6" fmla="*/ 22860 h 219303"/>
                    <a:gd name="connsiteX7" fmla="*/ 323751 w 618767"/>
                    <a:gd name="connsiteY7" fmla="*/ 66772 h 219303"/>
                    <a:gd name="connsiteX8" fmla="*/ 615997 w 618767"/>
                    <a:gd name="connsiteY8" fmla="*/ 216510 h 219303"/>
                    <a:gd name="connsiteX9" fmla="*/ 464489 w 618767"/>
                    <a:gd name="connsiteY9" fmla="*/ 162866 h 219303"/>
                    <a:gd name="connsiteX10" fmla="*/ 358041 w 618767"/>
                    <a:gd name="connsiteY10" fmla="*/ 143827 h 219303"/>
                    <a:gd name="connsiteX11" fmla="*/ 357901 w 618767"/>
                    <a:gd name="connsiteY11" fmla="*/ 143751 h 219303"/>
                    <a:gd name="connsiteX12" fmla="*/ 260033 w 618767"/>
                    <a:gd name="connsiteY12" fmla="*/ 141922 h 219303"/>
                    <a:gd name="connsiteX13" fmla="*/ 0 w 618767"/>
                    <a:gd name="connsiteY13" fmla="*/ 0 h 219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618767" h="219303">
                      <a:moveTo>
                        <a:pt x="323751" y="66771"/>
                      </a:moveTo>
                      <a:lnTo>
                        <a:pt x="584736" y="208694"/>
                      </a:lnTo>
                      <a:lnTo>
                        <a:pt x="323751" y="66771"/>
                      </a:lnTo>
                      <a:close/>
                      <a:moveTo>
                        <a:pt x="0" y="0"/>
                      </a:moveTo>
                      <a:lnTo>
                        <a:pt x="100965" y="2857"/>
                      </a:lnTo>
                      <a:lnTo>
                        <a:pt x="102772" y="3833"/>
                      </a:lnTo>
                      <a:lnTo>
                        <a:pt x="214213" y="22860"/>
                      </a:lnTo>
                      <a:lnTo>
                        <a:pt x="323751" y="66772"/>
                      </a:lnTo>
                      <a:lnTo>
                        <a:pt x="615997" y="216510"/>
                      </a:lnTo>
                      <a:cubicBezTo>
                        <a:pt x="639453" y="232526"/>
                        <a:pt x="507482" y="174980"/>
                        <a:pt x="464489" y="162866"/>
                      </a:cubicBezTo>
                      <a:lnTo>
                        <a:pt x="358041" y="143827"/>
                      </a:lnTo>
                      <a:cubicBezTo>
                        <a:pt x="357994" y="143802"/>
                        <a:pt x="357948" y="143776"/>
                        <a:pt x="357901" y="143751"/>
                      </a:cubicBezTo>
                      <a:lnTo>
                        <a:pt x="260033" y="14192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xmlns="" id="{AF475549-82D3-43D8-A2A1-63D1164F97F7}"/>
                    </a:ext>
                  </a:extLst>
                </p:cNvPr>
                <p:cNvSpPr/>
                <p:nvPr/>
              </p:nvSpPr>
              <p:spPr>
                <a:xfrm>
                  <a:off x="2709948" y="2277720"/>
                  <a:ext cx="257175" cy="1066800"/>
                </a:xfrm>
                <a:custGeom>
                  <a:avLst/>
                  <a:gdLst>
                    <a:gd name="connsiteX0" fmla="*/ 260033 w 257175"/>
                    <a:gd name="connsiteY0" fmla="*/ 1070610 h 1066800"/>
                    <a:gd name="connsiteX1" fmla="*/ 0 w 257175"/>
                    <a:gd name="connsiteY1" fmla="*/ 929640 h 1066800"/>
                    <a:gd name="connsiteX2" fmla="*/ 1905 w 257175"/>
                    <a:gd name="connsiteY2" fmla="*/ 0 h 1066800"/>
                    <a:gd name="connsiteX3" fmla="*/ 261938 w 257175"/>
                    <a:gd name="connsiteY3" fmla="*/ 141922 h 1066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7175" h="1066800">
                      <a:moveTo>
                        <a:pt x="260033" y="1070610"/>
                      </a:moveTo>
                      <a:lnTo>
                        <a:pt x="0" y="929640"/>
                      </a:lnTo>
                      <a:lnTo>
                        <a:pt x="1905" y="0"/>
                      </a:lnTo>
                      <a:lnTo>
                        <a:pt x="261938" y="14192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xmlns="" id="{2F4E196A-74CD-4206-A5DE-2AD96F4565D4}"/>
                    </a:ext>
                  </a:extLst>
                </p:cNvPr>
                <p:cNvSpPr/>
                <p:nvPr/>
              </p:nvSpPr>
              <p:spPr>
                <a:xfrm>
                  <a:off x="2708898" y="1774680"/>
                  <a:ext cx="521969" cy="178118"/>
                </a:xfrm>
                <a:custGeom>
                  <a:avLst/>
                  <a:gdLst>
                    <a:gd name="connsiteX0" fmla="*/ 230505 w 521970"/>
                    <a:gd name="connsiteY0" fmla="*/ 2858 h 178118"/>
                    <a:gd name="connsiteX1" fmla="*/ 490537 w 521970"/>
                    <a:gd name="connsiteY1" fmla="*/ 144781 h 178118"/>
                    <a:gd name="connsiteX2" fmla="*/ 302895 w 521970"/>
                    <a:gd name="connsiteY2" fmla="*/ 172403 h 178118"/>
                    <a:gd name="connsiteX3" fmla="*/ 260032 w 521970"/>
                    <a:gd name="connsiteY3" fmla="*/ 178118 h 178118"/>
                    <a:gd name="connsiteX4" fmla="*/ 0 w 521970"/>
                    <a:gd name="connsiteY4" fmla="*/ 37148 h 178118"/>
                    <a:gd name="connsiteX5" fmla="*/ 41910 w 521970"/>
                    <a:gd name="connsiteY5" fmla="*/ 30480 h 178118"/>
                    <a:gd name="connsiteX6" fmla="*/ 41912 w 521970"/>
                    <a:gd name="connsiteY6" fmla="*/ 30481 h 178118"/>
                    <a:gd name="connsiteX7" fmla="*/ 260985 w 521970"/>
                    <a:gd name="connsiteY7" fmla="*/ 0 h 178118"/>
                    <a:gd name="connsiteX8" fmla="*/ 521970 w 521970"/>
                    <a:gd name="connsiteY8" fmla="*/ 141923 h 178118"/>
                    <a:gd name="connsiteX9" fmla="*/ 490537 w 521970"/>
                    <a:gd name="connsiteY9" fmla="*/ 144780 h 178118"/>
                    <a:gd name="connsiteX10" fmla="*/ 230505 w 521970"/>
                    <a:gd name="connsiteY10" fmla="*/ 2858 h 1781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521970" h="178118">
                      <a:moveTo>
                        <a:pt x="230505" y="2858"/>
                      </a:moveTo>
                      <a:lnTo>
                        <a:pt x="490537" y="144781"/>
                      </a:lnTo>
                      <a:lnTo>
                        <a:pt x="302895" y="172403"/>
                      </a:lnTo>
                      <a:lnTo>
                        <a:pt x="260032" y="178118"/>
                      </a:lnTo>
                      <a:lnTo>
                        <a:pt x="0" y="37148"/>
                      </a:lnTo>
                      <a:lnTo>
                        <a:pt x="41910" y="30480"/>
                      </a:lnTo>
                      <a:lnTo>
                        <a:pt x="41912" y="30481"/>
                      </a:lnTo>
                      <a:close/>
                      <a:moveTo>
                        <a:pt x="260985" y="0"/>
                      </a:moveTo>
                      <a:lnTo>
                        <a:pt x="521970" y="141923"/>
                      </a:lnTo>
                      <a:lnTo>
                        <a:pt x="490537" y="144780"/>
                      </a:lnTo>
                      <a:lnTo>
                        <a:pt x="230505" y="2858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</p:grp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xmlns="" id="{EBD71692-1EB8-46F8-A5CA-39F79B85B6F4}"/>
                  </a:ext>
                </a:extLst>
              </p:cNvPr>
              <p:cNvSpPr/>
              <p:nvPr/>
            </p:nvSpPr>
            <p:spPr>
              <a:xfrm>
                <a:off x="12579689" y="4661548"/>
                <a:ext cx="730421" cy="1493305"/>
              </a:xfrm>
              <a:custGeom>
                <a:avLst/>
                <a:gdLst>
                  <a:gd name="connsiteX0" fmla="*/ 1669733 w 1714500"/>
                  <a:gd name="connsiteY0" fmla="*/ 1870710 h 3505200"/>
                  <a:gd name="connsiteX1" fmla="*/ 1720215 w 1714500"/>
                  <a:gd name="connsiteY1" fmla="*/ 2166938 h 3505200"/>
                  <a:gd name="connsiteX2" fmla="*/ 1507808 w 1714500"/>
                  <a:gd name="connsiteY2" fmla="*/ 2795588 h 3505200"/>
                  <a:gd name="connsiteX3" fmla="*/ 1121093 w 1714500"/>
                  <a:gd name="connsiteY3" fmla="*/ 3084195 h 3505200"/>
                  <a:gd name="connsiteX4" fmla="*/ 991553 w 1714500"/>
                  <a:gd name="connsiteY4" fmla="*/ 3120390 h 3505200"/>
                  <a:gd name="connsiteX5" fmla="*/ 990600 w 1714500"/>
                  <a:gd name="connsiteY5" fmla="*/ 3466148 h 3505200"/>
                  <a:gd name="connsiteX6" fmla="*/ 960120 w 1714500"/>
                  <a:gd name="connsiteY6" fmla="*/ 3470910 h 3505200"/>
                  <a:gd name="connsiteX7" fmla="*/ 772478 w 1714500"/>
                  <a:gd name="connsiteY7" fmla="*/ 3505200 h 3505200"/>
                  <a:gd name="connsiteX8" fmla="*/ 729615 w 1714500"/>
                  <a:gd name="connsiteY8" fmla="*/ 3503295 h 3505200"/>
                  <a:gd name="connsiteX9" fmla="*/ 730568 w 1714500"/>
                  <a:gd name="connsiteY9" fmla="*/ 3158490 h 3505200"/>
                  <a:gd name="connsiteX10" fmla="*/ 659130 w 1714500"/>
                  <a:gd name="connsiteY10" fmla="*/ 3156585 h 3505200"/>
                  <a:gd name="connsiteX11" fmla="*/ 383858 w 1714500"/>
                  <a:gd name="connsiteY11" fmla="*/ 3098483 h 3505200"/>
                  <a:gd name="connsiteX12" fmla="*/ 125730 w 1714500"/>
                  <a:gd name="connsiteY12" fmla="*/ 2865120 h 3505200"/>
                  <a:gd name="connsiteX13" fmla="*/ 0 w 1714500"/>
                  <a:gd name="connsiteY13" fmla="*/ 2427923 h 3505200"/>
                  <a:gd name="connsiteX14" fmla="*/ 320993 w 1714500"/>
                  <a:gd name="connsiteY14" fmla="*/ 2317433 h 3505200"/>
                  <a:gd name="connsiteX15" fmla="*/ 451485 w 1714500"/>
                  <a:gd name="connsiteY15" fmla="*/ 2707958 h 3505200"/>
                  <a:gd name="connsiteX16" fmla="*/ 682943 w 1714500"/>
                  <a:gd name="connsiteY16" fmla="*/ 2860358 h 3505200"/>
                  <a:gd name="connsiteX17" fmla="*/ 730568 w 1714500"/>
                  <a:gd name="connsiteY17" fmla="*/ 2864168 h 3505200"/>
                  <a:gd name="connsiteX18" fmla="*/ 732473 w 1714500"/>
                  <a:gd name="connsiteY18" fmla="*/ 1761173 h 3505200"/>
                  <a:gd name="connsiteX19" fmla="*/ 576263 w 1714500"/>
                  <a:gd name="connsiteY19" fmla="*/ 1735455 h 3505200"/>
                  <a:gd name="connsiteX20" fmla="*/ 372428 w 1714500"/>
                  <a:gd name="connsiteY20" fmla="*/ 1660208 h 3505200"/>
                  <a:gd name="connsiteX21" fmla="*/ 138113 w 1714500"/>
                  <a:gd name="connsiteY21" fmla="*/ 1438275 h 3505200"/>
                  <a:gd name="connsiteX22" fmla="*/ 56198 w 1714500"/>
                  <a:gd name="connsiteY22" fmla="*/ 1079183 h 3505200"/>
                  <a:gd name="connsiteX23" fmla="*/ 298133 w 1714500"/>
                  <a:gd name="connsiteY23" fmla="*/ 448628 h 3505200"/>
                  <a:gd name="connsiteX24" fmla="*/ 628650 w 1714500"/>
                  <a:gd name="connsiteY24" fmla="*/ 239077 h 3505200"/>
                  <a:gd name="connsiteX25" fmla="*/ 735330 w 1714500"/>
                  <a:gd name="connsiteY25" fmla="*/ 206693 h 3505200"/>
                  <a:gd name="connsiteX26" fmla="*/ 735330 w 1714500"/>
                  <a:gd name="connsiteY26" fmla="*/ 36195 h 3505200"/>
                  <a:gd name="connsiteX27" fmla="*/ 778193 w 1714500"/>
                  <a:gd name="connsiteY27" fmla="*/ 30480 h 3505200"/>
                  <a:gd name="connsiteX28" fmla="*/ 965835 w 1714500"/>
                  <a:gd name="connsiteY28" fmla="*/ 2858 h 3505200"/>
                  <a:gd name="connsiteX29" fmla="*/ 996315 w 1714500"/>
                  <a:gd name="connsiteY29" fmla="*/ 0 h 3505200"/>
                  <a:gd name="connsiteX30" fmla="*/ 996315 w 1714500"/>
                  <a:gd name="connsiteY30" fmla="*/ 168593 h 3505200"/>
                  <a:gd name="connsiteX31" fmla="*/ 1097280 w 1714500"/>
                  <a:gd name="connsiteY31" fmla="*/ 171450 h 3505200"/>
                  <a:gd name="connsiteX32" fmla="*/ 1406843 w 1714500"/>
                  <a:gd name="connsiteY32" fmla="*/ 282893 h 3505200"/>
                  <a:gd name="connsiteX33" fmla="*/ 1657350 w 1714500"/>
                  <a:gd name="connsiteY33" fmla="*/ 763905 h 3505200"/>
                  <a:gd name="connsiteX34" fmla="*/ 1326833 w 1714500"/>
                  <a:gd name="connsiteY34" fmla="*/ 863918 h 3505200"/>
                  <a:gd name="connsiteX35" fmla="*/ 1209675 w 1714500"/>
                  <a:gd name="connsiteY35" fmla="*/ 568643 h 3505200"/>
                  <a:gd name="connsiteX36" fmla="*/ 1038225 w 1714500"/>
                  <a:gd name="connsiteY36" fmla="*/ 471488 h 3505200"/>
                  <a:gd name="connsiteX37" fmla="*/ 995363 w 1714500"/>
                  <a:gd name="connsiteY37" fmla="*/ 464820 h 3505200"/>
                  <a:gd name="connsiteX38" fmla="*/ 993458 w 1714500"/>
                  <a:gd name="connsiteY38" fmla="*/ 1460183 h 3505200"/>
                  <a:gd name="connsiteX39" fmla="*/ 1073468 w 1714500"/>
                  <a:gd name="connsiteY39" fmla="*/ 1471613 h 3505200"/>
                  <a:gd name="connsiteX40" fmla="*/ 1282065 w 1714500"/>
                  <a:gd name="connsiteY40" fmla="*/ 1513523 h 3505200"/>
                  <a:gd name="connsiteX41" fmla="*/ 1524953 w 1714500"/>
                  <a:gd name="connsiteY41" fmla="*/ 1651635 h 3505200"/>
                  <a:gd name="connsiteX42" fmla="*/ 1669733 w 1714500"/>
                  <a:gd name="connsiteY42" fmla="*/ 1870710 h 3505200"/>
                  <a:gd name="connsiteX43" fmla="*/ 1268730 w 1714500"/>
                  <a:gd name="connsiteY43" fmla="*/ 2624138 h 3505200"/>
                  <a:gd name="connsiteX44" fmla="*/ 1390650 w 1714500"/>
                  <a:gd name="connsiteY44" fmla="*/ 2236470 h 3505200"/>
                  <a:gd name="connsiteX45" fmla="*/ 1304925 w 1714500"/>
                  <a:gd name="connsiteY45" fmla="*/ 1945958 h 3505200"/>
                  <a:gd name="connsiteX46" fmla="*/ 1080135 w 1714500"/>
                  <a:gd name="connsiteY46" fmla="*/ 1820228 h 3505200"/>
                  <a:gd name="connsiteX47" fmla="*/ 992505 w 1714500"/>
                  <a:gd name="connsiteY47" fmla="*/ 1798320 h 3505200"/>
                  <a:gd name="connsiteX48" fmla="*/ 990600 w 1714500"/>
                  <a:gd name="connsiteY48" fmla="*/ 2830830 h 3505200"/>
                  <a:gd name="connsiteX49" fmla="*/ 1048703 w 1714500"/>
                  <a:gd name="connsiteY49" fmla="*/ 2808923 h 3505200"/>
                  <a:gd name="connsiteX50" fmla="*/ 1268730 w 1714500"/>
                  <a:gd name="connsiteY50" fmla="*/ 2624138 h 3505200"/>
                  <a:gd name="connsiteX51" fmla="*/ 732473 w 1714500"/>
                  <a:gd name="connsiteY51" fmla="*/ 1425893 h 3505200"/>
                  <a:gd name="connsiteX52" fmla="*/ 734378 w 1714500"/>
                  <a:gd name="connsiteY52" fmla="*/ 497205 h 3505200"/>
                  <a:gd name="connsiteX53" fmla="*/ 688658 w 1714500"/>
                  <a:gd name="connsiteY53" fmla="*/ 514350 h 3505200"/>
                  <a:gd name="connsiteX54" fmla="*/ 482917 w 1714500"/>
                  <a:gd name="connsiteY54" fmla="*/ 682943 h 3505200"/>
                  <a:gd name="connsiteX55" fmla="*/ 375285 w 1714500"/>
                  <a:gd name="connsiteY55" fmla="*/ 1006793 h 3505200"/>
                  <a:gd name="connsiteX56" fmla="*/ 465773 w 1714500"/>
                  <a:gd name="connsiteY56" fmla="*/ 1289685 h 3505200"/>
                  <a:gd name="connsiteX57" fmla="*/ 674370 w 1714500"/>
                  <a:gd name="connsiteY57" fmla="*/ 1411605 h 3505200"/>
                  <a:gd name="connsiteX58" fmla="*/ 732473 w 1714500"/>
                  <a:gd name="connsiteY58" fmla="*/ 1425893 h 3505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1714500" h="3505200">
                    <a:moveTo>
                      <a:pt x="1669733" y="1870710"/>
                    </a:moveTo>
                    <a:cubicBezTo>
                      <a:pt x="1703070" y="1959293"/>
                      <a:pt x="1720215" y="2058353"/>
                      <a:pt x="1720215" y="2166938"/>
                    </a:cubicBezTo>
                    <a:cubicBezTo>
                      <a:pt x="1720215" y="2406015"/>
                      <a:pt x="1648778" y="2615565"/>
                      <a:pt x="1507808" y="2795588"/>
                    </a:cubicBezTo>
                    <a:cubicBezTo>
                      <a:pt x="1402080" y="2930843"/>
                      <a:pt x="1273493" y="3027045"/>
                      <a:pt x="1121093" y="3084195"/>
                    </a:cubicBezTo>
                    <a:lnTo>
                      <a:pt x="991553" y="3120390"/>
                    </a:lnTo>
                    <a:lnTo>
                      <a:pt x="990600" y="3466148"/>
                    </a:lnTo>
                    <a:lnTo>
                      <a:pt x="960120" y="3470910"/>
                    </a:lnTo>
                    <a:lnTo>
                      <a:pt x="772478" y="3505200"/>
                    </a:lnTo>
                    <a:lnTo>
                      <a:pt x="729615" y="3503295"/>
                    </a:lnTo>
                    <a:lnTo>
                      <a:pt x="730568" y="3158490"/>
                    </a:lnTo>
                    <a:lnTo>
                      <a:pt x="659130" y="3156585"/>
                    </a:lnTo>
                    <a:cubicBezTo>
                      <a:pt x="550545" y="3148965"/>
                      <a:pt x="459105" y="3129915"/>
                      <a:pt x="383858" y="3098483"/>
                    </a:cubicBezTo>
                    <a:cubicBezTo>
                      <a:pt x="283845" y="3056573"/>
                      <a:pt x="198120" y="2979420"/>
                      <a:pt x="125730" y="2865120"/>
                    </a:cubicBezTo>
                    <a:cubicBezTo>
                      <a:pt x="53340" y="2750820"/>
                      <a:pt x="11430" y="2606040"/>
                      <a:pt x="0" y="2427923"/>
                    </a:cubicBezTo>
                    <a:lnTo>
                      <a:pt x="320993" y="2317433"/>
                    </a:lnTo>
                    <a:cubicBezTo>
                      <a:pt x="345758" y="2499360"/>
                      <a:pt x="388620" y="2629853"/>
                      <a:pt x="451485" y="2707958"/>
                    </a:cubicBezTo>
                    <a:cubicBezTo>
                      <a:pt x="519113" y="2790825"/>
                      <a:pt x="596265" y="2841308"/>
                      <a:pt x="682943" y="2860358"/>
                    </a:cubicBezTo>
                    <a:lnTo>
                      <a:pt x="730568" y="2864168"/>
                    </a:lnTo>
                    <a:lnTo>
                      <a:pt x="732473" y="1761173"/>
                    </a:lnTo>
                    <a:lnTo>
                      <a:pt x="576263" y="1735455"/>
                    </a:lnTo>
                    <a:cubicBezTo>
                      <a:pt x="509588" y="1717358"/>
                      <a:pt x="441008" y="1692593"/>
                      <a:pt x="372428" y="1660208"/>
                    </a:cubicBezTo>
                    <a:cubicBezTo>
                      <a:pt x="270510" y="1612583"/>
                      <a:pt x="192405" y="1539240"/>
                      <a:pt x="138113" y="1438275"/>
                    </a:cubicBezTo>
                    <a:cubicBezTo>
                      <a:pt x="82868" y="1337310"/>
                      <a:pt x="56198" y="1217295"/>
                      <a:pt x="56198" y="1079183"/>
                    </a:cubicBezTo>
                    <a:cubicBezTo>
                      <a:pt x="56198" y="833438"/>
                      <a:pt x="137160" y="622935"/>
                      <a:pt x="298133" y="448628"/>
                    </a:cubicBezTo>
                    <a:cubicBezTo>
                      <a:pt x="379095" y="360998"/>
                      <a:pt x="488633" y="290513"/>
                      <a:pt x="628650" y="239077"/>
                    </a:cubicBezTo>
                    <a:lnTo>
                      <a:pt x="735330" y="206693"/>
                    </a:lnTo>
                    <a:lnTo>
                      <a:pt x="735330" y="36195"/>
                    </a:lnTo>
                    <a:lnTo>
                      <a:pt x="778193" y="30480"/>
                    </a:lnTo>
                    <a:lnTo>
                      <a:pt x="965835" y="2858"/>
                    </a:lnTo>
                    <a:lnTo>
                      <a:pt x="996315" y="0"/>
                    </a:lnTo>
                    <a:lnTo>
                      <a:pt x="996315" y="168593"/>
                    </a:lnTo>
                    <a:lnTo>
                      <a:pt x="1097280" y="171450"/>
                    </a:lnTo>
                    <a:cubicBezTo>
                      <a:pt x="1222058" y="182880"/>
                      <a:pt x="1324928" y="220027"/>
                      <a:pt x="1406843" y="282893"/>
                    </a:cubicBezTo>
                    <a:cubicBezTo>
                      <a:pt x="1545908" y="388620"/>
                      <a:pt x="1629728" y="548640"/>
                      <a:pt x="1657350" y="763905"/>
                    </a:cubicBezTo>
                    <a:lnTo>
                      <a:pt x="1326833" y="863918"/>
                    </a:lnTo>
                    <a:cubicBezTo>
                      <a:pt x="1307783" y="730568"/>
                      <a:pt x="1268730" y="632460"/>
                      <a:pt x="1209675" y="568643"/>
                    </a:cubicBezTo>
                    <a:cubicBezTo>
                      <a:pt x="1164908" y="521017"/>
                      <a:pt x="1107758" y="488633"/>
                      <a:pt x="1038225" y="471488"/>
                    </a:cubicBezTo>
                    <a:lnTo>
                      <a:pt x="995363" y="464820"/>
                    </a:lnTo>
                    <a:lnTo>
                      <a:pt x="993458" y="1460183"/>
                    </a:lnTo>
                    <a:lnTo>
                      <a:pt x="1073468" y="1471613"/>
                    </a:lnTo>
                    <a:cubicBezTo>
                      <a:pt x="1173480" y="1486853"/>
                      <a:pt x="1243013" y="1500188"/>
                      <a:pt x="1282065" y="1513523"/>
                    </a:cubicBezTo>
                    <a:cubicBezTo>
                      <a:pt x="1381125" y="1546860"/>
                      <a:pt x="1462088" y="1592580"/>
                      <a:pt x="1524953" y="1651635"/>
                    </a:cubicBezTo>
                    <a:cubicBezTo>
                      <a:pt x="1587818" y="1708785"/>
                      <a:pt x="1635443" y="1782128"/>
                      <a:pt x="1669733" y="1870710"/>
                    </a:cubicBezTo>
                    <a:close/>
                    <a:moveTo>
                      <a:pt x="1268730" y="2624138"/>
                    </a:moveTo>
                    <a:cubicBezTo>
                      <a:pt x="1349693" y="2512695"/>
                      <a:pt x="1390650" y="2384108"/>
                      <a:pt x="1390650" y="2236470"/>
                    </a:cubicBezTo>
                    <a:cubicBezTo>
                      <a:pt x="1390650" y="2110740"/>
                      <a:pt x="1362075" y="2014538"/>
                      <a:pt x="1304925" y="1945958"/>
                    </a:cubicBezTo>
                    <a:cubicBezTo>
                      <a:pt x="1262063" y="1894523"/>
                      <a:pt x="1186815" y="1852613"/>
                      <a:pt x="1080135" y="1820228"/>
                    </a:cubicBezTo>
                    <a:lnTo>
                      <a:pt x="992505" y="1798320"/>
                    </a:lnTo>
                    <a:lnTo>
                      <a:pt x="990600" y="2830830"/>
                    </a:lnTo>
                    <a:lnTo>
                      <a:pt x="1048703" y="2808923"/>
                    </a:lnTo>
                    <a:cubicBezTo>
                      <a:pt x="1135380" y="2768918"/>
                      <a:pt x="1207770" y="2707005"/>
                      <a:pt x="1268730" y="2624138"/>
                    </a:cubicBezTo>
                    <a:moveTo>
                      <a:pt x="732473" y="1425893"/>
                    </a:moveTo>
                    <a:lnTo>
                      <a:pt x="734378" y="497205"/>
                    </a:lnTo>
                    <a:lnTo>
                      <a:pt x="688658" y="514350"/>
                    </a:lnTo>
                    <a:cubicBezTo>
                      <a:pt x="604838" y="554355"/>
                      <a:pt x="537210" y="609600"/>
                      <a:pt x="482917" y="682943"/>
                    </a:cubicBezTo>
                    <a:cubicBezTo>
                      <a:pt x="411480" y="780098"/>
                      <a:pt x="375285" y="887730"/>
                      <a:pt x="375285" y="1006793"/>
                    </a:cubicBezTo>
                    <a:cubicBezTo>
                      <a:pt x="375285" y="1124903"/>
                      <a:pt x="405765" y="1219200"/>
                      <a:pt x="465773" y="1289685"/>
                    </a:cubicBezTo>
                    <a:cubicBezTo>
                      <a:pt x="511492" y="1343025"/>
                      <a:pt x="581025" y="1383030"/>
                      <a:pt x="674370" y="1411605"/>
                    </a:cubicBezTo>
                    <a:lnTo>
                      <a:pt x="732473" y="1425893"/>
                    </a:lnTo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749"/>
                <a:endParaRPr lang="en-US" sz="140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xmlns="" id="{0F30D081-E47B-4D97-90D7-82171E2A220B}"/>
                  </a:ext>
                </a:extLst>
              </p:cNvPr>
              <p:cNvGrpSpPr/>
              <p:nvPr/>
            </p:nvGrpSpPr>
            <p:grpSpPr>
              <a:xfrm>
                <a:off x="12470968" y="4620148"/>
                <a:ext cx="435759" cy="1352099"/>
                <a:chOff x="1968987" y="1811829"/>
                <a:chExt cx="1022846" cy="3173751"/>
              </a:xfrm>
              <a:solidFill>
                <a:schemeClr val="bg1"/>
              </a:solidFill>
            </p:grpSpPr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xmlns="" id="{CB864674-7548-4BA5-B680-15D239DEA13D}"/>
                    </a:ext>
                  </a:extLst>
                </p:cNvPr>
                <p:cNvSpPr/>
                <p:nvPr/>
              </p:nvSpPr>
              <p:spPr>
                <a:xfrm>
                  <a:off x="1975571" y="4195005"/>
                  <a:ext cx="600075" cy="790575"/>
                </a:xfrm>
                <a:custGeom>
                  <a:avLst/>
                  <a:gdLst>
                    <a:gd name="connsiteX0" fmla="*/ 601980 w 600075"/>
                    <a:gd name="connsiteY0" fmla="*/ 791528 h 790575"/>
                    <a:gd name="connsiteX1" fmla="*/ 340995 w 600075"/>
                    <a:gd name="connsiteY1" fmla="*/ 649605 h 790575"/>
                    <a:gd name="connsiteX2" fmla="*/ 125730 w 600075"/>
                    <a:gd name="connsiteY2" fmla="*/ 437197 h 790575"/>
                    <a:gd name="connsiteX3" fmla="*/ 0 w 600075"/>
                    <a:gd name="connsiteY3" fmla="*/ 0 h 790575"/>
                    <a:gd name="connsiteX4" fmla="*/ 260985 w 600075"/>
                    <a:gd name="connsiteY4" fmla="*/ 141922 h 790575"/>
                    <a:gd name="connsiteX5" fmla="*/ 386715 w 600075"/>
                    <a:gd name="connsiteY5" fmla="*/ 579120 h 790575"/>
                    <a:gd name="connsiteX6" fmla="*/ 601980 w 600075"/>
                    <a:gd name="connsiteY6" fmla="*/ 791528 h 790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600075" h="790575">
                      <a:moveTo>
                        <a:pt x="601980" y="791528"/>
                      </a:moveTo>
                      <a:lnTo>
                        <a:pt x="340995" y="649605"/>
                      </a:lnTo>
                      <a:cubicBezTo>
                        <a:pt x="259080" y="604838"/>
                        <a:pt x="187643" y="534353"/>
                        <a:pt x="125730" y="437197"/>
                      </a:cubicBezTo>
                      <a:cubicBezTo>
                        <a:pt x="53340" y="323850"/>
                        <a:pt x="11430" y="178118"/>
                        <a:pt x="0" y="0"/>
                      </a:cubicBezTo>
                      <a:lnTo>
                        <a:pt x="260985" y="141922"/>
                      </a:lnTo>
                      <a:cubicBezTo>
                        <a:pt x="272415" y="319088"/>
                        <a:pt x="314325" y="464820"/>
                        <a:pt x="386715" y="579120"/>
                      </a:cubicBezTo>
                      <a:cubicBezTo>
                        <a:pt x="448628" y="676275"/>
                        <a:pt x="520065" y="747713"/>
                        <a:pt x="601980" y="791528"/>
                      </a:cubicBezTo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xmlns="" id="{90FA0BA3-B5F1-4AB1-8120-BAD46A7B2B13}"/>
                    </a:ext>
                  </a:extLst>
                </p:cNvPr>
                <p:cNvSpPr/>
                <p:nvPr/>
              </p:nvSpPr>
              <p:spPr>
                <a:xfrm>
                  <a:off x="1968987" y="4089376"/>
                  <a:ext cx="581026" cy="247649"/>
                </a:xfrm>
                <a:custGeom>
                  <a:avLst/>
                  <a:gdLst>
                    <a:gd name="connsiteX0" fmla="*/ 260985 w 581025"/>
                    <a:gd name="connsiteY0" fmla="*/ 251460 h 247650"/>
                    <a:gd name="connsiteX1" fmla="*/ 0 w 581025"/>
                    <a:gd name="connsiteY1" fmla="*/ 109538 h 247650"/>
                    <a:gd name="connsiteX2" fmla="*/ 320993 w 581025"/>
                    <a:gd name="connsiteY2" fmla="*/ 0 h 247650"/>
                    <a:gd name="connsiteX3" fmla="*/ 581978 w 581025"/>
                    <a:gd name="connsiteY3" fmla="*/ 140970 h 247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81025" h="247650">
                      <a:moveTo>
                        <a:pt x="260985" y="251460"/>
                      </a:moveTo>
                      <a:lnTo>
                        <a:pt x="0" y="109538"/>
                      </a:lnTo>
                      <a:lnTo>
                        <a:pt x="320993" y="0"/>
                      </a:lnTo>
                      <a:lnTo>
                        <a:pt x="581978" y="14097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xmlns="" id="{7688CEA0-5AFE-47D7-84ED-8C37C15B6D75}"/>
                    </a:ext>
                  </a:extLst>
                </p:cNvPr>
                <p:cNvSpPr/>
                <p:nvPr/>
              </p:nvSpPr>
              <p:spPr>
                <a:xfrm>
                  <a:off x="2051714" y="1973775"/>
                  <a:ext cx="940119" cy="1580196"/>
                </a:xfrm>
                <a:custGeom>
                  <a:avLst/>
                  <a:gdLst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679133 w 940118"/>
                    <a:gd name="connsiteY3" fmla="*/ 0 h 1580197"/>
                    <a:gd name="connsiteX4" fmla="*/ 940118 w 940118"/>
                    <a:gd name="connsiteY4" fmla="*/ 140970 h 1580197"/>
                    <a:gd name="connsiteX5" fmla="*/ 833438 w 940118"/>
                    <a:gd name="connsiteY5" fmla="*/ 174308 h 1580197"/>
                    <a:gd name="connsiteX6" fmla="*/ 833437 w 940118"/>
                    <a:gd name="connsiteY6" fmla="*/ 174308 h 1580197"/>
                    <a:gd name="connsiteX7" fmla="*/ 747299 w 940118"/>
                    <a:gd name="connsiteY7" fmla="*/ 210278 h 1580197"/>
                    <a:gd name="connsiteX8" fmla="*/ 747713 w 940118"/>
                    <a:gd name="connsiteY8" fmla="*/ 210503 h 1580197"/>
                    <a:gd name="connsiteX9" fmla="*/ 620078 w 940118"/>
                    <a:gd name="connsiteY9" fmla="*/ 282893 h 1580197"/>
                    <a:gd name="connsiteX10" fmla="*/ 592976 w 940118"/>
                    <a:gd name="connsiteY10" fmla="*/ 268101 h 1580197"/>
                    <a:gd name="connsiteX11" fmla="*/ 592932 w 940118"/>
                    <a:gd name="connsiteY11" fmla="*/ 268132 h 1580197"/>
                    <a:gd name="connsiteX12" fmla="*/ 620077 w 940118"/>
                    <a:gd name="connsiteY12" fmla="*/ 282893 h 1580197"/>
                    <a:gd name="connsiteX13" fmla="*/ 548076 w 940118"/>
                    <a:gd name="connsiteY13" fmla="*/ 339736 h 1580197"/>
                    <a:gd name="connsiteX14" fmla="*/ 548640 w 940118"/>
                    <a:gd name="connsiteY14" fmla="*/ 340043 h 1580197"/>
                    <a:gd name="connsiteX15" fmla="*/ 503873 w 940118"/>
                    <a:gd name="connsiteY15" fmla="*/ 383858 h 1580197"/>
                    <a:gd name="connsiteX16" fmla="*/ 488633 w 940118"/>
                    <a:gd name="connsiteY16" fmla="*/ 399098 h 1580197"/>
                    <a:gd name="connsiteX17" fmla="*/ 455232 w 940118"/>
                    <a:gd name="connsiteY17" fmla="*/ 380990 h 1580197"/>
                    <a:gd name="connsiteX18" fmla="*/ 454648 w 940118"/>
                    <a:gd name="connsiteY18" fmla="*/ 381569 h 1580197"/>
                    <a:gd name="connsiteX19" fmla="*/ 488633 w 940118"/>
                    <a:gd name="connsiteY19" fmla="*/ 400050 h 1580197"/>
                    <a:gd name="connsiteX20" fmla="*/ 422910 w 940118"/>
                    <a:gd name="connsiteY20" fmla="*/ 482918 h 1580197"/>
                    <a:gd name="connsiteX21" fmla="*/ 391243 w 940118"/>
                    <a:gd name="connsiteY21" fmla="*/ 465814 h 1580197"/>
                    <a:gd name="connsiteX22" fmla="*/ 390818 w 940118"/>
                    <a:gd name="connsiteY22" fmla="*/ 466419 h 1580197"/>
                    <a:gd name="connsiteX23" fmla="*/ 422910 w 940118"/>
                    <a:gd name="connsiteY23" fmla="*/ 483870 h 1580197"/>
                    <a:gd name="connsiteX24" fmla="*/ 367665 w 940118"/>
                    <a:gd name="connsiteY24" fmla="*/ 572453 h 1580197"/>
                    <a:gd name="connsiteX25" fmla="*/ 368618 w 940118"/>
                    <a:gd name="connsiteY25" fmla="*/ 573405 h 1580197"/>
                    <a:gd name="connsiteX26" fmla="*/ 317183 w 940118"/>
                    <a:gd name="connsiteY26" fmla="*/ 684847 h 1580197"/>
                    <a:gd name="connsiteX27" fmla="*/ 305241 w 940118"/>
                    <a:gd name="connsiteY27" fmla="*/ 678329 h 1580197"/>
                    <a:gd name="connsiteX28" fmla="*/ 305235 w 940118"/>
                    <a:gd name="connsiteY28" fmla="*/ 678350 h 1580197"/>
                    <a:gd name="connsiteX29" fmla="*/ 317183 w 940118"/>
                    <a:gd name="connsiteY29" fmla="*/ 684847 h 1580197"/>
                    <a:gd name="connsiteX30" fmla="*/ 260985 w 940118"/>
                    <a:gd name="connsiteY30" fmla="*/ 1014413 h 1580197"/>
                    <a:gd name="connsiteX31" fmla="*/ 342900 w 940118"/>
                    <a:gd name="connsiteY31" fmla="*/ 1373505 h 1580197"/>
                    <a:gd name="connsiteX32" fmla="*/ 546735 w 940118"/>
                    <a:gd name="connsiteY32" fmla="*/ 1580197 h 1580197"/>
                    <a:gd name="connsiteX33" fmla="*/ 285750 w 940118"/>
                    <a:gd name="connsiteY33" fmla="*/ 1438275 h 1580197"/>
                    <a:gd name="connsiteX34" fmla="*/ 81915 w 940118"/>
                    <a:gd name="connsiteY34" fmla="*/ 1231583 h 1580197"/>
                    <a:gd name="connsiteX35" fmla="*/ 0 w 940118"/>
                    <a:gd name="connsiteY35" fmla="*/ 872490 h 1580197"/>
                    <a:gd name="connsiteX36" fmla="*/ 56197 w 940118"/>
                    <a:gd name="connsiteY36" fmla="*/ 542925 h 1580197"/>
                    <a:gd name="connsiteX37" fmla="*/ 62441 w 940118"/>
                    <a:gd name="connsiteY37" fmla="*/ 546321 h 1580197"/>
                    <a:gd name="connsiteX38" fmla="*/ 62617 w 940118"/>
                    <a:gd name="connsiteY38" fmla="*/ 545909 h 1580197"/>
                    <a:gd name="connsiteX39" fmla="*/ 57150 w 940118"/>
                    <a:gd name="connsiteY39" fmla="*/ 542925 h 1580197"/>
                    <a:gd name="connsiteX40" fmla="*/ 107444 w 940118"/>
                    <a:gd name="connsiteY40" fmla="*/ 431896 h 1580197"/>
                    <a:gd name="connsiteX41" fmla="*/ 106680 w 940118"/>
                    <a:gd name="connsiteY41" fmla="*/ 431483 h 1580197"/>
                    <a:gd name="connsiteX42" fmla="*/ 161925 w 940118"/>
                    <a:gd name="connsiteY42" fmla="*/ 341948 h 1580197"/>
                    <a:gd name="connsiteX43" fmla="*/ 171758 w 940118"/>
                    <a:gd name="connsiteY43" fmla="*/ 347295 h 1580197"/>
                    <a:gd name="connsiteX44" fmla="*/ 171778 w 940118"/>
                    <a:gd name="connsiteY44" fmla="*/ 347270 h 1580197"/>
                    <a:gd name="connsiteX45" fmla="*/ 161925 w 940118"/>
                    <a:gd name="connsiteY45" fmla="*/ 341948 h 1580197"/>
                    <a:gd name="connsiteX46" fmla="*/ 227648 w 940118"/>
                    <a:gd name="connsiteY46" fmla="*/ 258128 h 1580197"/>
                    <a:gd name="connsiteX47" fmla="*/ 239906 w 940118"/>
                    <a:gd name="connsiteY47" fmla="*/ 264794 h 1580197"/>
                    <a:gd name="connsiteX48" fmla="*/ 240267 w 940118"/>
                    <a:gd name="connsiteY48" fmla="*/ 264453 h 1580197"/>
                    <a:gd name="connsiteX49" fmla="*/ 228600 w 940118"/>
                    <a:gd name="connsiteY49" fmla="*/ 258128 h 1580197"/>
                    <a:gd name="connsiteX50" fmla="*/ 242888 w 940118"/>
                    <a:gd name="connsiteY50" fmla="*/ 241935 h 1580197"/>
                    <a:gd name="connsiteX51" fmla="*/ 287315 w 940118"/>
                    <a:gd name="connsiteY51" fmla="*/ 198453 h 1580197"/>
                    <a:gd name="connsiteX52" fmla="*/ 286702 w 940118"/>
                    <a:gd name="connsiteY52" fmla="*/ 198120 h 1580197"/>
                    <a:gd name="connsiteX53" fmla="*/ 359092 w 940118"/>
                    <a:gd name="connsiteY53" fmla="*/ 140970 h 1580197"/>
                    <a:gd name="connsiteX54" fmla="*/ 378434 w 940118"/>
                    <a:gd name="connsiteY54" fmla="*/ 151488 h 1580197"/>
                    <a:gd name="connsiteX55" fmla="*/ 378837 w 940118"/>
                    <a:gd name="connsiteY55" fmla="*/ 151226 h 1580197"/>
                    <a:gd name="connsiteX56" fmla="*/ 360045 w 940118"/>
                    <a:gd name="connsiteY56" fmla="*/ 140970 h 1580197"/>
                    <a:gd name="connsiteX57" fmla="*/ 486263 w 940118"/>
                    <a:gd name="connsiteY57" fmla="*/ 68845 h 1580197"/>
                    <a:gd name="connsiteX58" fmla="*/ 485775 w 940118"/>
                    <a:gd name="connsiteY58" fmla="*/ 68580 h 1580197"/>
                    <a:gd name="connsiteX59" fmla="*/ 572452 w 940118"/>
                    <a:gd name="connsiteY59" fmla="*/ 32385 h 1580197"/>
                    <a:gd name="connsiteX60" fmla="*/ 595123 w 940118"/>
                    <a:gd name="connsiteY60" fmla="*/ 44713 h 1580197"/>
                    <a:gd name="connsiteX61" fmla="*/ 595672 w 940118"/>
                    <a:gd name="connsiteY61" fmla="*/ 44538 h 1580197"/>
                    <a:gd name="connsiteX62" fmla="*/ 573405 w 940118"/>
                    <a:gd name="connsiteY62" fmla="*/ 32385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592976 w 940118"/>
                    <a:gd name="connsiteY11" fmla="*/ 268101 h 1580197"/>
                    <a:gd name="connsiteX12" fmla="*/ 592932 w 940118"/>
                    <a:gd name="connsiteY12" fmla="*/ 268132 h 1580197"/>
                    <a:gd name="connsiteX13" fmla="*/ 620077 w 940118"/>
                    <a:gd name="connsiteY13" fmla="*/ 282893 h 1580197"/>
                    <a:gd name="connsiteX14" fmla="*/ 548076 w 940118"/>
                    <a:gd name="connsiteY14" fmla="*/ 339736 h 1580197"/>
                    <a:gd name="connsiteX15" fmla="*/ 548640 w 940118"/>
                    <a:gd name="connsiteY15" fmla="*/ 340043 h 1580197"/>
                    <a:gd name="connsiteX16" fmla="*/ 503873 w 940118"/>
                    <a:gd name="connsiteY16" fmla="*/ 383858 h 1580197"/>
                    <a:gd name="connsiteX17" fmla="*/ 488633 w 940118"/>
                    <a:gd name="connsiteY17" fmla="*/ 399098 h 1580197"/>
                    <a:gd name="connsiteX18" fmla="*/ 455232 w 940118"/>
                    <a:gd name="connsiteY18" fmla="*/ 380990 h 1580197"/>
                    <a:gd name="connsiteX19" fmla="*/ 488633 w 940118"/>
                    <a:gd name="connsiteY19" fmla="*/ 400050 h 1580197"/>
                    <a:gd name="connsiteX20" fmla="*/ 422910 w 940118"/>
                    <a:gd name="connsiteY20" fmla="*/ 482918 h 1580197"/>
                    <a:gd name="connsiteX21" fmla="*/ 391243 w 940118"/>
                    <a:gd name="connsiteY21" fmla="*/ 465814 h 1580197"/>
                    <a:gd name="connsiteX22" fmla="*/ 390818 w 940118"/>
                    <a:gd name="connsiteY22" fmla="*/ 466419 h 1580197"/>
                    <a:gd name="connsiteX23" fmla="*/ 422910 w 940118"/>
                    <a:gd name="connsiteY23" fmla="*/ 483870 h 1580197"/>
                    <a:gd name="connsiteX24" fmla="*/ 367665 w 940118"/>
                    <a:gd name="connsiteY24" fmla="*/ 572453 h 1580197"/>
                    <a:gd name="connsiteX25" fmla="*/ 368618 w 940118"/>
                    <a:gd name="connsiteY25" fmla="*/ 573405 h 1580197"/>
                    <a:gd name="connsiteX26" fmla="*/ 317183 w 940118"/>
                    <a:gd name="connsiteY26" fmla="*/ 684847 h 1580197"/>
                    <a:gd name="connsiteX27" fmla="*/ 305241 w 940118"/>
                    <a:gd name="connsiteY27" fmla="*/ 678329 h 1580197"/>
                    <a:gd name="connsiteX28" fmla="*/ 305235 w 940118"/>
                    <a:gd name="connsiteY28" fmla="*/ 678350 h 1580197"/>
                    <a:gd name="connsiteX29" fmla="*/ 317183 w 940118"/>
                    <a:gd name="connsiteY29" fmla="*/ 684847 h 1580197"/>
                    <a:gd name="connsiteX30" fmla="*/ 260985 w 940118"/>
                    <a:gd name="connsiteY30" fmla="*/ 1014413 h 1580197"/>
                    <a:gd name="connsiteX31" fmla="*/ 342900 w 940118"/>
                    <a:gd name="connsiteY31" fmla="*/ 1373505 h 1580197"/>
                    <a:gd name="connsiteX32" fmla="*/ 546735 w 940118"/>
                    <a:gd name="connsiteY32" fmla="*/ 1580197 h 1580197"/>
                    <a:gd name="connsiteX33" fmla="*/ 285750 w 940118"/>
                    <a:gd name="connsiteY33" fmla="*/ 1438275 h 1580197"/>
                    <a:gd name="connsiteX34" fmla="*/ 81915 w 940118"/>
                    <a:gd name="connsiteY34" fmla="*/ 1231583 h 1580197"/>
                    <a:gd name="connsiteX35" fmla="*/ 0 w 940118"/>
                    <a:gd name="connsiteY35" fmla="*/ 872490 h 1580197"/>
                    <a:gd name="connsiteX36" fmla="*/ 56197 w 940118"/>
                    <a:gd name="connsiteY36" fmla="*/ 542925 h 1580197"/>
                    <a:gd name="connsiteX37" fmla="*/ 62441 w 940118"/>
                    <a:gd name="connsiteY37" fmla="*/ 546321 h 1580197"/>
                    <a:gd name="connsiteX38" fmla="*/ 62617 w 940118"/>
                    <a:gd name="connsiteY38" fmla="*/ 545909 h 1580197"/>
                    <a:gd name="connsiteX39" fmla="*/ 57150 w 940118"/>
                    <a:gd name="connsiteY39" fmla="*/ 542925 h 1580197"/>
                    <a:gd name="connsiteX40" fmla="*/ 107444 w 940118"/>
                    <a:gd name="connsiteY40" fmla="*/ 431896 h 1580197"/>
                    <a:gd name="connsiteX41" fmla="*/ 106680 w 940118"/>
                    <a:gd name="connsiteY41" fmla="*/ 431483 h 1580197"/>
                    <a:gd name="connsiteX42" fmla="*/ 161925 w 940118"/>
                    <a:gd name="connsiteY42" fmla="*/ 341948 h 1580197"/>
                    <a:gd name="connsiteX43" fmla="*/ 171758 w 940118"/>
                    <a:gd name="connsiteY43" fmla="*/ 347295 h 1580197"/>
                    <a:gd name="connsiteX44" fmla="*/ 171778 w 940118"/>
                    <a:gd name="connsiteY44" fmla="*/ 347270 h 1580197"/>
                    <a:gd name="connsiteX45" fmla="*/ 161925 w 940118"/>
                    <a:gd name="connsiteY45" fmla="*/ 341948 h 1580197"/>
                    <a:gd name="connsiteX46" fmla="*/ 227648 w 940118"/>
                    <a:gd name="connsiteY46" fmla="*/ 258128 h 1580197"/>
                    <a:gd name="connsiteX47" fmla="*/ 239906 w 940118"/>
                    <a:gd name="connsiteY47" fmla="*/ 264794 h 1580197"/>
                    <a:gd name="connsiteX48" fmla="*/ 240267 w 940118"/>
                    <a:gd name="connsiteY48" fmla="*/ 264453 h 1580197"/>
                    <a:gd name="connsiteX49" fmla="*/ 228600 w 940118"/>
                    <a:gd name="connsiteY49" fmla="*/ 258128 h 1580197"/>
                    <a:gd name="connsiteX50" fmla="*/ 242888 w 940118"/>
                    <a:gd name="connsiteY50" fmla="*/ 241935 h 1580197"/>
                    <a:gd name="connsiteX51" fmla="*/ 287315 w 940118"/>
                    <a:gd name="connsiteY51" fmla="*/ 198453 h 1580197"/>
                    <a:gd name="connsiteX52" fmla="*/ 286702 w 940118"/>
                    <a:gd name="connsiteY52" fmla="*/ 198120 h 1580197"/>
                    <a:gd name="connsiteX53" fmla="*/ 359092 w 940118"/>
                    <a:gd name="connsiteY53" fmla="*/ 140970 h 1580197"/>
                    <a:gd name="connsiteX54" fmla="*/ 378434 w 940118"/>
                    <a:gd name="connsiteY54" fmla="*/ 151488 h 1580197"/>
                    <a:gd name="connsiteX55" fmla="*/ 378837 w 940118"/>
                    <a:gd name="connsiteY55" fmla="*/ 151226 h 1580197"/>
                    <a:gd name="connsiteX56" fmla="*/ 360045 w 940118"/>
                    <a:gd name="connsiteY56" fmla="*/ 140970 h 1580197"/>
                    <a:gd name="connsiteX57" fmla="*/ 486263 w 940118"/>
                    <a:gd name="connsiteY57" fmla="*/ 68845 h 1580197"/>
                    <a:gd name="connsiteX58" fmla="*/ 485775 w 940118"/>
                    <a:gd name="connsiteY58" fmla="*/ 68580 h 1580197"/>
                    <a:gd name="connsiteX59" fmla="*/ 572452 w 940118"/>
                    <a:gd name="connsiteY59" fmla="*/ 32385 h 1580197"/>
                    <a:gd name="connsiteX60" fmla="*/ 595123 w 940118"/>
                    <a:gd name="connsiteY60" fmla="*/ 44713 h 1580197"/>
                    <a:gd name="connsiteX61" fmla="*/ 595672 w 940118"/>
                    <a:gd name="connsiteY61" fmla="*/ 44538 h 1580197"/>
                    <a:gd name="connsiteX62" fmla="*/ 573405 w 940118"/>
                    <a:gd name="connsiteY62" fmla="*/ 32385 h 1580197"/>
                    <a:gd name="connsiteX63" fmla="*/ 679133 w 940118"/>
                    <a:gd name="connsiteY63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592976 w 940118"/>
                    <a:gd name="connsiteY11" fmla="*/ 268101 h 1580197"/>
                    <a:gd name="connsiteX12" fmla="*/ 592932 w 940118"/>
                    <a:gd name="connsiteY12" fmla="*/ 268132 h 1580197"/>
                    <a:gd name="connsiteX13" fmla="*/ 620077 w 940118"/>
                    <a:gd name="connsiteY13" fmla="*/ 282893 h 1580197"/>
                    <a:gd name="connsiteX14" fmla="*/ 548076 w 940118"/>
                    <a:gd name="connsiteY14" fmla="*/ 339736 h 1580197"/>
                    <a:gd name="connsiteX15" fmla="*/ 548640 w 940118"/>
                    <a:gd name="connsiteY15" fmla="*/ 340043 h 1580197"/>
                    <a:gd name="connsiteX16" fmla="*/ 503873 w 940118"/>
                    <a:gd name="connsiteY16" fmla="*/ 383858 h 1580197"/>
                    <a:gd name="connsiteX17" fmla="*/ 488633 w 940118"/>
                    <a:gd name="connsiteY17" fmla="*/ 399098 h 1580197"/>
                    <a:gd name="connsiteX18" fmla="*/ 455232 w 940118"/>
                    <a:gd name="connsiteY18" fmla="*/ 380990 h 1580197"/>
                    <a:gd name="connsiteX19" fmla="*/ 488633 w 940118"/>
                    <a:gd name="connsiteY19" fmla="*/ 400050 h 1580197"/>
                    <a:gd name="connsiteX20" fmla="*/ 422910 w 940118"/>
                    <a:gd name="connsiteY20" fmla="*/ 482918 h 1580197"/>
                    <a:gd name="connsiteX21" fmla="*/ 391243 w 940118"/>
                    <a:gd name="connsiteY21" fmla="*/ 465814 h 1580197"/>
                    <a:gd name="connsiteX22" fmla="*/ 422910 w 940118"/>
                    <a:gd name="connsiteY22" fmla="*/ 483870 h 1580197"/>
                    <a:gd name="connsiteX23" fmla="*/ 367665 w 940118"/>
                    <a:gd name="connsiteY23" fmla="*/ 572453 h 1580197"/>
                    <a:gd name="connsiteX24" fmla="*/ 368618 w 940118"/>
                    <a:gd name="connsiteY24" fmla="*/ 573405 h 1580197"/>
                    <a:gd name="connsiteX25" fmla="*/ 317183 w 940118"/>
                    <a:gd name="connsiteY25" fmla="*/ 684847 h 1580197"/>
                    <a:gd name="connsiteX26" fmla="*/ 305241 w 940118"/>
                    <a:gd name="connsiteY26" fmla="*/ 678329 h 1580197"/>
                    <a:gd name="connsiteX27" fmla="*/ 305235 w 940118"/>
                    <a:gd name="connsiteY27" fmla="*/ 678350 h 1580197"/>
                    <a:gd name="connsiteX28" fmla="*/ 317183 w 940118"/>
                    <a:gd name="connsiteY28" fmla="*/ 684847 h 1580197"/>
                    <a:gd name="connsiteX29" fmla="*/ 260985 w 940118"/>
                    <a:gd name="connsiteY29" fmla="*/ 1014413 h 1580197"/>
                    <a:gd name="connsiteX30" fmla="*/ 342900 w 940118"/>
                    <a:gd name="connsiteY30" fmla="*/ 1373505 h 1580197"/>
                    <a:gd name="connsiteX31" fmla="*/ 546735 w 940118"/>
                    <a:gd name="connsiteY31" fmla="*/ 1580197 h 1580197"/>
                    <a:gd name="connsiteX32" fmla="*/ 285750 w 940118"/>
                    <a:gd name="connsiteY32" fmla="*/ 1438275 h 1580197"/>
                    <a:gd name="connsiteX33" fmla="*/ 81915 w 940118"/>
                    <a:gd name="connsiteY33" fmla="*/ 1231583 h 1580197"/>
                    <a:gd name="connsiteX34" fmla="*/ 0 w 940118"/>
                    <a:gd name="connsiteY34" fmla="*/ 872490 h 1580197"/>
                    <a:gd name="connsiteX35" fmla="*/ 56197 w 940118"/>
                    <a:gd name="connsiteY35" fmla="*/ 542925 h 1580197"/>
                    <a:gd name="connsiteX36" fmla="*/ 62441 w 940118"/>
                    <a:gd name="connsiteY36" fmla="*/ 546321 h 1580197"/>
                    <a:gd name="connsiteX37" fmla="*/ 62617 w 940118"/>
                    <a:gd name="connsiteY37" fmla="*/ 545909 h 1580197"/>
                    <a:gd name="connsiteX38" fmla="*/ 57150 w 940118"/>
                    <a:gd name="connsiteY38" fmla="*/ 542925 h 1580197"/>
                    <a:gd name="connsiteX39" fmla="*/ 107444 w 940118"/>
                    <a:gd name="connsiteY39" fmla="*/ 431896 h 1580197"/>
                    <a:gd name="connsiteX40" fmla="*/ 106680 w 940118"/>
                    <a:gd name="connsiteY40" fmla="*/ 431483 h 1580197"/>
                    <a:gd name="connsiteX41" fmla="*/ 161925 w 940118"/>
                    <a:gd name="connsiteY41" fmla="*/ 341948 h 1580197"/>
                    <a:gd name="connsiteX42" fmla="*/ 171758 w 940118"/>
                    <a:gd name="connsiteY42" fmla="*/ 347295 h 1580197"/>
                    <a:gd name="connsiteX43" fmla="*/ 171778 w 940118"/>
                    <a:gd name="connsiteY43" fmla="*/ 347270 h 1580197"/>
                    <a:gd name="connsiteX44" fmla="*/ 161925 w 940118"/>
                    <a:gd name="connsiteY44" fmla="*/ 341948 h 1580197"/>
                    <a:gd name="connsiteX45" fmla="*/ 227648 w 940118"/>
                    <a:gd name="connsiteY45" fmla="*/ 258128 h 1580197"/>
                    <a:gd name="connsiteX46" fmla="*/ 239906 w 940118"/>
                    <a:gd name="connsiteY46" fmla="*/ 264794 h 1580197"/>
                    <a:gd name="connsiteX47" fmla="*/ 240267 w 940118"/>
                    <a:gd name="connsiteY47" fmla="*/ 264453 h 1580197"/>
                    <a:gd name="connsiteX48" fmla="*/ 228600 w 940118"/>
                    <a:gd name="connsiteY48" fmla="*/ 258128 h 1580197"/>
                    <a:gd name="connsiteX49" fmla="*/ 242888 w 940118"/>
                    <a:gd name="connsiteY49" fmla="*/ 241935 h 1580197"/>
                    <a:gd name="connsiteX50" fmla="*/ 287315 w 940118"/>
                    <a:gd name="connsiteY50" fmla="*/ 198453 h 1580197"/>
                    <a:gd name="connsiteX51" fmla="*/ 286702 w 940118"/>
                    <a:gd name="connsiteY51" fmla="*/ 198120 h 1580197"/>
                    <a:gd name="connsiteX52" fmla="*/ 359092 w 940118"/>
                    <a:gd name="connsiteY52" fmla="*/ 140970 h 1580197"/>
                    <a:gd name="connsiteX53" fmla="*/ 378434 w 940118"/>
                    <a:gd name="connsiteY53" fmla="*/ 151488 h 1580197"/>
                    <a:gd name="connsiteX54" fmla="*/ 378837 w 940118"/>
                    <a:gd name="connsiteY54" fmla="*/ 151226 h 1580197"/>
                    <a:gd name="connsiteX55" fmla="*/ 360045 w 940118"/>
                    <a:gd name="connsiteY55" fmla="*/ 140970 h 1580197"/>
                    <a:gd name="connsiteX56" fmla="*/ 486263 w 940118"/>
                    <a:gd name="connsiteY56" fmla="*/ 68845 h 1580197"/>
                    <a:gd name="connsiteX57" fmla="*/ 485775 w 940118"/>
                    <a:gd name="connsiteY57" fmla="*/ 68580 h 1580197"/>
                    <a:gd name="connsiteX58" fmla="*/ 572452 w 940118"/>
                    <a:gd name="connsiteY58" fmla="*/ 32385 h 1580197"/>
                    <a:gd name="connsiteX59" fmla="*/ 595123 w 940118"/>
                    <a:gd name="connsiteY59" fmla="*/ 44713 h 1580197"/>
                    <a:gd name="connsiteX60" fmla="*/ 595672 w 940118"/>
                    <a:gd name="connsiteY60" fmla="*/ 44538 h 1580197"/>
                    <a:gd name="connsiteX61" fmla="*/ 573405 w 940118"/>
                    <a:gd name="connsiteY61" fmla="*/ 32385 h 1580197"/>
                    <a:gd name="connsiteX62" fmla="*/ 679133 w 940118"/>
                    <a:gd name="connsiteY62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592976 w 940118"/>
                    <a:gd name="connsiteY11" fmla="*/ 268101 h 1580197"/>
                    <a:gd name="connsiteX12" fmla="*/ 592932 w 940118"/>
                    <a:gd name="connsiteY12" fmla="*/ 268132 h 1580197"/>
                    <a:gd name="connsiteX13" fmla="*/ 620077 w 940118"/>
                    <a:gd name="connsiteY13" fmla="*/ 282893 h 1580197"/>
                    <a:gd name="connsiteX14" fmla="*/ 548076 w 940118"/>
                    <a:gd name="connsiteY14" fmla="*/ 339736 h 1580197"/>
                    <a:gd name="connsiteX15" fmla="*/ 548640 w 940118"/>
                    <a:gd name="connsiteY15" fmla="*/ 340043 h 1580197"/>
                    <a:gd name="connsiteX16" fmla="*/ 503873 w 940118"/>
                    <a:gd name="connsiteY16" fmla="*/ 383858 h 1580197"/>
                    <a:gd name="connsiteX17" fmla="*/ 488633 w 940118"/>
                    <a:gd name="connsiteY17" fmla="*/ 399098 h 1580197"/>
                    <a:gd name="connsiteX18" fmla="*/ 488633 w 940118"/>
                    <a:gd name="connsiteY18" fmla="*/ 400050 h 1580197"/>
                    <a:gd name="connsiteX19" fmla="*/ 422910 w 940118"/>
                    <a:gd name="connsiteY19" fmla="*/ 482918 h 1580197"/>
                    <a:gd name="connsiteX20" fmla="*/ 391243 w 940118"/>
                    <a:gd name="connsiteY20" fmla="*/ 465814 h 1580197"/>
                    <a:gd name="connsiteX21" fmla="*/ 422910 w 940118"/>
                    <a:gd name="connsiteY21" fmla="*/ 483870 h 1580197"/>
                    <a:gd name="connsiteX22" fmla="*/ 367665 w 940118"/>
                    <a:gd name="connsiteY22" fmla="*/ 572453 h 1580197"/>
                    <a:gd name="connsiteX23" fmla="*/ 368618 w 940118"/>
                    <a:gd name="connsiteY23" fmla="*/ 573405 h 1580197"/>
                    <a:gd name="connsiteX24" fmla="*/ 317183 w 940118"/>
                    <a:gd name="connsiteY24" fmla="*/ 684847 h 1580197"/>
                    <a:gd name="connsiteX25" fmla="*/ 305241 w 940118"/>
                    <a:gd name="connsiteY25" fmla="*/ 678329 h 1580197"/>
                    <a:gd name="connsiteX26" fmla="*/ 305235 w 940118"/>
                    <a:gd name="connsiteY26" fmla="*/ 678350 h 1580197"/>
                    <a:gd name="connsiteX27" fmla="*/ 317183 w 940118"/>
                    <a:gd name="connsiteY27" fmla="*/ 684847 h 1580197"/>
                    <a:gd name="connsiteX28" fmla="*/ 260985 w 940118"/>
                    <a:gd name="connsiteY28" fmla="*/ 1014413 h 1580197"/>
                    <a:gd name="connsiteX29" fmla="*/ 342900 w 940118"/>
                    <a:gd name="connsiteY29" fmla="*/ 1373505 h 1580197"/>
                    <a:gd name="connsiteX30" fmla="*/ 546735 w 940118"/>
                    <a:gd name="connsiteY30" fmla="*/ 1580197 h 1580197"/>
                    <a:gd name="connsiteX31" fmla="*/ 285750 w 940118"/>
                    <a:gd name="connsiteY31" fmla="*/ 1438275 h 1580197"/>
                    <a:gd name="connsiteX32" fmla="*/ 81915 w 940118"/>
                    <a:gd name="connsiteY32" fmla="*/ 1231583 h 1580197"/>
                    <a:gd name="connsiteX33" fmla="*/ 0 w 940118"/>
                    <a:gd name="connsiteY33" fmla="*/ 872490 h 1580197"/>
                    <a:gd name="connsiteX34" fmla="*/ 56197 w 940118"/>
                    <a:gd name="connsiteY34" fmla="*/ 542925 h 1580197"/>
                    <a:gd name="connsiteX35" fmla="*/ 62441 w 940118"/>
                    <a:gd name="connsiteY35" fmla="*/ 546321 h 1580197"/>
                    <a:gd name="connsiteX36" fmla="*/ 62617 w 940118"/>
                    <a:gd name="connsiteY36" fmla="*/ 545909 h 1580197"/>
                    <a:gd name="connsiteX37" fmla="*/ 57150 w 940118"/>
                    <a:gd name="connsiteY37" fmla="*/ 542925 h 1580197"/>
                    <a:gd name="connsiteX38" fmla="*/ 107444 w 940118"/>
                    <a:gd name="connsiteY38" fmla="*/ 431896 h 1580197"/>
                    <a:gd name="connsiteX39" fmla="*/ 106680 w 940118"/>
                    <a:gd name="connsiteY39" fmla="*/ 431483 h 1580197"/>
                    <a:gd name="connsiteX40" fmla="*/ 161925 w 940118"/>
                    <a:gd name="connsiteY40" fmla="*/ 341948 h 1580197"/>
                    <a:gd name="connsiteX41" fmla="*/ 171758 w 940118"/>
                    <a:gd name="connsiteY41" fmla="*/ 347295 h 1580197"/>
                    <a:gd name="connsiteX42" fmla="*/ 171778 w 940118"/>
                    <a:gd name="connsiteY42" fmla="*/ 347270 h 1580197"/>
                    <a:gd name="connsiteX43" fmla="*/ 161925 w 940118"/>
                    <a:gd name="connsiteY43" fmla="*/ 341948 h 1580197"/>
                    <a:gd name="connsiteX44" fmla="*/ 227648 w 940118"/>
                    <a:gd name="connsiteY44" fmla="*/ 258128 h 1580197"/>
                    <a:gd name="connsiteX45" fmla="*/ 239906 w 940118"/>
                    <a:gd name="connsiteY45" fmla="*/ 264794 h 1580197"/>
                    <a:gd name="connsiteX46" fmla="*/ 240267 w 940118"/>
                    <a:gd name="connsiteY46" fmla="*/ 264453 h 1580197"/>
                    <a:gd name="connsiteX47" fmla="*/ 228600 w 940118"/>
                    <a:gd name="connsiteY47" fmla="*/ 258128 h 1580197"/>
                    <a:gd name="connsiteX48" fmla="*/ 242888 w 940118"/>
                    <a:gd name="connsiteY48" fmla="*/ 241935 h 1580197"/>
                    <a:gd name="connsiteX49" fmla="*/ 287315 w 940118"/>
                    <a:gd name="connsiteY49" fmla="*/ 198453 h 1580197"/>
                    <a:gd name="connsiteX50" fmla="*/ 286702 w 940118"/>
                    <a:gd name="connsiteY50" fmla="*/ 198120 h 1580197"/>
                    <a:gd name="connsiteX51" fmla="*/ 359092 w 940118"/>
                    <a:gd name="connsiteY51" fmla="*/ 140970 h 1580197"/>
                    <a:gd name="connsiteX52" fmla="*/ 378434 w 940118"/>
                    <a:gd name="connsiteY52" fmla="*/ 151488 h 1580197"/>
                    <a:gd name="connsiteX53" fmla="*/ 378837 w 940118"/>
                    <a:gd name="connsiteY53" fmla="*/ 151226 h 1580197"/>
                    <a:gd name="connsiteX54" fmla="*/ 360045 w 940118"/>
                    <a:gd name="connsiteY54" fmla="*/ 140970 h 1580197"/>
                    <a:gd name="connsiteX55" fmla="*/ 486263 w 940118"/>
                    <a:gd name="connsiteY55" fmla="*/ 68845 h 1580197"/>
                    <a:gd name="connsiteX56" fmla="*/ 485775 w 940118"/>
                    <a:gd name="connsiteY56" fmla="*/ 68580 h 1580197"/>
                    <a:gd name="connsiteX57" fmla="*/ 572452 w 940118"/>
                    <a:gd name="connsiteY57" fmla="*/ 32385 h 1580197"/>
                    <a:gd name="connsiteX58" fmla="*/ 595123 w 940118"/>
                    <a:gd name="connsiteY58" fmla="*/ 44713 h 1580197"/>
                    <a:gd name="connsiteX59" fmla="*/ 595672 w 940118"/>
                    <a:gd name="connsiteY59" fmla="*/ 44538 h 1580197"/>
                    <a:gd name="connsiteX60" fmla="*/ 573405 w 940118"/>
                    <a:gd name="connsiteY60" fmla="*/ 32385 h 1580197"/>
                    <a:gd name="connsiteX61" fmla="*/ 679133 w 940118"/>
                    <a:gd name="connsiteY61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592976 w 940118"/>
                    <a:gd name="connsiteY11" fmla="*/ 268101 h 1580197"/>
                    <a:gd name="connsiteX12" fmla="*/ 592932 w 940118"/>
                    <a:gd name="connsiteY12" fmla="*/ 268132 h 1580197"/>
                    <a:gd name="connsiteX13" fmla="*/ 620077 w 940118"/>
                    <a:gd name="connsiteY13" fmla="*/ 282893 h 1580197"/>
                    <a:gd name="connsiteX14" fmla="*/ 548076 w 940118"/>
                    <a:gd name="connsiteY14" fmla="*/ 339736 h 1580197"/>
                    <a:gd name="connsiteX15" fmla="*/ 548640 w 940118"/>
                    <a:gd name="connsiteY15" fmla="*/ 340043 h 1580197"/>
                    <a:gd name="connsiteX16" fmla="*/ 503873 w 940118"/>
                    <a:gd name="connsiteY16" fmla="*/ 383858 h 1580197"/>
                    <a:gd name="connsiteX17" fmla="*/ 488633 w 940118"/>
                    <a:gd name="connsiteY17" fmla="*/ 399098 h 1580197"/>
                    <a:gd name="connsiteX18" fmla="*/ 488633 w 940118"/>
                    <a:gd name="connsiteY18" fmla="*/ 400050 h 1580197"/>
                    <a:gd name="connsiteX19" fmla="*/ 422910 w 940118"/>
                    <a:gd name="connsiteY19" fmla="*/ 482918 h 1580197"/>
                    <a:gd name="connsiteX20" fmla="*/ 422910 w 940118"/>
                    <a:gd name="connsiteY20" fmla="*/ 483870 h 1580197"/>
                    <a:gd name="connsiteX21" fmla="*/ 367665 w 940118"/>
                    <a:gd name="connsiteY21" fmla="*/ 572453 h 1580197"/>
                    <a:gd name="connsiteX22" fmla="*/ 368618 w 940118"/>
                    <a:gd name="connsiteY22" fmla="*/ 573405 h 1580197"/>
                    <a:gd name="connsiteX23" fmla="*/ 317183 w 940118"/>
                    <a:gd name="connsiteY23" fmla="*/ 684847 h 1580197"/>
                    <a:gd name="connsiteX24" fmla="*/ 305241 w 940118"/>
                    <a:gd name="connsiteY24" fmla="*/ 678329 h 1580197"/>
                    <a:gd name="connsiteX25" fmla="*/ 305235 w 940118"/>
                    <a:gd name="connsiteY25" fmla="*/ 678350 h 1580197"/>
                    <a:gd name="connsiteX26" fmla="*/ 317183 w 940118"/>
                    <a:gd name="connsiteY26" fmla="*/ 684847 h 1580197"/>
                    <a:gd name="connsiteX27" fmla="*/ 260985 w 940118"/>
                    <a:gd name="connsiteY27" fmla="*/ 1014413 h 1580197"/>
                    <a:gd name="connsiteX28" fmla="*/ 342900 w 940118"/>
                    <a:gd name="connsiteY28" fmla="*/ 1373505 h 1580197"/>
                    <a:gd name="connsiteX29" fmla="*/ 546735 w 940118"/>
                    <a:gd name="connsiteY29" fmla="*/ 1580197 h 1580197"/>
                    <a:gd name="connsiteX30" fmla="*/ 285750 w 940118"/>
                    <a:gd name="connsiteY30" fmla="*/ 1438275 h 1580197"/>
                    <a:gd name="connsiteX31" fmla="*/ 81915 w 940118"/>
                    <a:gd name="connsiteY31" fmla="*/ 1231583 h 1580197"/>
                    <a:gd name="connsiteX32" fmla="*/ 0 w 940118"/>
                    <a:gd name="connsiteY32" fmla="*/ 872490 h 1580197"/>
                    <a:gd name="connsiteX33" fmla="*/ 56197 w 940118"/>
                    <a:gd name="connsiteY33" fmla="*/ 542925 h 1580197"/>
                    <a:gd name="connsiteX34" fmla="*/ 62441 w 940118"/>
                    <a:gd name="connsiteY34" fmla="*/ 546321 h 1580197"/>
                    <a:gd name="connsiteX35" fmla="*/ 62617 w 940118"/>
                    <a:gd name="connsiteY35" fmla="*/ 545909 h 1580197"/>
                    <a:gd name="connsiteX36" fmla="*/ 57150 w 940118"/>
                    <a:gd name="connsiteY36" fmla="*/ 542925 h 1580197"/>
                    <a:gd name="connsiteX37" fmla="*/ 107444 w 940118"/>
                    <a:gd name="connsiteY37" fmla="*/ 431896 h 1580197"/>
                    <a:gd name="connsiteX38" fmla="*/ 106680 w 940118"/>
                    <a:gd name="connsiteY38" fmla="*/ 431483 h 1580197"/>
                    <a:gd name="connsiteX39" fmla="*/ 161925 w 940118"/>
                    <a:gd name="connsiteY39" fmla="*/ 341948 h 1580197"/>
                    <a:gd name="connsiteX40" fmla="*/ 171758 w 940118"/>
                    <a:gd name="connsiteY40" fmla="*/ 347295 h 1580197"/>
                    <a:gd name="connsiteX41" fmla="*/ 171778 w 940118"/>
                    <a:gd name="connsiteY41" fmla="*/ 347270 h 1580197"/>
                    <a:gd name="connsiteX42" fmla="*/ 161925 w 940118"/>
                    <a:gd name="connsiteY42" fmla="*/ 341948 h 1580197"/>
                    <a:gd name="connsiteX43" fmla="*/ 227648 w 940118"/>
                    <a:gd name="connsiteY43" fmla="*/ 258128 h 1580197"/>
                    <a:gd name="connsiteX44" fmla="*/ 239906 w 940118"/>
                    <a:gd name="connsiteY44" fmla="*/ 264794 h 1580197"/>
                    <a:gd name="connsiteX45" fmla="*/ 240267 w 940118"/>
                    <a:gd name="connsiteY45" fmla="*/ 264453 h 1580197"/>
                    <a:gd name="connsiteX46" fmla="*/ 228600 w 940118"/>
                    <a:gd name="connsiteY46" fmla="*/ 258128 h 1580197"/>
                    <a:gd name="connsiteX47" fmla="*/ 242888 w 940118"/>
                    <a:gd name="connsiteY47" fmla="*/ 241935 h 1580197"/>
                    <a:gd name="connsiteX48" fmla="*/ 287315 w 940118"/>
                    <a:gd name="connsiteY48" fmla="*/ 198453 h 1580197"/>
                    <a:gd name="connsiteX49" fmla="*/ 286702 w 940118"/>
                    <a:gd name="connsiteY49" fmla="*/ 198120 h 1580197"/>
                    <a:gd name="connsiteX50" fmla="*/ 359092 w 940118"/>
                    <a:gd name="connsiteY50" fmla="*/ 140970 h 1580197"/>
                    <a:gd name="connsiteX51" fmla="*/ 378434 w 940118"/>
                    <a:gd name="connsiteY51" fmla="*/ 151488 h 1580197"/>
                    <a:gd name="connsiteX52" fmla="*/ 378837 w 940118"/>
                    <a:gd name="connsiteY52" fmla="*/ 151226 h 1580197"/>
                    <a:gd name="connsiteX53" fmla="*/ 360045 w 940118"/>
                    <a:gd name="connsiteY53" fmla="*/ 140970 h 1580197"/>
                    <a:gd name="connsiteX54" fmla="*/ 486263 w 940118"/>
                    <a:gd name="connsiteY54" fmla="*/ 68845 h 1580197"/>
                    <a:gd name="connsiteX55" fmla="*/ 485775 w 940118"/>
                    <a:gd name="connsiteY55" fmla="*/ 68580 h 1580197"/>
                    <a:gd name="connsiteX56" fmla="*/ 572452 w 940118"/>
                    <a:gd name="connsiteY56" fmla="*/ 32385 h 1580197"/>
                    <a:gd name="connsiteX57" fmla="*/ 595123 w 940118"/>
                    <a:gd name="connsiteY57" fmla="*/ 44713 h 1580197"/>
                    <a:gd name="connsiteX58" fmla="*/ 595672 w 940118"/>
                    <a:gd name="connsiteY58" fmla="*/ 44538 h 1580197"/>
                    <a:gd name="connsiteX59" fmla="*/ 573405 w 940118"/>
                    <a:gd name="connsiteY59" fmla="*/ 32385 h 1580197"/>
                    <a:gd name="connsiteX60" fmla="*/ 679133 w 940118"/>
                    <a:gd name="connsiteY60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592976 w 940118"/>
                    <a:gd name="connsiteY11" fmla="*/ 268101 h 1580197"/>
                    <a:gd name="connsiteX12" fmla="*/ 620077 w 940118"/>
                    <a:gd name="connsiteY12" fmla="*/ 282893 h 1580197"/>
                    <a:gd name="connsiteX13" fmla="*/ 548076 w 940118"/>
                    <a:gd name="connsiteY13" fmla="*/ 339736 h 1580197"/>
                    <a:gd name="connsiteX14" fmla="*/ 548640 w 940118"/>
                    <a:gd name="connsiteY14" fmla="*/ 340043 h 1580197"/>
                    <a:gd name="connsiteX15" fmla="*/ 503873 w 940118"/>
                    <a:gd name="connsiteY15" fmla="*/ 383858 h 1580197"/>
                    <a:gd name="connsiteX16" fmla="*/ 488633 w 940118"/>
                    <a:gd name="connsiteY16" fmla="*/ 399098 h 1580197"/>
                    <a:gd name="connsiteX17" fmla="*/ 488633 w 940118"/>
                    <a:gd name="connsiteY17" fmla="*/ 400050 h 1580197"/>
                    <a:gd name="connsiteX18" fmla="*/ 422910 w 940118"/>
                    <a:gd name="connsiteY18" fmla="*/ 482918 h 1580197"/>
                    <a:gd name="connsiteX19" fmla="*/ 422910 w 940118"/>
                    <a:gd name="connsiteY19" fmla="*/ 483870 h 1580197"/>
                    <a:gd name="connsiteX20" fmla="*/ 367665 w 940118"/>
                    <a:gd name="connsiteY20" fmla="*/ 572453 h 1580197"/>
                    <a:gd name="connsiteX21" fmla="*/ 368618 w 940118"/>
                    <a:gd name="connsiteY21" fmla="*/ 573405 h 1580197"/>
                    <a:gd name="connsiteX22" fmla="*/ 317183 w 940118"/>
                    <a:gd name="connsiteY22" fmla="*/ 684847 h 1580197"/>
                    <a:gd name="connsiteX23" fmla="*/ 305241 w 940118"/>
                    <a:gd name="connsiteY23" fmla="*/ 678329 h 1580197"/>
                    <a:gd name="connsiteX24" fmla="*/ 305235 w 940118"/>
                    <a:gd name="connsiteY24" fmla="*/ 678350 h 1580197"/>
                    <a:gd name="connsiteX25" fmla="*/ 317183 w 940118"/>
                    <a:gd name="connsiteY25" fmla="*/ 684847 h 1580197"/>
                    <a:gd name="connsiteX26" fmla="*/ 260985 w 940118"/>
                    <a:gd name="connsiteY26" fmla="*/ 1014413 h 1580197"/>
                    <a:gd name="connsiteX27" fmla="*/ 342900 w 940118"/>
                    <a:gd name="connsiteY27" fmla="*/ 1373505 h 1580197"/>
                    <a:gd name="connsiteX28" fmla="*/ 546735 w 940118"/>
                    <a:gd name="connsiteY28" fmla="*/ 1580197 h 1580197"/>
                    <a:gd name="connsiteX29" fmla="*/ 285750 w 940118"/>
                    <a:gd name="connsiteY29" fmla="*/ 1438275 h 1580197"/>
                    <a:gd name="connsiteX30" fmla="*/ 81915 w 940118"/>
                    <a:gd name="connsiteY30" fmla="*/ 1231583 h 1580197"/>
                    <a:gd name="connsiteX31" fmla="*/ 0 w 940118"/>
                    <a:gd name="connsiteY31" fmla="*/ 872490 h 1580197"/>
                    <a:gd name="connsiteX32" fmla="*/ 56197 w 940118"/>
                    <a:gd name="connsiteY32" fmla="*/ 542925 h 1580197"/>
                    <a:gd name="connsiteX33" fmla="*/ 62441 w 940118"/>
                    <a:gd name="connsiteY33" fmla="*/ 546321 h 1580197"/>
                    <a:gd name="connsiteX34" fmla="*/ 62617 w 940118"/>
                    <a:gd name="connsiteY34" fmla="*/ 545909 h 1580197"/>
                    <a:gd name="connsiteX35" fmla="*/ 57150 w 940118"/>
                    <a:gd name="connsiteY35" fmla="*/ 542925 h 1580197"/>
                    <a:gd name="connsiteX36" fmla="*/ 107444 w 940118"/>
                    <a:gd name="connsiteY36" fmla="*/ 431896 h 1580197"/>
                    <a:gd name="connsiteX37" fmla="*/ 106680 w 940118"/>
                    <a:gd name="connsiteY37" fmla="*/ 431483 h 1580197"/>
                    <a:gd name="connsiteX38" fmla="*/ 161925 w 940118"/>
                    <a:gd name="connsiteY38" fmla="*/ 341948 h 1580197"/>
                    <a:gd name="connsiteX39" fmla="*/ 171758 w 940118"/>
                    <a:gd name="connsiteY39" fmla="*/ 347295 h 1580197"/>
                    <a:gd name="connsiteX40" fmla="*/ 171778 w 940118"/>
                    <a:gd name="connsiteY40" fmla="*/ 347270 h 1580197"/>
                    <a:gd name="connsiteX41" fmla="*/ 161925 w 940118"/>
                    <a:gd name="connsiteY41" fmla="*/ 341948 h 1580197"/>
                    <a:gd name="connsiteX42" fmla="*/ 227648 w 940118"/>
                    <a:gd name="connsiteY42" fmla="*/ 258128 h 1580197"/>
                    <a:gd name="connsiteX43" fmla="*/ 239906 w 940118"/>
                    <a:gd name="connsiteY43" fmla="*/ 264794 h 1580197"/>
                    <a:gd name="connsiteX44" fmla="*/ 240267 w 940118"/>
                    <a:gd name="connsiteY44" fmla="*/ 264453 h 1580197"/>
                    <a:gd name="connsiteX45" fmla="*/ 228600 w 940118"/>
                    <a:gd name="connsiteY45" fmla="*/ 258128 h 1580197"/>
                    <a:gd name="connsiteX46" fmla="*/ 242888 w 940118"/>
                    <a:gd name="connsiteY46" fmla="*/ 241935 h 1580197"/>
                    <a:gd name="connsiteX47" fmla="*/ 287315 w 940118"/>
                    <a:gd name="connsiteY47" fmla="*/ 198453 h 1580197"/>
                    <a:gd name="connsiteX48" fmla="*/ 286702 w 940118"/>
                    <a:gd name="connsiteY48" fmla="*/ 198120 h 1580197"/>
                    <a:gd name="connsiteX49" fmla="*/ 359092 w 940118"/>
                    <a:gd name="connsiteY49" fmla="*/ 140970 h 1580197"/>
                    <a:gd name="connsiteX50" fmla="*/ 378434 w 940118"/>
                    <a:gd name="connsiteY50" fmla="*/ 151488 h 1580197"/>
                    <a:gd name="connsiteX51" fmla="*/ 378837 w 940118"/>
                    <a:gd name="connsiteY51" fmla="*/ 151226 h 1580197"/>
                    <a:gd name="connsiteX52" fmla="*/ 360045 w 940118"/>
                    <a:gd name="connsiteY52" fmla="*/ 140970 h 1580197"/>
                    <a:gd name="connsiteX53" fmla="*/ 486263 w 940118"/>
                    <a:gd name="connsiteY53" fmla="*/ 68845 h 1580197"/>
                    <a:gd name="connsiteX54" fmla="*/ 485775 w 940118"/>
                    <a:gd name="connsiteY54" fmla="*/ 68580 h 1580197"/>
                    <a:gd name="connsiteX55" fmla="*/ 572452 w 940118"/>
                    <a:gd name="connsiteY55" fmla="*/ 32385 h 1580197"/>
                    <a:gd name="connsiteX56" fmla="*/ 595123 w 940118"/>
                    <a:gd name="connsiteY56" fmla="*/ 44713 h 1580197"/>
                    <a:gd name="connsiteX57" fmla="*/ 595672 w 940118"/>
                    <a:gd name="connsiteY57" fmla="*/ 44538 h 1580197"/>
                    <a:gd name="connsiteX58" fmla="*/ 573405 w 940118"/>
                    <a:gd name="connsiteY58" fmla="*/ 32385 h 1580197"/>
                    <a:gd name="connsiteX59" fmla="*/ 679133 w 940118"/>
                    <a:gd name="connsiteY59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620077 w 940118"/>
                    <a:gd name="connsiteY11" fmla="*/ 282893 h 1580197"/>
                    <a:gd name="connsiteX12" fmla="*/ 548076 w 940118"/>
                    <a:gd name="connsiteY12" fmla="*/ 339736 h 1580197"/>
                    <a:gd name="connsiteX13" fmla="*/ 548640 w 940118"/>
                    <a:gd name="connsiteY13" fmla="*/ 340043 h 1580197"/>
                    <a:gd name="connsiteX14" fmla="*/ 503873 w 940118"/>
                    <a:gd name="connsiteY14" fmla="*/ 383858 h 1580197"/>
                    <a:gd name="connsiteX15" fmla="*/ 488633 w 940118"/>
                    <a:gd name="connsiteY15" fmla="*/ 399098 h 1580197"/>
                    <a:gd name="connsiteX16" fmla="*/ 488633 w 940118"/>
                    <a:gd name="connsiteY16" fmla="*/ 400050 h 1580197"/>
                    <a:gd name="connsiteX17" fmla="*/ 422910 w 940118"/>
                    <a:gd name="connsiteY17" fmla="*/ 482918 h 1580197"/>
                    <a:gd name="connsiteX18" fmla="*/ 422910 w 940118"/>
                    <a:gd name="connsiteY18" fmla="*/ 483870 h 1580197"/>
                    <a:gd name="connsiteX19" fmla="*/ 367665 w 940118"/>
                    <a:gd name="connsiteY19" fmla="*/ 572453 h 1580197"/>
                    <a:gd name="connsiteX20" fmla="*/ 368618 w 940118"/>
                    <a:gd name="connsiteY20" fmla="*/ 573405 h 1580197"/>
                    <a:gd name="connsiteX21" fmla="*/ 317183 w 940118"/>
                    <a:gd name="connsiteY21" fmla="*/ 684847 h 1580197"/>
                    <a:gd name="connsiteX22" fmla="*/ 305241 w 940118"/>
                    <a:gd name="connsiteY22" fmla="*/ 678329 h 1580197"/>
                    <a:gd name="connsiteX23" fmla="*/ 305235 w 940118"/>
                    <a:gd name="connsiteY23" fmla="*/ 678350 h 1580197"/>
                    <a:gd name="connsiteX24" fmla="*/ 317183 w 940118"/>
                    <a:gd name="connsiteY24" fmla="*/ 684847 h 1580197"/>
                    <a:gd name="connsiteX25" fmla="*/ 260985 w 940118"/>
                    <a:gd name="connsiteY25" fmla="*/ 1014413 h 1580197"/>
                    <a:gd name="connsiteX26" fmla="*/ 342900 w 940118"/>
                    <a:gd name="connsiteY26" fmla="*/ 1373505 h 1580197"/>
                    <a:gd name="connsiteX27" fmla="*/ 546735 w 940118"/>
                    <a:gd name="connsiteY27" fmla="*/ 1580197 h 1580197"/>
                    <a:gd name="connsiteX28" fmla="*/ 285750 w 940118"/>
                    <a:gd name="connsiteY28" fmla="*/ 1438275 h 1580197"/>
                    <a:gd name="connsiteX29" fmla="*/ 81915 w 940118"/>
                    <a:gd name="connsiteY29" fmla="*/ 1231583 h 1580197"/>
                    <a:gd name="connsiteX30" fmla="*/ 0 w 940118"/>
                    <a:gd name="connsiteY30" fmla="*/ 872490 h 1580197"/>
                    <a:gd name="connsiteX31" fmla="*/ 56197 w 940118"/>
                    <a:gd name="connsiteY31" fmla="*/ 542925 h 1580197"/>
                    <a:gd name="connsiteX32" fmla="*/ 62441 w 940118"/>
                    <a:gd name="connsiteY32" fmla="*/ 546321 h 1580197"/>
                    <a:gd name="connsiteX33" fmla="*/ 62617 w 940118"/>
                    <a:gd name="connsiteY33" fmla="*/ 545909 h 1580197"/>
                    <a:gd name="connsiteX34" fmla="*/ 57150 w 940118"/>
                    <a:gd name="connsiteY34" fmla="*/ 542925 h 1580197"/>
                    <a:gd name="connsiteX35" fmla="*/ 107444 w 940118"/>
                    <a:gd name="connsiteY35" fmla="*/ 431896 h 1580197"/>
                    <a:gd name="connsiteX36" fmla="*/ 106680 w 940118"/>
                    <a:gd name="connsiteY36" fmla="*/ 431483 h 1580197"/>
                    <a:gd name="connsiteX37" fmla="*/ 161925 w 940118"/>
                    <a:gd name="connsiteY37" fmla="*/ 341948 h 1580197"/>
                    <a:gd name="connsiteX38" fmla="*/ 171758 w 940118"/>
                    <a:gd name="connsiteY38" fmla="*/ 347295 h 1580197"/>
                    <a:gd name="connsiteX39" fmla="*/ 171778 w 940118"/>
                    <a:gd name="connsiteY39" fmla="*/ 347270 h 1580197"/>
                    <a:gd name="connsiteX40" fmla="*/ 161925 w 940118"/>
                    <a:gd name="connsiteY40" fmla="*/ 341948 h 1580197"/>
                    <a:gd name="connsiteX41" fmla="*/ 227648 w 940118"/>
                    <a:gd name="connsiteY41" fmla="*/ 258128 h 1580197"/>
                    <a:gd name="connsiteX42" fmla="*/ 239906 w 940118"/>
                    <a:gd name="connsiteY42" fmla="*/ 264794 h 1580197"/>
                    <a:gd name="connsiteX43" fmla="*/ 240267 w 940118"/>
                    <a:gd name="connsiteY43" fmla="*/ 264453 h 1580197"/>
                    <a:gd name="connsiteX44" fmla="*/ 228600 w 940118"/>
                    <a:gd name="connsiteY44" fmla="*/ 258128 h 1580197"/>
                    <a:gd name="connsiteX45" fmla="*/ 242888 w 940118"/>
                    <a:gd name="connsiteY45" fmla="*/ 241935 h 1580197"/>
                    <a:gd name="connsiteX46" fmla="*/ 287315 w 940118"/>
                    <a:gd name="connsiteY46" fmla="*/ 198453 h 1580197"/>
                    <a:gd name="connsiteX47" fmla="*/ 286702 w 940118"/>
                    <a:gd name="connsiteY47" fmla="*/ 198120 h 1580197"/>
                    <a:gd name="connsiteX48" fmla="*/ 359092 w 940118"/>
                    <a:gd name="connsiteY48" fmla="*/ 140970 h 1580197"/>
                    <a:gd name="connsiteX49" fmla="*/ 378434 w 940118"/>
                    <a:gd name="connsiteY49" fmla="*/ 151488 h 1580197"/>
                    <a:gd name="connsiteX50" fmla="*/ 378837 w 940118"/>
                    <a:gd name="connsiteY50" fmla="*/ 151226 h 1580197"/>
                    <a:gd name="connsiteX51" fmla="*/ 360045 w 940118"/>
                    <a:gd name="connsiteY51" fmla="*/ 140970 h 1580197"/>
                    <a:gd name="connsiteX52" fmla="*/ 486263 w 940118"/>
                    <a:gd name="connsiteY52" fmla="*/ 68845 h 1580197"/>
                    <a:gd name="connsiteX53" fmla="*/ 485775 w 940118"/>
                    <a:gd name="connsiteY53" fmla="*/ 68580 h 1580197"/>
                    <a:gd name="connsiteX54" fmla="*/ 572452 w 940118"/>
                    <a:gd name="connsiteY54" fmla="*/ 32385 h 1580197"/>
                    <a:gd name="connsiteX55" fmla="*/ 595123 w 940118"/>
                    <a:gd name="connsiteY55" fmla="*/ 44713 h 1580197"/>
                    <a:gd name="connsiteX56" fmla="*/ 595672 w 940118"/>
                    <a:gd name="connsiteY56" fmla="*/ 44538 h 1580197"/>
                    <a:gd name="connsiteX57" fmla="*/ 573405 w 940118"/>
                    <a:gd name="connsiteY57" fmla="*/ 32385 h 1580197"/>
                    <a:gd name="connsiteX58" fmla="*/ 679133 w 940118"/>
                    <a:gd name="connsiteY58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747299 w 940118"/>
                    <a:gd name="connsiteY7" fmla="*/ 210278 h 1580197"/>
                    <a:gd name="connsiteX8" fmla="*/ 747713 w 940118"/>
                    <a:gd name="connsiteY8" fmla="*/ 210503 h 1580197"/>
                    <a:gd name="connsiteX9" fmla="*/ 620078 w 940118"/>
                    <a:gd name="connsiteY9" fmla="*/ 282893 h 1580197"/>
                    <a:gd name="connsiteX10" fmla="*/ 620077 w 940118"/>
                    <a:gd name="connsiteY10" fmla="*/ 282893 h 1580197"/>
                    <a:gd name="connsiteX11" fmla="*/ 548076 w 940118"/>
                    <a:gd name="connsiteY11" fmla="*/ 339736 h 1580197"/>
                    <a:gd name="connsiteX12" fmla="*/ 548640 w 940118"/>
                    <a:gd name="connsiteY12" fmla="*/ 340043 h 1580197"/>
                    <a:gd name="connsiteX13" fmla="*/ 503873 w 940118"/>
                    <a:gd name="connsiteY13" fmla="*/ 383858 h 1580197"/>
                    <a:gd name="connsiteX14" fmla="*/ 488633 w 940118"/>
                    <a:gd name="connsiteY14" fmla="*/ 399098 h 1580197"/>
                    <a:gd name="connsiteX15" fmla="*/ 488633 w 940118"/>
                    <a:gd name="connsiteY15" fmla="*/ 400050 h 1580197"/>
                    <a:gd name="connsiteX16" fmla="*/ 422910 w 940118"/>
                    <a:gd name="connsiteY16" fmla="*/ 482918 h 1580197"/>
                    <a:gd name="connsiteX17" fmla="*/ 422910 w 940118"/>
                    <a:gd name="connsiteY17" fmla="*/ 483870 h 1580197"/>
                    <a:gd name="connsiteX18" fmla="*/ 367665 w 940118"/>
                    <a:gd name="connsiteY18" fmla="*/ 572453 h 1580197"/>
                    <a:gd name="connsiteX19" fmla="*/ 368618 w 940118"/>
                    <a:gd name="connsiteY19" fmla="*/ 573405 h 1580197"/>
                    <a:gd name="connsiteX20" fmla="*/ 317183 w 940118"/>
                    <a:gd name="connsiteY20" fmla="*/ 684847 h 1580197"/>
                    <a:gd name="connsiteX21" fmla="*/ 305241 w 940118"/>
                    <a:gd name="connsiteY21" fmla="*/ 678329 h 1580197"/>
                    <a:gd name="connsiteX22" fmla="*/ 305235 w 940118"/>
                    <a:gd name="connsiteY22" fmla="*/ 678350 h 1580197"/>
                    <a:gd name="connsiteX23" fmla="*/ 317183 w 940118"/>
                    <a:gd name="connsiteY23" fmla="*/ 684847 h 1580197"/>
                    <a:gd name="connsiteX24" fmla="*/ 260985 w 940118"/>
                    <a:gd name="connsiteY24" fmla="*/ 1014413 h 1580197"/>
                    <a:gd name="connsiteX25" fmla="*/ 342900 w 940118"/>
                    <a:gd name="connsiteY25" fmla="*/ 1373505 h 1580197"/>
                    <a:gd name="connsiteX26" fmla="*/ 546735 w 940118"/>
                    <a:gd name="connsiteY26" fmla="*/ 1580197 h 1580197"/>
                    <a:gd name="connsiteX27" fmla="*/ 285750 w 940118"/>
                    <a:gd name="connsiteY27" fmla="*/ 1438275 h 1580197"/>
                    <a:gd name="connsiteX28" fmla="*/ 81915 w 940118"/>
                    <a:gd name="connsiteY28" fmla="*/ 1231583 h 1580197"/>
                    <a:gd name="connsiteX29" fmla="*/ 0 w 940118"/>
                    <a:gd name="connsiteY29" fmla="*/ 872490 h 1580197"/>
                    <a:gd name="connsiteX30" fmla="*/ 56197 w 940118"/>
                    <a:gd name="connsiteY30" fmla="*/ 542925 h 1580197"/>
                    <a:gd name="connsiteX31" fmla="*/ 62441 w 940118"/>
                    <a:gd name="connsiteY31" fmla="*/ 546321 h 1580197"/>
                    <a:gd name="connsiteX32" fmla="*/ 62617 w 940118"/>
                    <a:gd name="connsiteY32" fmla="*/ 545909 h 1580197"/>
                    <a:gd name="connsiteX33" fmla="*/ 57150 w 940118"/>
                    <a:gd name="connsiteY33" fmla="*/ 542925 h 1580197"/>
                    <a:gd name="connsiteX34" fmla="*/ 107444 w 940118"/>
                    <a:gd name="connsiteY34" fmla="*/ 431896 h 1580197"/>
                    <a:gd name="connsiteX35" fmla="*/ 106680 w 940118"/>
                    <a:gd name="connsiteY35" fmla="*/ 431483 h 1580197"/>
                    <a:gd name="connsiteX36" fmla="*/ 161925 w 940118"/>
                    <a:gd name="connsiteY36" fmla="*/ 341948 h 1580197"/>
                    <a:gd name="connsiteX37" fmla="*/ 171758 w 940118"/>
                    <a:gd name="connsiteY37" fmla="*/ 347295 h 1580197"/>
                    <a:gd name="connsiteX38" fmla="*/ 171778 w 940118"/>
                    <a:gd name="connsiteY38" fmla="*/ 347270 h 1580197"/>
                    <a:gd name="connsiteX39" fmla="*/ 161925 w 940118"/>
                    <a:gd name="connsiteY39" fmla="*/ 341948 h 1580197"/>
                    <a:gd name="connsiteX40" fmla="*/ 227648 w 940118"/>
                    <a:gd name="connsiteY40" fmla="*/ 258128 h 1580197"/>
                    <a:gd name="connsiteX41" fmla="*/ 239906 w 940118"/>
                    <a:gd name="connsiteY41" fmla="*/ 264794 h 1580197"/>
                    <a:gd name="connsiteX42" fmla="*/ 240267 w 940118"/>
                    <a:gd name="connsiteY42" fmla="*/ 264453 h 1580197"/>
                    <a:gd name="connsiteX43" fmla="*/ 228600 w 940118"/>
                    <a:gd name="connsiteY43" fmla="*/ 258128 h 1580197"/>
                    <a:gd name="connsiteX44" fmla="*/ 242888 w 940118"/>
                    <a:gd name="connsiteY44" fmla="*/ 241935 h 1580197"/>
                    <a:gd name="connsiteX45" fmla="*/ 287315 w 940118"/>
                    <a:gd name="connsiteY45" fmla="*/ 198453 h 1580197"/>
                    <a:gd name="connsiteX46" fmla="*/ 286702 w 940118"/>
                    <a:gd name="connsiteY46" fmla="*/ 198120 h 1580197"/>
                    <a:gd name="connsiteX47" fmla="*/ 359092 w 940118"/>
                    <a:gd name="connsiteY47" fmla="*/ 140970 h 1580197"/>
                    <a:gd name="connsiteX48" fmla="*/ 378434 w 940118"/>
                    <a:gd name="connsiteY48" fmla="*/ 151488 h 1580197"/>
                    <a:gd name="connsiteX49" fmla="*/ 378837 w 940118"/>
                    <a:gd name="connsiteY49" fmla="*/ 151226 h 1580197"/>
                    <a:gd name="connsiteX50" fmla="*/ 360045 w 940118"/>
                    <a:gd name="connsiteY50" fmla="*/ 140970 h 1580197"/>
                    <a:gd name="connsiteX51" fmla="*/ 486263 w 940118"/>
                    <a:gd name="connsiteY51" fmla="*/ 68845 h 1580197"/>
                    <a:gd name="connsiteX52" fmla="*/ 485775 w 940118"/>
                    <a:gd name="connsiteY52" fmla="*/ 68580 h 1580197"/>
                    <a:gd name="connsiteX53" fmla="*/ 572452 w 940118"/>
                    <a:gd name="connsiteY53" fmla="*/ 32385 h 1580197"/>
                    <a:gd name="connsiteX54" fmla="*/ 595123 w 940118"/>
                    <a:gd name="connsiteY54" fmla="*/ 44713 h 1580197"/>
                    <a:gd name="connsiteX55" fmla="*/ 595672 w 940118"/>
                    <a:gd name="connsiteY55" fmla="*/ 44538 h 1580197"/>
                    <a:gd name="connsiteX56" fmla="*/ 573405 w 940118"/>
                    <a:gd name="connsiteY56" fmla="*/ 32385 h 1580197"/>
                    <a:gd name="connsiteX57" fmla="*/ 679133 w 940118"/>
                    <a:gd name="connsiteY57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747299 w 940118"/>
                    <a:gd name="connsiteY6" fmla="*/ 210278 h 1580197"/>
                    <a:gd name="connsiteX7" fmla="*/ 747713 w 940118"/>
                    <a:gd name="connsiteY7" fmla="*/ 210503 h 1580197"/>
                    <a:gd name="connsiteX8" fmla="*/ 620078 w 940118"/>
                    <a:gd name="connsiteY8" fmla="*/ 282893 h 1580197"/>
                    <a:gd name="connsiteX9" fmla="*/ 620077 w 940118"/>
                    <a:gd name="connsiteY9" fmla="*/ 282893 h 1580197"/>
                    <a:gd name="connsiteX10" fmla="*/ 548076 w 940118"/>
                    <a:gd name="connsiteY10" fmla="*/ 339736 h 1580197"/>
                    <a:gd name="connsiteX11" fmla="*/ 548640 w 940118"/>
                    <a:gd name="connsiteY11" fmla="*/ 340043 h 1580197"/>
                    <a:gd name="connsiteX12" fmla="*/ 503873 w 940118"/>
                    <a:gd name="connsiteY12" fmla="*/ 383858 h 1580197"/>
                    <a:gd name="connsiteX13" fmla="*/ 488633 w 940118"/>
                    <a:gd name="connsiteY13" fmla="*/ 399098 h 1580197"/>
                    <a:gd name="connsiteX14" fmla="*/ 488633 w 940118"/>
                    <a:gd name="connsiteY14" fmla="*/ 400050 h 1580197"/>
                    <a:gd name="connsiteX15" fmla="*/ 422910 w 940118"/>
                    <a:gd name="connsiteY15" fmla="*/ 482918 h 1580197"/>
                    <a:gd name="connsiteX16" fmla="*/ 422910 w 940118"/>
                    <a:gd name="connsiteY16" fmla="*/ 483870 h 1580197"/>
                    <a:gd name="connsiteX17" fmla="*/ 367665 w 940118"/>
                    <a:gd name="connsiteY17" fmla="*/ 572453 h 1580197"/>
                    <a:gd name="connsiteX18" fmla="*/ 368618 w 940118"/>
                    <a:gd name="connsiteY18" fmla="*/ 573405 h 1580197"/>
                    <a:gd name="connsiteX19" fmla="*/ 317183 w 940118"/>
                    <a:gd name="connsiteY19" fmla="*/ 684847 h 1580197"/>
                    <a:gd name="connsiteX20" fmla="*/ 305241 w 940118"/>
                    <a:gd name="connsiteY20" fmla="*/ 678329 h 1580197"/>
                    <a:gd name="connsiteX21" fmla="*/ 305235 w 940118"/>
                    <a:gd name="connsiteY21" fmla="*/ 678350 h 1580197"/>
                    <a:gd name="connsiteX22" fmla="*/ 317183 w 940118"/>
                    <a:gd name="connsiteY22" fmla="*/ 684847 h 1580197"/>
                    <a:gd name="connsiteX23" fmla="*/ 260985 w 940118"/>
                    <a:gd name="connsiteY23" fmla="*/ 1014413 h 1580197"/>
                    <a:gd name="connsiteX24" fmla="*/ 342900 w 940118"/>
                    <a:gd name="connsiteY24" fmla="*/ 1373505 h 1580197"/>
                    <a:gd name="connsiteX25" fmla="*/ 546735 w 940118"/>
                    <a:gd name="connsiteY25" fmla="*/ 1580197 h 1580197"/>
                    <a:gd name="connsiteX26" fmla="*/ 285750 w 940118"/>
                    <a:gd name="connsiteY26" fmla="*/ 1438275 h 1580197"/>
                    <a:gd name="connsiteX27" fmla="*/ 81915 w 940118"/>
                    <a:gd name="connsiteY27" fmla="*/ 1231583 h 1580197"/>
                    <a:gd name="connsiteX28" fmla="*/ 0 w 940118"/>
                    <a:gd name="connsiteY28" fmla="*/ 872490 h 1580197"/>
                    <a:gd name="connsiteX29" fmla="*/ 56197 w 940118"/>
                    <a:gd name="connsiteY29" fmla="*/ 542925 h 1580197"/>
                    <a:gd name="connsiteX30" fmla="*/ 62441 w 940118"/>
                    <a:gd name="connsiteY30" fmla="*/ 546321 h 1580197"/>
                    <a:gd name="connsiteX31" fmla="*/ 62617 w 940118"/>
                    <a:gd name="connsiteY31" fmla="*/ 545909 h 1580197"/>
                    <a:gd name="connsiteX32" fmla="*/ 57150 w 940118"/>
                    <a:gd name="connsiteY32" fmla="*/ 542925 h 1580197"/>
                    <a:gd name="connsiteX33" fmla="*/ 107444 w 940118"/>
                    <a:gd name="connsiteY33" fmla="*/ 431896 h 1580197"/>
                    <a:gd name="connsiteX34" fmla="*/ 106680 w 940118"/>
                    <a:gd name="connsiteY34" fmla="*/ 431483 h 1580197"/>
                    <a:gd name="connsiteX35" fmla="*/ 161925 w 940118"/>
                    <a:gd name="connsiteY35" fmla="*/ 341948 h 1580197"/>
                    <a:gd name="connsiteX36" fmla="*/ 171758 w 940118"/>
                    <a:gd name="connsiteY36" fmla="*/ 347295 h 1580197"/>
                    <a:gd name="connsiteX37" fmla="*/ 171778 w 940118"/>
                    <a:gd name="connsiteY37" fmla="*/ 347270 h 1580197"/>
                    <a:gd name="connsiteX38" fmla="*/ 161925 w 940118"/>
                    <a:gd name="connsiteY38" fmla="*/ 341948 h 1580197"/>
                    <a:gd name="connsiteX39" fmla="*/ 227648 w 940118"/>
                    <a:gd name="connsiteY39" fmla="*/ 258128 h 1580197"/>
                    <a:gd name="connsiteX40" fmla="*/ 239906 w 940118"/>
                    <a:gd name="connsiteY40" fmla="*/ 264794 h 1580197"/>
                    <a:gd name="connsiteX41" fmla="*/ 240267 w 940118"/>
                    <a:gd name="connsiteY41" fmla="*/ 264453 h 1580197"/>
                    <a:gd name="connsiteX42" fmla="*/ 228600 w 940118"/>
                    <a:gd name="connsiteY42" fmla="*/ 258128 h 1580197"/>
                    <a:gd name="connsiteX43" fmla="*/ 242888 w 940118"/>
                    <a:gd name="connsiteY43" fmla="*/ 241935 h 1580197"/>
                    <a:gd name="connsiteX44" fmla="*/ 287315 w 940118"/>
                    <a:gd name="connsiteY44" fmla="*/ 198453 h 1580197"/>
                    <a:gd name="connsiteX45" fmla="*/ 286702 w 940118"/>
                    <a:gd name="connsiteY45" fmla="*/ 198120 h 1580197"/>
                    <a:gd name="connsiteX46" fmla="*/ 359092 w 940118"/>
                    <a:gd name="connsiteY46" fmla="*/ 140970 h 1580197"/>
                    <a:gd name="connsiteX47" fmla="*/ 378434 w 940118"/>
                    <a:gd name="connsiteY47" fmla="*/ 151488 h 1580197"/>
                    <a:gd name="connsiteX48" fmla="*/ 378837 w 940118"/>
                    <a:gd name="connsiteY48" fmla="*/ 151226 h 1580197"/>
                    <a:gd name="connsiteX49" fmla="*/ 360045 w 940118"/>
                    <a:gd name="connsiteY49" fmla="*/ 140970 h 1580197"/>
                    <a:gd name="connsiteX50" fmla="*/ 486263 w 940118"/>
                    <a:gd name="connsiteY50" fmla="*/ 68845 h 1580197"/>
                    <a:gd name="connsiteX51" fmla="*/ 485775 w 940118"/>
                    <a:gd name="connsiteY51" fmla="*/ 68580 h 1580197"/>
                    <a:gd name="connsiteX52" fmla="*/ 572452 w 940118"/>
                    <a:gd name="connsiteY52" fmla="*/ 32385 h 1580197"/>
                    <a:gd name="connsiteX53" fmla="*/ 595123 w 940118"/>
                    <a:gd name="connsiteY53" fmla="*/ 44713 h 1580197"/>
                    <a:gd name="connsiteX54" fmla="*/ 595672 w 940118"/>
                    <a:gd name="connsiteY54" fmla="*/ 44538 h 1580197"/>
                    <a:gd name="connsiteX55" fmla="*/ 573405 w 940118"/>
                    <a:gd name="connsiteY55" fmla="*/ 32385 h 1580197"/>
                    <a:gd name="connsiteX56" fmla="*/ 679133 w 940118"/>
                    <a:gd name="connsiteY56" fmla="*/ 0 h 1580197"/>
                    <a:gd name="connsiteX0" fmla="*/ 832937 w 940118"/>
                    <a:gd name="connsiteY0" fmla="*/ 174035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679133 w 940118"/>
                    <a:gd name="connsiteY3" fmla="*/ 0 h 1580197"/>
                    <a:gd name="connsiteX4" fmla="*/ 940118 w 940118"/>
                    <a:gd name="connsiteY4" fmla="*/ 140970 h 1580197"/>
                    <a:gd name="connsiteX5" fmla="*/ 747299 w 940118"/>
                    <a:gd name="connsiteY5" fmla="*/ 210278 h 1580197"/>
                    <a:gd name="connsiteX6" fmla="*/ 747713 w 940118"/>
                    <a:gd name="connsiteY6" fmla="*/ 210503 h 1580197"/>
                    <a:gd name="connsiteX7" fmla="*/ 620078 w 940118"/>
                    <a:gd name="connsiteY7" fmla="*/ 282893 h 1580197"/>
                    <a:gd name="connsiteX8" fmla="*/ 620077 w 940118"/>
                    <a:gd name="connsiteY8" fmla="*/ 282893 h 1580197"/>
                    <a:gd name="connsiteX9" fmla="*/ 548076 w 940118"/>
                    <a:gd name="connsiteY9" fmla="*/ 339736 h 1580197"/>
                    <a:gd name="connsiteX10" fmla="*/ 548640 w 940118"/>
                    <a:gd name="connsiteY10" fmla="*/ 340043 h 1580197"/>
                    <a:gd name="connsiteX11" fmla="*/ 503873 w 940118"/>
                    <a:gd name="connsiteY11" fmla="*/ 383858 h 1580197"/>
                    <a:gd name="connsiteX12" fmla="*/ 488633 w 940118"/>
                    <a:gd name="connsiteY12" fmla="*/ 399098 h 1580197"/>
                    <a:gd name="connsiteX13" fmla="*/ 488633 w 940118"/>
                    <a:gd name="connsiteY13" fmla="*/ 400050 h 1580197"/>
                    <a:gd name="connsiteX14" fmla="*/ 422910 w 940118"/>
                    <a:gd name="connsiteY14" fmla="*/ 482918 h 1580197"/>
                    <a:gd name="connsiteX15" fmla="*/ 422910 w 940118"/>
                    <a:gd name="connsiteY15" fmla="*/ 483870 h 1580197"/>
                    <a:gd name="connsiteX16" fmla="*/ 367665 w 940118"/>
                    <a:gd name="connsiteY16" fmla="*/ 572453 h 1580197"/>
                    <a:gd name="connsiteX17" fmla="*/ 368618 w 940118"/>
                    <a:gd name="connsiteY17" fmla="*/ 573405 h 1580197"/>
                    <a:gd name="connsiteX18" fmla="*/ 317183 w 940118"/>
                    <a:gd name="connsiteY18" fmla="*/ 684847 h 1580197"/>
                    <a:gd name="connsiteX19" fmla="*/ 305241 w 940118"/>
                    <a:gd name="connsiteY19" fmla="*/ 678329 h 1580197"/>
                    <a:gd name="connsiteX20" fmla="*/ 305235 w 940118"/>
                    <a:gd name="connsiteY20" fmla="*/ 678350 h 1580197"/>
                    <a:gd name="connsiteX21" fmla="*/ 317183 w 940118"/>
                    <a:gd name="connsiteY21" fmla="*/ 684847 h 1580197"/>
                    <a:gd name="connsiteX22" fmla="*/ 260985 w 940118"/>
                    <a:gd name="connsiteY22" fmla="*/ 1014413 h 1580197"/>
                    <a:gd name="connsiteX23" fmla="*/ 342900 w 940118"/>
                    <a:gd name="connsiteY23" fmla="*/ 1373505 h 1580197"/>
                    <a:gd name="connsiteX24" fmla="*/ 546735 w 940118"/>
                    <a:gd name="connsiteY24" fmla="*/ 1580197 h 1580197"/>
                    <a:gd name="connsiteX25" fmla="*/ 285750 w 940118"/>
                    <a:gd name="connsiteY25" fmla="*/ 1438275 h 1580197"/>
                    <a:gd name="connsiteX26" fmla="*/ 81915 w 940118"/>
                    <a:gd name="connsiteY26" fmla="*/ 1231583 h 1580197"/>
                    <a:gd name="connsiteX27" fmla="*/ 0 w 940118"/>
                    <a:gd name="connsiteY27" fmla="*/ 872490 h 1580197"/>
                    <a:gd name="connsiteX28" fmla="*/ 56197 w 940118"/>
                    <a:gd name="connsiteY28" fmla="*/ 542925 h 1580197"/>
                    <a:gd name="connsiteX29" fmla="*/ 62441 w 940118"/>
                    <a:gd name="connsiteY29" fmla="*/ 546321 h 1580197"/>
                    <a:gd name="connsiteX30" fmla="*/ 62617 w 940118"/>
                    <a:gd name="connsiteY30" fmla="*/ 545909 h 1580197"/>
                    <a:gd name="connsiteX31" fmla="*/ 57150 w 940118"/>
                    <a:gd name="connsiteY31" fmla="*/ 542925 h 1580197"/>
                    <a:gd name="connsiteX32" fmla="*/ 107444 w 940118"/>
                    <a:gd name="connsiteY32" fmla="*/ 431896 h 1580197"/>
                    <a:gd name="connsiteX33" fmla="*/ 106680 w 940118"/>
                    <a:gd name="connsiteY33" fmla="*/ 431483 h 1580197"/>
                    <a:gd name="connsiteX34" fmla="*/ 161925 w 940118"/>
                    <a:gd name="connsiteY34" fmla="*/ 341948 h 1580197"/>
                    <a:gd name="connsiteX35" fmla="*/ 171758 w 940118"/>
                    <a:gd name="connsiteY35" fmla="*/ 347295 h 1580197"/>
                    <a:gd name="connsiteX36" fmla="*/ 171778 w 940118"/>
                    <a:gd name="connsiteY36" fmla="*/ 347270 h 1580197"/>
                    <a:gd name="connsiteX37" fmla="*/ 161925 w 940118"/>
                    <a:gd name="connsiteY37" fmla="*/ 341948 h 1580197"/>
                    <a:gd name="connsiteX38" fmla="*/ 227648 w 940118"/>
                    <a:gd name="connsiteY38" fmla="*/ 258128 h 1580197"/>
                    <a:gd name="connsiteX39" fmla="*/ 239906 w 940118"/>
                    <a:gd name="connsiteY39" fmla="*/ 264794 h 1580197"/>
                    <a:gd name="connsiteX40" fmla="*/ 240267 w 940118"/>
                    <a:gd name="connsiteY40" fmla="*/ 264453 h 1580197"/>
                    <a:gd name="connsiteX41" fmla="*/ 228600 w 940118"/>
                    <a:gd name="connsiteY41" fmla="*/ 258128 h 1580197"/>
                    <a:gd name="connsiteX42" fmla="*/ 242888 w 940118"/>
                    <a:gd name="connsiteY42" fmla="*/ 241935 h 1580197"/>
                    <a:gd name="connsiteX43" fmla="*/ 287315 w 940118"/>
                    <a:gd name="connsiteY43" fmla="*/ 198453 h 1580197"/>
                    <a:gd name="connsiteX44" fmla="*/ 286702 w 940118"/>
                    <a:gd name="connsiteY44" fmla="*/ 198120 h 1580197"/>
                    <a:gd name="connsiteX45" fmla="*/ 359092 w 940118"/>
                    <a:gd name="connsiteY45" fmla="*/ 140970 h 1580197"/>
                    <a:gd name="connsiteX46" fmla="*/ 378434 w 940118"/>
                    <a:gd name="connsiteY46" fmla="*/ 151488 h 1580197"/>
                    <a:gd name="connsiteX47" fmla="*/ 378837 w 940118"/>
                    <a:gd name="connsiteY47" fmla="*/ 151226 h 1580197"/>
                    <a:gd name="connsiteX48" fmla="*/ 360045 w 940118"/>
                    <a:gd name="connsiteY48" fmla="*/ 140970 h 1580197"/>
                    <a:gd name="connsiteX49" fmla="*/ 486263 w 940118"/>
                    <a:gd name="connsiteY49" fmla="*/ 68845 h 1580197"/>
                    <a:gd name="connsiteX50" fmla="*/ 485775 w 940118"/>
                    <a:gd name="connsiteY50" fmla="*/ 68580 h 1580197"/>
                    <a:gd name="connsiteX51" fmla="*/ 572452 w 940118"/>
                    <a:gd name="connsiteY51" fmla="*/ 32385 h 1580197"/>
                    <a:gd name="connsiteX52" fmla="*/ 595123 w 940118"/>
                    <a:gd name="connsiteY52" fmla="*/ 44713 h 1580197"/>
                    <a:gd name="connsiteX53" fmla="*/ 595672 w 940118"/>
                    <a:gd name="connsiteY53" fmla="*/ 44538 h 1580197"/>
                    <a:gd name="connsiteX54" fmla="*/ 573405 w 940118"/>
                    <a:gd name="connsiteY54" fmla="*/ 32385 h 1580197"/>
                    <a:gd name="connsiteX55" fmla="*/ 679133 w 940118"/>
                    <a:gd name="connsiteY55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42888 w 940118"/>
                    <a:gd name="connsiteY39" fmla="*/ 241935 h 1580197"/>
                    <a:gd name="connsiteX40" fmla="*/ 287315 w 940118"/>
                    <a:gd name="connsiteY40" fmla="*/ 198453 h 1580197"/>
                    <a:gd name="connsiteX41" fmla="*/ 286702 w 940118"/>
                    <a:gd name="connsiteY41" fmla="*/ 198120 h 1580197"/>
                    <a:gd name="connsiteX42" fmla="*/ 359092 w 940118"/>
                    <a:gd name="connsiteY42" fmla="*/ 140970 h 1580197"/>
                    <a:gd name="connsiteX43" fmla="*/ 378434 w 940118"/>
                    <a:gd name="connsiteY43" fmla="*/ 151488 h 1580197"/>
                    <a:gd name="connsiteX44" fmla="*/ 378837 w 940118"/>
                    <a:gd name="connsiteY44" fmla="*/ 151226 h 1580197"/>
                    <a:gd name="connsiteX45" fmla="*/ 360045 w 940118"/>
                    <a:gd name="connsiteY45" fmla="*/ 140970 h 1580197"/>
                    <a:gd name="connsiteX46" fmla="*/ 486263 w 940118"/>
                    <a:gd name="connsiteY46" fmla="*/ 68845 h 1580197"/>
                    <a:gd name="connsiteX47" fmla="*/ 485775 w 940118"/>
                    <a:gd name="connsiteY47" fmla="*/ 68580 h 1580197"/>
                    <a:gd name="connsiteX48" fmla="*/ 572452 w 940118"/>
                    <a:gd name="connsiteY48" fmla="*/ 32385 h 1580197"/>
                    <a:gd name="connsiteX49" fmla="*/ 595123 w 940118"/>
                    <a:gd name="connsiteY49" fmla="*/ 44713 h 1580197"/>
                    <a:gd name="connsiteX50" fmla="*/ 595672 w 940118"/>
                    <a:gd name="connsiteY50" fmla="*/ 44538 h 1580197"/>
                    <a:gd name="connsiteX51" fmla="*/ 573405 w 940118"/>
                    <a:gd name="connsiteY51" fmla="*/ 32385 h 1580197"/>
                    <a:gd name="connsiteX52" fmla="*/ 679133 w 940118"/>
                    <a:gd name="connsiteY52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42888 w 940118"/>
                    <a:gd name="connsiteY39" fmla="*/ 241935 h 1580197"/>
                    <a:gd name="connsiteX40" fmla="*/ 287315 w 940118"/>
                    <a:gd name="connsiteY40" fmla="*/ 198453 h 1580197"/>
                    <a:gd name="connsiteX41" fmla="*/ 286702 w 940118"/>
                    <a:gd name="connsiteY41" fmla="*/ 198120 h 1580197"/>
                    <a:gd name="connsiteX42" fmla="*/ 359092 w 940118"/>
                    <a:gd name="connsiteY42" fmla="*/ 140970 h 1580197"/>
                    <a:gd name="connsiteX43" fmla="*/ 378434 w 940118"/>
                    <a:gd name="connsiteY43" fmla="*/ 151488 h 1580197"/>
                    <a:gd name="connsiteX44" fmla="*/ 378837 w 940118"/>
                    <a:gd name="connsiteY44" fmla="*/ 151226 h 1580197"/>
                    <a:gd name="connsiteX45" fmla="*/ 360045 w 940118"/>
                    <a:gd name="connsiteY45" fmla="*/ 140970 h 1580197"/>
                    <a:gd name="connsiteX46" fmla="*/ 486263 w 940118"/>
                    <a:gd name="connsiteY46" fmla="*/ 68845 h 1580197"/>
                    <a:gd name="connsiteX47" fmla="*/ 485775 w 940118"/>
                    <a:gd name="connsiteY47" fmla="*/ 68580 h 1580197"/>
                    <a:gd name="connsiteX48" fmla="*/ 572452 w 940118"/>
                    <a:gd name="connsiteY48" fmla="*/ 32385 h 1580197"/>
                    <a:gd name="connsiteX49" fmla="*/ 595123 w 940118"/>
                    <a:gd name="connsiteY49" fmla="*/ 44713 h 1580197"/>
                    <a:gd name="connsiteX50" fmla="*/ 573405 w 940118"/>
                    <a:gd name="connsiteY50" fmla="*/ 32385 h 1580197"/>
                    <a:gd name="connsiteX51" fmla="*/ 679133 w 940118"/>
                    <a:gd name="connsiteY51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42888 w 940118"/>
                    <a:gd name="connsiteY39" fmla="*/ 241935 h 1580197"/>
                    <a:gd name="connsiteX40" fmla="*/ 287315 w 940118"/>
                    <a:gd name="connsiteY40" fmla="*/ 198453 h 1580197"/>
                    <a:gd name="connsiteX41" fmla="*/ 286702 w 940118"/>
                    <a:gd name="connsiteY41" fmla="*/ 198120 h 1580197"/>
                    <a:gd name="connsiteX42" fmla="*/ 359092 w 940118"/>
                    <a:gd name="connsiteY42" fmla="*/ 140970 h 1580197"/>
                    <a:gd name="connsiteX43" fmla="*/ 378434 w 940118"/>
                    <a:gd name="connsiteY43" fmla="*/ 151488 h 1580197"/>
                    <a:gd name="connsiteX44" fmla="*/ 378837 w 940118"/>
                    <a:gd name="connsiteY44" fmla="*/ 151226 h 1580197"/>
                    <a:gd name="connsiteX45" fmla="*/ 486263 w 940118"/>
                    <a:gd name="connsiteY45" fmla="*/ 68845 h 1580197"/>
                    <a:gd name="connsiteX46" fmla="*/ 485775 w 940118"/>
                    <a:gd name="connsiteY46" fmla="*/ 68580 h 1580197"/>
                    <a:gd name="connsiteX47" fmla="*/ 572452 w 940118"/>
                    <a:gd name="connsiteY47" fmla="*/ 32385 h 1580197"/>
                    <a:gd name="connsiteX48" fmla="*/ 595123 w 940118"/>
                    <a:gd name="connsiteY48" fmla="*/ 44713 h 1580197"/>
                    <a:gd name="connsiteX49" fmla="*/ 573405 w 940118"/>
                    <a:gd name="connsiteY49" fmla="*/ 32385 h 1580197"/>
                    <a:gd name="connsiteX50" fmla="*/ 679133 w 940118"/>
                    <a:gd name="connsiteY50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42888 w 940118"/>
                    <a:gd name="connsiteY39" fmla="*/ 241935 h 1580197"/>
                    <a:gd name="connsiteX40" fmla="*/ 287315 w 940118"/>
                    <a:gd name="connsiteY40" fmla="*/ 198453 h 1580197"/>
                    <a:gd name="connsiteX41" fmla="*/ 286702 w 940118"/>
                    <a:gd name="connsiteY41" fmla="*/ 198120 h 1580197"/>
                    <a:gd name="connsiteX42" fmla="*/ 359092 w 940118"/>
                    <a:gd name="connsiteY42" fmla="*/ 140970 h 1580197"/>
                    <a:gd name="connsiteX43" fmla="*/ 378434 w 940118"/>
                    <a:gd name="connsiteY43" fmla="*/ 151488 h 1580197"/>
                    <a:gd name="connsiteX44" fmla="*/ 486263 w 940118"/>
                    <a:gd name="connsiteY44" fmla="*/ 68845 h 1580197"/>
                    <a:gd name="connsiteX45" fmla="*/ 485775 w 940118"/>
                    <a:gd name="connsiteY45" fmla="*/ 68580 h 1580197"/>
                    <a:gd name="connsiteX46" fmla="*/ 572452 w 940118"/>
                    <a:gd name="connsiteY46" fmla="*/ 32385 h 1580197"/>
                    <a:gd name="connsiteX47" fmla="*/ 595123 w 940118"/>
                    <a:gd name="connsiteY47" fmla="*/ 44713 h 1580197"/>
                    <a:gd name="connsiteX48" fmla="*/ 573405 w 940118"/>
                    <a:gd name="connsiteY48" fmla="*/ 32385 h 1580197"/>
                    <a:gd name="connsiteX49" fmla="*/ 679133 w 940118"/>
                    <a:gd name="connsiteY49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42888 w 940118"/>
                    <a:gd name="connsiteY39" fmla="*/ 241935 h 1580197"/>
                    <a:gd name="connsiteX40" fmla="*/ 287315 w 940118"/>
                    <a:gd name="connsiteY40" fmla="*/ 198453 h 1580197"/>
                    <a:gd name="connsiteX41" fmla="*/ 286702 w 940118"/>
                    <a:gd name="connsiteY41" fmla="*/ 198120 h 1580197"/>
                    <a:gd name="connsiteX42" fmla="*/ 359092 w 940118"/>
                    <a:gd name="connsiteY42" fmla="*/ 140970 h 1580197"/>
                    <a:gd name="connsiteX43" fmla="*/ 486263 w 940118"/>
                    <a:gd name="connsiteY43" fmla="*/ 68845 h 1580197"/>
                    <a:gd name="connsiteX44" fmla="*/ 485775 w 940118"/>
                    <a:gd name="connsiteY44" fmla="*/ 68580 h 1580197"/>
                    <a:gd name="connsiteX45" fmla="*/ 572452 w 940118"/>
                    <a:gd name="connsiteY45" fmla="*/ 32385 h 1580197"/>
                    <a:gd name="connsiteX46" fmla="*/ 595123 w 940118"/>
                    <a:gd name="connsiteY46" fmla="*/ 44713 h 1580197"/>
                    <a:gd name="connsiteX47" fmla="*/ 573405 w 940118"/>
                    <a:gd name="connsiteY47" fmla="*/ 32385 h 1580197"/>
                    <a:gd name="connsiteX48" fmla="*/ 679133 w 940118"/>
                    <a:gd name="connsiteY48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87315 w 940118"/>
                    <a:gd name="connsiteY39" fmla="*/ 198453 h 1580197"/>
                    <a:gd name="connsiteX40" fmla="*/ 286702 w 940118"/>
                    <a:gd name="connsiteY40" fmla="*/ 198120 h 1580197"/>
                    <a:gd name="connsiteX41" fmla="*/ 359092 w 940118"/>
                    <a:gd name="connsiteY41" fmla="*/ 140970 h 1580197"/>
                    <a:gd name="connsiteX42" fmla="*/ 486263 w 940118"/>
                    <a:gd name="connsiteY42" fmla="*/ 68845 h 1580197"/>
                    <a:gd name="connsiteX43" fmla="*/ 485775 w 940118"/>
                    <a:gd name="connsiteY43" fmla="*/ 68580 h 1580197"/>
                    <a:gd name="connsiteX44" fmla="*/ 572452 w 940118"/>
                    <a:gd name="connsiteY44" fmla="*/ 32385 h 1580197"/>
                    <a:gd name="connsiteX45" fmla="*/ 595123 w 940118"/>
                    <a:gd name="connsiteY45" fmla="*/ 44713 h 1580197"/>
                    <a:gd name="connsiteX46" fmla="*/ 573405 w 940118"/>
                    <a:gd name="connsiteY46" fmla="*/ 32385 h 1580197"/>
                    <a:gd name="connsiteX47" fmla="*/ 679133 w 940118"/>
                    <a:gd name="connsiteY47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28600 w 940118"/>
                    <a:gd name="connsiteY37" fmla="*/ 258128 h 1580197"/>
                    <a:gd name="connsiteX38" fmla="*/ 287315 w 940118"/>
                    <a:gd name="connsiteY38" fmla="*/ 198453 h 1580197"/>
                    <a:gd name="connsiteX39" fmla="*/ 286702 w 940118"/>
                    <a:gd name="connsiteY39" fmla="*/ 198120 h 1580197"/>
                    <a:gd name="connsiteX40" fmla="*/ 359092 w 940118"/>
                    <a:gd name="connsiteY40" fmla="*/ 140970 h 1580197"/>
                    <a:gd name="connsiteX41" fmla="*/ 486263 w 940118"/>
                    <a:gd name="connsiteY41" fmla="*/ 68845 h 1580197"/>
                    <a:gd name="connsiteX42" fmla="*/ 485775 w 940118"/>
                    <a:gd name="connsiteY42" fmla="*/ 68580 h 1580197"/>
                    <a:gd name="connsiteX43" fmla="*/ 572452 w 940118"/>
                    <a:gd name="connsiteY43" fmla="*/ 32385 h 1580197"/>
                    <a:gd name="connsiteX44" fmla="*/ 595123 w 940118"/>
                    <a:gd name="connsiteY44" fmla="*/ 44713 h 1580197"/>
                    <a:gd name="connsiteX45" fmla="*/ 573405 w 940118"/>
                    <a:gd name="connsiteY45" fmla="*/ 32385 h 1580197"/>
                    <a:gd name="connsiteX46" fmla="*/ 679133 w 940118"/>
                    <a:gd name="connsiteY46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87315 w 940118"/>
                    <a:gd name="connsiteY37" fmla="*/ 198453 h 1580197"/>
                    <a:gd name="connsiteX38" fmla="*/ 286702 w 940118"/>
                    <a:gd name="connsiteY38" fmla="*/ 198120 h 1580197"/>
                    <a:gd name="connsiteX39" fmla="*/ 359092 w 940118"/>
                    <a:gd name="connsiteY39" fmla="*/ 140970 h 1580197"/>
                    <a:gd name="connsiteX40" fmla="*/ 486263 w 940118"/>
                    <a:gd name="connsiteY40" fmla="*/ 68845 h 1580197"/>
                    <a:gd name="connsiteX41" fmla="*/ 485775 w 940118"/>
                    <a:gd name="connsiteY41" fmla="*/ 68580 h 1580197"/>
                    <a:gd name="connsiteX42" fmla="*/ 572452 w 940118"/>
                    <a:gd name="connsiteY42" fmla="*/ 32385 h 1580197"/>
                    <a:gd name="connsiteX43" fmla="*/ 595123 w 940118"/>
                    <a:gd name="connsiteY43" fmla="*/ 44713 h 1580197"/>
                    <a:gd name="connsiteX44" fmla="*/ 573405 w 940118"/>
                    <a:gd name="connsiteY44" fmla="*/ 32385 h 1580197"/>
                    <a:gd name="connsiteX45" fmla="*/ 679133 w 940118"/>
                    <a:gd name="connsiteY45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87315 w 940118"/>
                    <a:gd name="connsiteY36" fmla="*/ 198453 h 1580197"/>
                    <a:gd name="connsiteX37" fmla="*/ 286702 w 940118"/>
                    <a:gd name="connsiteY37" fmla="*/ 198120 h 1580197"/>
                    <a:gd name="connsiteX38" fmla="*/ 359092 w 940118"/>
                    <a:gd name="connsiteY38" fmla="*/ 140970 h 1580197"/>
                    <a:gd name="connsiteX39" fmla="*/ 486263 w 940118"/>
                    <a:gd name="connsiteY39" fmla="*/ 68845 h 1580197"/>
                    <a:gd name="connsiteX40" fmla="*/ 485775 w 940118"/>
                    <a:gd name="connsiteY40" fmla="*/ 68580 h 1580197"/>
                    <a:gd name="connsiteX41" fmla="*/ 572452 w 940118"/>
                    <a:gd name="connsiteY41" fmla="*/ 32385 h 1580197"/>
                    <a:gd name="connsiteX42" fmla="*/ 595123 w 940118"/>
                    <a:gd name="connsiteY42" fmla="*/ 44713 h 1580197"/>
                    <a:gd name="connsiteX43" fmla="*/ 573405 w 940118"/>
                    <a:gd name="connsiteY43" fmla="*/ 32385 h 1580197"/>
                    <a:gd name="connsiteX44" fmla="*/ 679133 w 940118"/>
                    <a:gd name="connsiteY44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61925 w 940118"/>
                    <a:gd name="connsiteY33" fmla="*/ 341948 h 1580197"/>
                    <a:gd name="connsiteX34" fmla="*/ 227648 w 940118"/>
                    <a:gd name="connsiteY34" fmla="*/ 258128 h 1580197"/>
                    <a:gd name="connsiteX35" fmla="*/ 287315 w 940118"/>
                    <a:gd name="connsiteY35" fmla="*/ 198453 h 1580197"/>
                    <a:gd name="connsiteX36" fmla="*/ 286702 w 940118"/>
                    <a:gd name="connsiteY36" fmla="*/ 198120 h 1580197"/>
                    <a:gd name="connsiteX37" fmla="*/ 359092 w 940118"/>
                    <a:gd name="connsiteY37" fmla="*/ 140970 h 1580197"/>
                    <a:gd name="connsiteX38" fmla="*/ 486263 w 940118"/>
                    <a:gd name="connsiteY38" fmla="*/ 68845 h 1580197"/>
                    <a:gd name="connsiteX39" fmla="*/ 485775 w 940118"/>
                    <a:gd name="connsiteY39" fmla="*/ 68580 h 1580197"/>
                    <a:gd name="connsiteX40" fmla="*/ 572452 w 940118"/>
                    <a:gd name="connsiteY40" fmla="*/ 32385 h 1580197"/>
                    <a:gd name="connsiteX41" fmla="*/ 595123 w 940118"/>
                    <a:gd name="connsiteY41" fmla="*/ 44713 h 1580197"/>
                    <a:gd name="connsiteX42" fmla="*/ 573405 w 940118"/>
                    <a:gd name="connsiteY42" fmla="*/ 32385 h 1580197"/>
                    <a:gd name="connsiteX43" fmla="*/ 679133 w 940118"/>
                    <a:gd name="connsiteY43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227648 w 940118"/>
                    <a:gd name="connsiteY33" fmla="*/ 258128 h 1580197"/>
                    <a:gd name="connsiteX34" fmla="*/ 287315 w 940118"/>
                    <a:gd name="connsiteY34" fmla="*/ 198453 h 1580197"/>
                    <a:gd name="connsiteX35" fmla="*/ 286702 w 940118"/>
                    <a:gd name="connsiteY35" fmla="*/ 198120 h 1580197"/>
                    <a:gd name="connsiteX36" fmla="*/ 359092 w 940118"/>
                    <a:gd name="connsiteY36" fmla="*/ 140970 h 1580197"/>
                    <a:gd name="connsiteX37" fmla="*/ 486263 w 940118"/>
                    <a:gd name="connsiteY37" fmla="*/ 68845 h 1580197"/>
                    <a:gd name="connsiteX38" fmla="*/ 485775 w 940118"/>
                    <a:gd name="connsiteY38" fmla="*/ 68580 h 1580197"/>
                    <a:gd name="connsiteX39" fmla="*/ 572452 w 940118"/>
                    <a:gd name="connsiteY39" fmla="*/ 32385 h 1580197"/>
                    <a:gd name="connsiteX40" fmla="*/ 595123 w 940118"/>
                    <a:gd name="connsiteY40" fmla="*/ 44713 h 1580197"/>
                    <a:gd name="connsiteX41" fmla="*/ 573405 w 940118"/>
                    <a:gd name="connsiteY41" fmla="*/ 32385 h 1580197"/>
                    <a:gd name="connsiteX42" fmla="*/ 679133 w 940118"/>
                    <a:gd name="connsiteY42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227648 w 940118"/>
                    <a:gd name="connsiteY32" fmla="*/ 258128 h 1580197"/>
                    <a:gd name="connsiteX33" fmla="*/ 287315 w 940118"/>
                    <a:gd name="connsiteY33" fmla="*/ 198453 h 1580197"/>
                    <a:gd name="connsiteX34" fmla="*/ 286702 w 940118"/>
                    <a:gd name="connsiteY34" fmla="*/ 198120 h 1580197"/>
                    <a:gd name="connsiteX35" fmla="*/ 359092 w 940118"/>
                    <a:gd name="connsiteY35" fmla="*/ 140970 h 1580197"/>
                    <a:gd name="connsiteX36" fmla="*/ 486263 w 940118"/>
                    <a:gd name="connsiteY36" fmla="*/ 68845 h 1580197"/>
                    <a:gd name="connsiteX37" fmla="*/ 485775 w 940118"/>
                    <a:gd name="connsiteY37" fmla="*/ 68580 h 1580197"/>
                    <a:gd name="connsiteX38" fmla="*/ 572452 w 940118"/>
                    <a:gd name="connsiteY38" fmla="*/ 32385 h 1580197"/>
                    <a:gd name="connsiteX39" fmla="*/ 595123 w 940118"/>
                    <a:gd name="connsiteY39" fmla="*/ 44713 h 1580197"/>
                    <a:gd name="connsiteX40" fmla="*/ 573405 w 940118"/>
                    <a:gd name="connsiteY40" fmla="*/ 32385 h 1580197"/>
                    <a:gd name="connsiteX41" fmla="*/ 679133 w 940118"/>
                    <a:gd name="connsiteY41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227648 w 940118"/>
                    <a:gd name="connsiteY31" fmla="*/ 258128 h 1580197"/>
                    <a:gd name="connsiteX32" fmla="*/ 287315 w 940118"/>
                    <a:gd name="connsiteY32" fmla="*/ 198453 h 1580197"/>
                    <a:gd name="connsiteX33" fmla="*/ 286702 w 940118"/>
                    <a:gd name="connsiteY33" fmla="*/ 198120 h 1580197"/>
                    <a:gd name="connsiteX34" fmla="*/ 359092 w 940118"/>
                    <a:gd name="connsiteY34" fmla="*/ 140970 h 1580197"/>
                    <a:gd name="connsiteX35" fmla="*/ 486263 w 940118"/>
                    <a:gd name="connsiteY35" fmla="*/ 68845 h 1580197"/>
                    <a:gd name="connsiteX36" fmla="*/ 485775 w 940118"/>
                    <a:gd name="connsiteY36" fmla="*/ 68580 h 1580197"/>
                    <a:gd name="connsiteX37" fmla="*/ 572452 w 940118"/>
                    <a:gd name="connsiteY37" fmla="*/ 32385 h 1580197"/>
                    <a:gd name="connsiteX38" fmla="*/ 595123 w 940118"/>
                    <a:gd name="connsiteY38" fmla="*/ 44713 h 1580197"/>
                    <a:gd name="connsiteX39" fmla="*/ 573405 w 940118"/>
                    <a:gd name="connsiteY39" fmla="*/ 32385 h 1580197"/>
                    <a:gd name="connsiteX40" fmla="*/ 679133 w 940118"/>
                    <a:gd name="connsiteY40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227648 w 940118"/>
                    <a:gd name="connsiteY31" fmla="*/ 258128 h 1580197"/>
                    <a:gd name="connsiteX32" fmla="*/ 287315 w 940118"/>
                    <a:gd name="connsiteY32" fmla="*/ 198453 h 1580197"/>
                    <a:gd name="connsiteX33" fmla="*/ 359092 w 940118"/>
                    <a:gd name="connsiteY33" fmla="*/ 140970 h 1580197"/>
                    <a:gd name="connsiteX34" fmla="*/ 486263 w 940118"/>
                    <a:gd name="connsiteY34" fmla="*/ 68845 h 1580197"/>
                    <a:gd name="connsiteX35" fmla="*/ 485775 w 940118"/>
                    <a:gd name="connsiteY35" fmla="*/ 68580 h 1580197"/>
                    <a:gd name="connsiteX36" fmla="*/ 572452 w 940118"/>
                    <a:gd name="connsiteY36" fmla="*/ 32385 h 1580197"/>
                    <a:gd name="connsiteX37" fmla="*/ 595123 w 940118"/>
                    <a:gd name="connsiteY37" fmla="*/ 44713 h 1580197"/>
                    <a:gd name="connsiteX38" fmla="*/ 573405 w 940118"/>
                    <a:gd name="connsiteY38" fmla="*/ 32385 h 1580197"/>
                    <a:gd name="connsiteX39" fmla="*/ 679133 w 940118"/>
                    <a:gd name="connsiteY39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227648 w 940118"/>
                    <a:gd name="connsiteY31" fmla="*/ 258128 h 1580197"/>
                    <a:gd name="connsiteX32" fmla="*/ 287315 w 940118"/>
                    <a:gd name="connsiteY32" fmla="*/ 198453 h 1580197"/>
                    <a:gd name="connsiteX33" fmla="*/ 359092 w 940118"/>
                    <a:gd name="connsiteY33" fmla="*/ 140970 h 1580197"/>
                    <a:gd name="connsiteX34" fmla="*/ 486263 w 940118"/>
                    <a:gd name="connsiteY34" fmla="*/ 68845 h 1580197"/>
                    <a:gd name="connsiteX35" fmla="*/ 485775 w 940118"/>
                    <a:gd name="connsiteY35" fmla="*/ 68580 h 1580197"/>
                    <a:gd name="connsiteX36" fmla="*/ 572452 w 940118"/>
                    <a:gd name="connsiteY36" fmla="*/ 32385 h 1580197"/>
                    <a:gd name="connsiteX37" fmla="*/ 573405 w 940118"/>
                    <a:gd name="connsiteY37" fmla="*/ 32385 h 1580197"/>
                    <a:gd name="connsiteX38" fmla="*/ 679133 w 940118"/>
                    <a:gd name="connsiteY38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488633 w 940118"/>
                    <a:gd name="connsiteY8" fmla="*/ 399098 h 1580197"/>
                    <a:gd name="connsiteX9" fmla="*/ 488633 w 940118"/>
                    <a:gd name="connsiteY9" fmla="*/ 400050 h 1580197"/>
                    <a:gd name="connsiteX10" fmla="*/ 422910 w 940118"/>
                    <a:gd name="connsiteY10" fmla="*/ 482918 h 1580197"/>
                    <a:gd name="connsiteX11" fmla="*/ 422910 w 940118"/>
                    <a:gd name="connsiteY11" fmla="*/ 483870 h 1580197"/>
                    <a:gd name="connsiteX12" fmla="*/ 367665 w 940118"/>
                    <a:gd name="connsiteY12" fmla="*/ 572453 h 1580197"/>
                    <a:gd name="connsiteX13" fmla="*/ 368618 w 940118"/>
                    <a:gd name="connsiteY13" fmla="*/ 573405 h 1580197"/>
                    <a:gd name="connsiteX14" fmla="*/ 317183 w 940118"/>
                    <a:gd name="connsiteY14" fmla="*/ 684847 h 1580197"/>
                    <a:gd name="connsiteX15" fmla="*/ 305241 w 940118"/>
                    <a:gd name="connsiteY15" fmla="*/ 678329 h 1580197"/>
                    <a:gd name="connsiteX16" fmla="*/ 305235 w 940118"/>
                    <a:gd name="connsiteY16" fmla="*/ 678350 h 1580197"/>
                    <a:gd name="connsiteX17" fmla="*/ 317183 w 940118"/>
                    <a:gd name="connsiteY17" fmla="*/ 684847 h 1580197"/>
                    <a:gd name="connsiteX18" fmla="*/ 260985 w 940118"/>
                    <a:gd name="connsiteY18" fmla="*/ 1014413 h 1580197"/>
                    <a:gd name="connsiteX19" fmla="*/ 342900 w 940118"/>
                    <a:gd name="connsiteY19" fmla="*/ 1373505 h 1580197"/>
                    <a:gd name="connsiteX20" fmla="*/ 546735 w 940118"/>
                    <a:gd name="connsiteY20" fmla="*/ 1580197 h 1580197"/>
                    <a:gd name="connsiteX21" fmla="*/ 285750 w 940118"/>
                    <a:gd name="connsiteY21" fmla="*/ 1438275 h 1580197"/>
                    <a:gd name="connsiteX22" fmla="*/ 81915 w 940118"/>
                    <a:gd name="connsiteY22" fmla="*/ 1231583 h 1580197"/>
                    <a:gd name="connsiteX23" fmla="*/ 0 w 940118"/>
                    <a:gd name="connsiteY23" fmla="*/ 872490 h 1580197"/>
                    <a:gd name="connsiteX24" fmla="*/ 56197 w 940118"/>
                    <a:gd name="connsiteY24" fmla="*/ 542925 h 1580197"/>
                    <a:gd name="connsiteX25" fmla="*/ 62441 w 940118"/>
                    <a:gd name="connsiteY25" fmla="*/ 546321 h 1580197"/>
                    <a:gd name="connsiteX26" fmla="*/ 62617 w 940118"/>
                    <a:gd name="connsiteY26" fmla="*/ 545909 h 1580197"/>
                    <a:gd name="connsiteX27" fmla="*/ 57150 w 940118"/>
                    <a:gd name="connsiteY27" fmla="*/ 542925 h 1580197"/>
                    <a:gd name="connsiteX28" fmla="*/ 107444 w 940118"/>
                    <a:gd name="connsiteY28" fmla="*/ 431896 h 1580197"/>
                    <a:gd name="connsiteX29" fmla="*/ 106680 w 940118"/>
                    <a:gd name="connsiteY29" fmla="*/ 431483 h 1580197"/>
                    <a:gd name="connsiteX30" fmla="*/ 227648 w 940118"/>
                    <a:gd name="connsiteY30" fmla="*/ 258128 h 1580197"/>
                    <a:gd name="connsiteX31" fmla="*/ 287315 w 940118"/>
                    <a:gd name="connsiteY31" fmla="*/ 198453 h 1580197"/>
                    <a:gd name="connsiteX32" fmla="*/ 359092 w 940118"/>
                    <a:gd name="connsiteY32" fmla="*/ 140970 h 1580197"/>
                    <a:gd name="connsiteX33" fmla="*/ 486263 w 940118"/>
                    <a:gd name="connsiteY33" fmla="*/ 68845 h 1580197"/>
                    <a:gd name="connsiteX34" fmla="*/ 485775 w 940118"/>
                    <a:gd name="connsiteY34" fmla="*/ 68580 h 1580197"/>
                    <a:gd name="connsiteX35" fmla="*/ 572452 w 940118"/>
                    <a:gd name="connsiteY35" fmla="*/ 32385 h 1580197"/>
                    <a:gd name="connsiteX36" fmla="*/ 573405 w 940118"/>
                    <a:gd name="connsiteY36" fmla="*/ 32385 h 1580197"/>
                    <a:gd name="connsiteX37" fmla="*/ 679133 w 940118"/>
                    <a:gd name="connsiteY37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488633 w 940118"/>
                    <a:gd name="connsiteY8" fmla="*/ 399098 h 1580197"/>
                    <a:gd name="connsiteX9" fmla="*/ 488633 w 940118"/>
                    <a:gd name="connsiteY9" fmla="*/ 400050 h 1580197"/>
                    <a:gd name="connsiteX10" fmla="*/ 422910 w 940118"/>
                    <a:gd name="connsiteY10" fmla="*/ 482918 h 1580197"/>
                    <a:gd name="connsiteX11" fmla="*/ 422910 w 940118"/>
                    <a:gd name="connsiteY11" fmla="*/ 483870 h 1580197"/>
                    <a:gd name="connsiteX12" fmla="*/ 367665 w 940118"/>
                    <a:gd name="connsiteY12" fmla="*/ 572453 h 1580197"/>
                    <a:gd name="connsiteX13" fmla="*/ 368618 w 940118"/>
                    <a:gd name="connsiteY13" fmla="*/ 573405 h 1580197"/>
                    <a:gd name="connsiteX14" fmla="*/ 317183 w 940118"/>
                    <a:gd name="connsiteY14" fmla="*/ 684847 h 1580197"/>
                    <a:gd name="connsiteX15" fmla="*/ 305241 w 940118"/>
                    <a:gd name="connsiteY15" fmla="*/ 678329 h 1580197"/>
                    <a:gd name="connsiteX16" fmla="*/ 317183 w 940118"/>
                    <a:gd name="connsiteY16" fmla="*/ 684847 h 1580197"/>
                    <a:gd name="connsiteX17" fmla="*/ 260985 w 940118"/>
                    <a:gd name="connsiteY17" fmla="*/ 1014413 h 1580197"/>
                    <a:gd name="connsiteX18" fmla="*/ 342900 w 940118"/>
                    <a:gd name="connsiteY18" fmla="*/ 1373505 h 1580197"/>
                    <a:gd name="connsiteX19" fmla="*/ 546735 w 940118"/>
                    <a:gd name="connsiteY19" fmla="*/ 1580197 h 1580197"/>
                    <a:gd name="connsiteX20" fmla="*/ 285750 w 940118"/>
                    <a:gd name="connsiteY20" fmla="*/ 1438275 h 1580197"/>
                    <a:gd name="connsiteX21" fmla="*/ 81915 w 940118"/>
                    <a:gd name="connsiteY21" fmla="*/ 1231583 h 1580197"/>
                    <a:gd name="connsiteX22" fmla="*/ 0 w 940118"/>
                    <a:gd name="connsiteY22" fmla="*/ 872490 h 1580197"/>
                    <a:gd name="connsiteX23" fmla="*/ 56197 w 940118"/>
                    <a:gd name="connsiteY23" fmla="*/ 542925 h 1580197"/>
                    <a:gd name="connsiteX24" fmla="*/ 62441 w 940118"/>
                    <a:gd name="connsiteY24" fmla="*/ 546321 h 1580197"/>
                    <a:gd name="connsiteX25" fmla="*/ 62617 w 940118"/>
                    <a:gd name="connsiteY25" fmla="*/ 545909 h 1580197"/>
                    <a:gd name="connsiteX26" fmla="*/ 57150 w 940118"/>
                    <a:gd name="connsiteY26" fmla="*/ 542925 h 1580197"/>
                    <a:gd name="connsiteX27" fmla="*/ 107444 w 940118"/>
                    <a:gd name="connsiteY27" fmla="*/ 431896 h 1580197"/>
                    <a:gd name="connsiteX28" fmla="*/ 106680 w 940118"/>
                    <a:gd name="connsiteY28" fmla="*/ 431483 h 1580197"/>
                    <a:gd name="connsiteX29" fmla="*/ 227648 w 940118"/>
                    <a:gd name="connsiteY29" fmla="*/ 258128 h 1580197"/>
                    <a:gd name="connsiteX30" fmla="*/ 287315 w 940118"/>
                    <a:gd name="connsiteY30" fmla="*/ 198453 h 1580197"/>
                    <a:gd name="connsiteX31" fmla="*/ 359092 w 940118"/>
                    <a:gd name="connsiteY31" fmla="*/ 140970 h 1580197"/>
                    <a:gd name="connsiteX32" fmla="*/ 486263 w 940118"/>
                    <a:gd name="connsiteY32" fmla="*/ 68845 h 1580197"/>
                    <a:gd name="connsiteX33" fmla="*/ 485775 w 940118"/>
                    <a:gd name="connsiteY33" fmla="*/ 68580 h 1580197"/>
                    <a:gd name="connsiteX34" fmla="*/ 572452 w 940118"/>
                    <a:gd name="connsiteY34" fmla="*/ 32385 h 1580197"/>
                    <a:gd name="connsiteX35" fmla="*/ 573405 w 940118"/>
                    <a:gd name="connsiteY35" fmla="*/ 32385 h 1580197"/>
                    <a:gd name="connsiteX36" fmla="*/ 679133 w 940118"/>
                    <a:gd name="connsiteY36" fmla="*/ 0 h 15801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940118" h="1580197">
                      <a:moveTo>
                        <a:pt x="679133" y="0"/>
                      </a:moveTo>
                      <a:lnTo>
                        <a:pt x="940118" y="140970"/>
                      </a:lnTo>
                      <a:lnTo>
                        <a:pt x="747299" y="210278"/>
                      </a:lnTo>
                      <a:lnTo>
                        <a:pt x="747713" y="210503"/>
                      </a:lnTo>
                      <a:cubicBezTo>
                        <a:pt x="701040" y="232410"/>
                        <a:pt x="658178" y="256223"/>
                        <a:pt x="620078" y="282893"/>
                      </a:cubicBezTo>
                      <a:lnTo>
                        <a:pt x="620077" y="282893"/>
                      </a:lnTo>
                      <a:lnTo>
                        <a:pt x="548076" y="339736"/>
                      </a:lnTo>
                      <a:lnTo>
                        <a:pt x="548640" y="340043"/>
                      </a:lnTo>
                      <a:cubicBezTo>
                        <a:pt x="538733" y="349937"/>
                        <a:pt x="498634" y="389097"/>
                        <a:pt x="488633" y="399098"/>
                      </a:cubicBezTo>
                      <a:lnTo>
                        <a:pt x="488633" y="400050"/>
                      </a:lnTo>
                      <a:cubicBezTo>
                        <a:pt x="464820" y="426720"/>
                        <a:pt x="442913" y="454343"/>
                        <a:pt x="422910" y="482918"/>
                      </a:cubicBezTo>
                      <a:lnTo>
                        <a:pt x="422910" y="483870"/>
                      </a:lnTo>
                      <a:cubicBezTo>
                        <a:pt x="402908" y="512445"/>
                        <a:pt x="383858" y="541973"/>
                        <a:pt x="367665" y="572453"/>
                      </a:cubicBezTo>
                      <a:lnTo>
                        <a:pt x="368618" y="573405"/>
                      </a:lnTo>
                      <a:cubicBezTo>
                        <a:pt x="347663" y="608647"/>
                        <a:pt x="331470" y="645795"/>
                        <a:pt x="317183" y="684847"/>
                      </a:cubicBezTo>
                      <a:lnTo>
                        <a:pt x="305241" y="678329"/>
                      </a:lnTo>
                      <a:lnTo>
                        <a:pt x="317183" y="684847"/>
                      </a:lnTo>
                      <a:cubicBezTo>
                        <a:pt x="280035" y="786765"/>
                        <a:pt x="260985" y="896303"/>
                        <a:pt x="260985" y="1014413"/>
                      </a:cubicBezTo>
                      <a:cubicBezTo>
                        <a:pt x="260985" y="1152525"/>
                        <a:pt x="287655" y="1272540"/>
                        <a:pt x="342900" y="1373505"/>
                      </a:cubicBezTo>
                      <a:cubicBezTo>
                        <a:pt x="391478" y="1463993"/>
                        <a:pt x="460058" y="1532572"/>
                        <a:pt x="546735" y="1580197"/>
                      </a:cubicBezTo>
                      <a:lnTo>
                        <a:pt x="285750" y="1438275"/>
                      </a:lnTo>
                      <a:cubicBezTo>
                        <a:pt x="199073" y="1390650"/>
                        <a:pt x="130493" y="1322070"/>
                        <a:pt x="81915" y="1231583"/>
                      </a:cubicBezTo>
                      <a:cubicBezTo>
                        <a:pt x="27622" y="1130618"/>
                        <a:pt x="0" y="1010603"/>
                        <a:pt x="0" y="872490"/>
                      </a:cubicBezTo>
                      <a:cubicBezTo>
                        <a:pt x="0" y="754380"/>
                        <a:pt x="19050" y="644842"/>
                        <a:pt x="56197" y="542925"/>
                      </a:cubicBezTo>
                      <a:lnTo>
                        <a:pt x="62441" y="546321"/>
                      </a:lnTo>
                      <a:cubicBezTo>
                        <a:pt x="62500" y="546184"/>
                        <a:pt x="62558" y="546046"/>
                        <a:pt x="62617" y="545909"/>
                      </a:cubicBezTo>
                      <a:lnTo>
                        <a:pt x="57150" y="542925"/>
                      </a:lnTo>
                      <a:lnTo>
                        <a:pt x="107444" y="431896"/>
                      </a:lnTo>
                      <a:lnTo>
                        <a:pt x="106680" y="431483"/>
                      </a:lnTo>
                      <a:cubicBezTo>
                        <a:pt x="126714" y="402522"/>
                        <a:pt x="197542" y="296966"/>
                        <a:pt x="227648" y="258128"/>
                      </a:cubicBezTo>
                      <a:lnTo>
                        <a:pt x="287315" y="198453"/>
                      </a:lnTo>
                      <a:lnTo>
                        <a:pt x="359092" y="140970"/>
                      </a:lnTo>
                      <a:lnTo>
                        <a:pt x="486263" y="68845"/>
                      </a:lnTo>
                      <a:lnTo>
                        <a:pt x="485775" y="68580"/>
                      </a:lnTo>
                      <a:cubicBezTo>
                        <a:pt x="513398" y="55245"/>
                        <a:pt x="541973" y="43815"/>
                        <a:pt x="572452" y="32385"/>
                      </a:cubicBezTo>
                      <a:lnTo>
                        <a:pt x="573405" y="32385"/>
                      </a:lnTo>
                      <a:lnTo>
                        <a:pt x="679133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xmlns="" id="{689940E3-41B4-407C-A403-D52373191327}"/>
                    </a:ext>
                  </a:extLst>
                </p:cNvPr>
                <p:cNvSpPr/>
                <p:nvPr/>
              </p:nvSpPr>
              <p:spPr>
                <a:xfrm>
                  <a:off x="2714531" y="1811829"/>
                  <a:ext cx="257174" cy="304801"/>
                </a:xfrm>
                <a:custGeom>
                  <a:avLst/>
                  <a:gdLst>
                    <a:gd name="connsiteX0" fmla="*/ 260985 w 257175"/>
                    <a:gd name="connsiteY0" fmla="*/ 311468 h 304800"/>
                    <a:gd name="connsiteX1" fmla="*/ 0 w 257175"/>
                    <a:gd name="connsiteY1" fmla="*/ 170497 h 304800"/>
                    <a:gd name="connsiteX2" fmla="*/ 952 w 257175"/>
                    <a:gd name="connsiteY2" fmla="*/ 0 h 304800"/>
                    <a:gd name="connsiteX3" fmla="*/ 260985 w 257175"/>
                    <a:gd name="connsiteY3" fmla="*/ 140970 h 304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7175" h="304800">
                      <a:moveTo>
                        <a:pt x="260985" y="311468"/>
                      </a:moveTo>
                      <a:lnTo>
                        <a:pt x="0" y="170497"/>
                      </a:lnTo>
                      <a:lnTo>
                        <a:pt x="952" y="0"/>
                      </a:lnTo>
                      <a:lnTo>
                        <a:pt x="260985" y="14097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</p:grpSp>
        </p:grp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xmlns="" id="{6455E06B-1F39-4435-A88E-49A0BEE4344E}"/>
              </a:ext>
            </a:extLst>
          </p:cNvPr>
          <p:cNvGrpSpPr/>
          <p:nvPr userDrawn="1"/>
        </p:nvGrpSpPr>
        <p:grpSpPr>
          <a:xfrm>
            <a:off x="194085" y="2798698"/>
            <a:ext cx="324360" cy="682256"/>
            <a:chOff x="3554538" y="3240653"/>
            <a:chExt cx="1265482" cy="2661804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xmlns="" id="{85E4F8CF-89FD-4BEC-9A6B-746AC0CFA7A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30920" y="4338371"/>
              <a:ext cx="141951" cy="656633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  <a:effectLst>
              <a:outerShdw blurRad="63500" algn="ctr" rotWithShape="0">
                <a:prstClr val="black">
                  <a:alpha val="25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xmlns="" id="{16E3B0A3-9898-4F02-8B45-6F8FC64036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5355" y="4338370"/>
              <a:ext cx="112673" cy="649542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  <a:effectLst>
              <a:outerShdw blurRad="63500" algn="ctr" rotWithShape="0">
                <a:prstClr val="black">
                  <a:alpha val="25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xmlns="" id="{6DFF3308-04DB-4E73-8358-096F74C454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9779" y="4275415"/>
              <a:ext cx="0" cy="712498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  <a:effectLst>
              <a:outerShdw blurRad="63500" algn="ctr" rotWithShape="0">
                <a:prstClr val="black">
                  <a:alpha val="25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xmlns="" id="{346BC297-A507-4854-B0C2-20FBF761D2B3}"/>
                </a:ext>
              </a:extLst>
            </p:cNvPr>
            <p:cNvGrpSpPr/>
            <p:nvPr userDrawn="1"/>
          </p:nvGrpSpPr>
          <p:grpSpPr>
            <a:xfrm>
              <a:off x="3554538" y="3240653"/>
              <a:ext cx="1265482" cy="1261388"/>
              <a:chOff x="3839004" y="3765377"/>
              <a:chExt cx="714810" cy="712498"/>
            </a:xfrm>
          </p:grpSpPr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xmlns="" id="{233BF2A0-2247-4157-B685-518331BDE6CB}"/>
                  </a:ext>
                </a:extLst>
              </p:cNvPr>
              <p:cNvSpPr/>
              <p:nvPr/>
            </p:nvSpPr>
            <p:spPr>
              <a:xfrm>
                <a:off x="3839004" y="3765377"/>
                <a:ext cx="361641" cy="712498"/>
              </a:xfrm>
              <a:custGeom>
                <a:avLst/>
                <a:gdLst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07251 h 1312853"/>
                  <a:gd name="connsiteX3" fmla="*/ 657567 w 666025"/>
                  <a:gd name="connsiteY3" fmla="*/ 1312853 h 1312853"/>
                  <a:gd name="connsiteX4" fmla="*/ 417713 w 666025"/>
                  <a:gd name="connsiteY4" fmla="*/ 1803 h 1312853"/>
                  <a:gd name="connsiteX0" fmla="*/ 417713 w 666361"/>
                  <a:gd name="connsiteY0" fmla="*/ 1803 h 1312853"/>
                  <a:gd name="connsiteX1" fmla="*/ 666361 w 666361"/>
                  <a:gd name="connsiteY1" fmla="*/ 167253 h 1312853"/>
                  <a:gd name="connsiteX2" fmla="*/ 666025 w 666361"/>
                  <a:gd name="connsiteY2" fmla="*/ 1307251 h 1312853"/>
                  <a:gd name="connsiteX3" fmla="*/ 657567 w 666361"/>
                  <a:gd name="connsiteY3" fmla="*/ 1312853 h 1312853"/>
                  <a:gd name="connsiteX4" fmla="*/ 417713 w 666361"/>
                  <a:gd name="connsiteY4" fmla="*/ 1803 h 1312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6361" h="1312853">
                    <a:moveTo>
                      <a:pt x="417713" y="1803"/>
                    </a:moveTo>
                    <a:cubicBezTo>
                      <a:pt x="504336" y="11478"/>
                      <a:pt x="605290" y="69294"/>
                      <a:pt x="666361" y="167253"/>
                    </a:cubicBezTo>
                    <a:lnTo>
                      <a:pt x="666025" y="1307251"/>
                    </a:lnTo>
                    <a:lnTo>
                      <a:pt x="657567" y="1312853"/>
                    </a:lnTo>
                    <a:cubicBezTo>
                      <a:pt x="-394158" y="656864"/>
                      <a:pt x="42344" y="-40119"/>
                      <a:pt x="417713" y="1803"/>
                    </a:cubicBezTo>
                    <a:close/>
                  </a:path>
                </a:pathLst>
              </a:custGeom>
              <a:gradFill flip="none" rotWithShape="1">
                <a:gsLst>
                  <a:gs pos="25000">
                    <a:schemeClr val="bg1">
                      <a:lumMod val="85000"/>
                    </a:schemeClr>
                  </a:gs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  <a:effectLst>
                <a:outerShdw blurRad="317500" dist="12700" dir="16200000" rotWithShape="0">
                  <a:prstClr val="black">
                    <a:alpha val="15000"/>
                  </a:prstClr>
                </a:outerShdw>
              </a:effectLst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685749"/>
                <a:endParaRPr lang="en-US" sz="200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xmlns="" id="{D7ADAAD4-B6D4-4BF7-A974-DAB39978061A}"/>
                  </a:ext>
                </a:extLst>
              </p:cNvPr>
              <p:cNvSpPr/>
              <p:nvPr/>
            </p:nvSpPr>
            <p:spPr>
              <a:xfrm flipH="1">
                <a:off x="4192173" y="3765377"/>
                <a:ext cx="361641" cy="712498"/>
              </a:xfrm>
              <a:custGeom>
                <a:avLst/>
                <a:gdLst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07251 h 1312853"/>
                  <a:gd name="connsiteX3" fmla="*/ 657567 w 666025"/>
                  <a:gd name="connsiteY3" fmla="*/ 1312853 h 1312853"/>
                  <a:gd name="connsiteX4" fmla="*/ 417713 w 666025"/>
                  <a:gd name="connsiteY4" fmla="*/ 1803 h 1312853"/>
                  <a:gd name="connsiteX0" fmla="*/ 417713 w 666361"/>
                  <a:gd name="connsiteY0" fmla="*/ 1803 h 1312853"/>
                  <a:gd name="connsiteX1" fmla="*/ 666361 w 666361"/>
                  <a:gd name="connsiteY1" fmla="*/ 167253 h 1312853"/>
                  <a:gd name="connsiteX2" fmla="*/ 666025 w 666361"/>
                  <a:gd name="connsiteY2" fmla="*/ 1307251 h 1312853"/>
                  <a:gd name="connsiteX3" fmla="*/ 657567 w 666361"/>
                  <a:gd name="connsiteY3" fmla="*/ 1312853 h 1312853"/>
                  <a:gd name="connsiteX4" fmla="*/ 417713 w 666361"/>
                  <a:gd name="connsiteY4" fmla="*/ 1803 h 1312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6361" h="1312853">
                    <a:moveTo>
                      <a:pt x="417713" y="1803"/>
                    </a:moveTo>
                    <a:cubicBezTo>
                      <a:pt x="504336" y="11478"/>
                      <a:pt x="605290" y="69294"/>
                      <a:pt x="666361" y="167253"/>
                    </a:cubicBezTo>
                    <a:lnTo>
                      <a:pt x="666025" y="1307251"/>
                    </a:lnTo>
                    <a:lnTo>
                      <a:pt x="657567" y="1312853"/>
                    </a:lnTo>
                    <a:cubicBezTo>
                      <a:pt x="-394158" y="656864"/>
                      <a:pt x="42344" y="-40119"/>
                      <a:pt x="417713" y="1803"/>
                    </a:cubicBezTo>
                    <a:close/>
                  </a:path>
                </a:pathLst>
              </a:custGeom>
              <a:gradFill flip="none" rotWithShape="1">
                <a:gsLst>
                  <a:gs pos="75000">
                    <a:schemeClr val="bg1">
                      <a:lumMod val="85000"/>
                    </a:schemeClr>
                  </a:gs>
                  <a:gs pos="0">
                    <a:schemeClr val="bg1">
                      <a:lumMod val="95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  <a:effectLst>
                <a:outerShdw blurRad="317500" dist="12700" dir="16200000" rotWithShape="0">
                  <a:prstClr val="black">
                    <a:alpha val="15000"/>
                  </a:prstClr>
                </a:outerShdw>
              </a:effectLst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685749"/>
                <a:endParaRPr lang="en-US" sz="2000" dirty="0">
                  <a:solidFill>
                    <a:prstClr val="black"/>
                  </a:solidFill>
                </a:endParaRPr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xmlns="" id="{7B491406-69C2-44DB-A5CD-88D8D1BEF0CF}"/>
                  </a:ext>
                </a:extLst>
              </p:cNvPr>
              <p:cNvSpPr/>
              <p:nvPr/>
            </p:nvSpPr>
            <p:spPr>
              <a:xfrm flipH="1">
                <a:off x="4193875" y="3765377"/>
                <a:ext cx="216287" cy="712498"/>
              </a:xfrm>
              <a:custGeom>
                <a:avLst/>
                <a:gdLst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07251 h 1312853"/>
                  <a:gd name="connsiteX3" fmla="*/ 657567 w 666025"/>
                  <a:gd name="connsiteY3" fmla="*/ 1312853 h 1312853"/>
                  <a:gd name="connsiteX4" fmla="*/ 417713 w 666025"/>
                  <a:gd name="connsiteY4" fmla="*/ 1803 h 1312853"/>
                  <a:gd name="connsiteX0" fmla="*/ 417713 w 666361"/>
                  <a:gd name="connsiteY0" fmla="*/ 1803 h 1312853"/>
                  <a:gd name="connsiteX1" fmla="*/ 666361 w 666361"/>
                  <a:gd name="connsiteY1" fmla="*/ 167253 h 1312853"/>
                  <a:gd name="connsiteX2" fmla="*/ 666025 w 666361"/>
                  <a:gd name="connsiteY2" fmla="*/ 1307251 h 1312853"/>
                  <a:gd name="connsiteX3" fmla="*/ 657567 w 666361"/>
                  <a:gd name="connsiteY3" fmla="*/ 1312853 h 1312853"/>
                  <a:gd name="connsiteX4" fmla="*/ 417713 w 666361"/>
                  <a:gd name="connsiteY4" fmla="*/ 1803 h 1312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6361" h="1312853">
                    <a:moveTo>
                      <a:pt x="417713" y="1803"/>
                    </a:moveTo>
                    <a:cubicBezTo>
                      <a:pt x="504336" y="11478"/>
                      <a:pt x="605290" y="69294"/>
                      <a:pt x="666361" y="167253"/>
                    </a:cubicBezTo>
                    <a:lnTo>
                      <a:pt x="666025" y="1307251"/>
                    </a:lnTo>
                    <a:lnTo>
                      <a:pt x="657567" y="1312853"/>
                    </a:lnTo>
                    <a:cubicBezTo>
                      <a:pt x="-394158" y="656864"/>
                      <a:pt x="42344" y="-40119"/>
                      <a:pt x="417713" y="1803"/>
                    </a:cubicBezTo>
                    <a:close/>
                  </a:path>
                </a:pathLst>
              </a:custGeom>
              <a:gradFill flip="none" rotWithShape="1">
                <a:gsLst>
                  <a:gs pos="70000">
                    <a:schemeClr val="bg1">
                      <a:lumMod val="85000"/>
                    </a:schemeClr>
                  </a:gs>
                  <a:gs pos="0">
                    <a:schemeClr val="bg1">
                      <a:lumMod val="95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  <a:effectLst>
                <a:outerShdw blurRad="317500" dist="12700" dir="16200000" rotWithShape="0">
                  <a:prstClr val="black">
                    <a:alpha val="15000"/>
                  </a:prstClr>
                </a:outerShdw>
              </a:effectLst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685749"/>
                <a:endParaRPr lang="en-US" sz="2000">
                  <a:solidFill>
                    <a:prstClr val="black"/>
                  </a:solidFill>
                </a:endParaRPr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xmlns="" id="{73F74B2A-3CC0-4FB6-9B7E-2720B932037C}"/>
                  </a:ext>
                </a:extLst>
              </p:cNvPr>
              <p:cNvSpPr/>
              <p:nvPr/>
            </p:nvSpPr>
            <p:spPr>
              <a:xfrm>
                <a:off x="3982656" y="3765377"/>
                <a:ext cx="216287" cy="712498"/>
              </a:xfrm>
              <a:custGeom>
                <a:avLst/>
                <a:gdLst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3883 h 1312853"/>
                  <a:gd name="connsiteX3" fmla="*/ 666025 w 666025"/>
                  <a:gd name="connsiteY3" fmla="*/ 1307251 h 1312853"/>
                  <a:gd name="connsiteX4" fmla="*/ 657567 w 666025"/>
                  <a:gd name="connsiteY4" fmla="*/ 1312853 h 1312853"/>
                  <a:gd name="connsiteX5" fmla="*/ 417713 w 666025"/>
                  <a:gd name="connsiteY5" fmla="*/ 1803 h 1312853"/>
                  <a:gd name="connsiteX0" fmla="*/ 417713 w 666025"/>
                  <a:gd name="connsiteY0" fmla="*/ 1803 h 1312853"/>
                  <a:gd name="connsiteX1" fmla="*/ 648776 w 666025"/>
                  <a:gd name="connsiteY1" fmla="*/ 158461 h 1312853"/>
                  <a:gd name="connsiteX2" fmla="*/ 666025 w 666025"/>
                  <a:gd name="connsiteY2" fmla="*/ 1307251 h 1312853"/>
                  <a:gd name="connsiteX3" fmla="*/ 657567 w 666025"/>
                  <a:gd name="connsiteY3" fmla="*/ 1312853 h 1312853"/>
                  <a:gd name="connsiteX4" fmla="*/ 417713 w 666025"/>
                  <a:gd name="connsiteY4" fmla="*/ 1803 h 1312853"/>
                  <a:gd name="connsiteX0" fmla="*/ 417713 w 666361"/>
                  <a:gd name="connsiteY0" fmla="*/ 1803 h 1312853"/>
                  <a:gd name="connsiteX1" fmla="*/ 666361 w 666361"/>
                  <a:gd name="connsiteY1" fmla="*/ 167253 h 1312853"/>
                  <a:gd name="connsiteX2" fmla="*/ 666025 w 666361"/>
                  <a:gd name="connsiteY2" fmla="*/ 1307251 h 1312853"/>
                  <a:gd name="connsiteX3" fmla="*/ 657567 w 666361"/>
                  <a:gd name="connsiteY3" fmla="*/ 1312853 h 1312853"/>
                  <a:gd name="connsiteX4" fmla="*/ 417713 w 666361"/>
                  <a:gd name="connsiteY4" fmla="*/ 1803 h 1312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6361" h="1312853">
                    <a:moveTo>
                      <a:pt x="417713" y="1803"/>
                    </a:moveTo>
                    <a:cubicBezTo>
                      <a:pt x="504336" y="11478"/>
                      <a:pt x="605290" y="69294"/>
                      <a:pt x="666361" y="167253"/>
                    </a:cubicBezTo>
                    <a:lnTo>
                      <a:pt x="666025" y="1307251"/>
                    </a:lnTo>
                    <a:lnTo>
                      <a:pt x="657567" y="1312853"/>
                    </a:lnTo>
                    <a:cubicBezTo>
                      <a:pt x="-394158" y="656864"/>
                      <a:pt x="42344" y="-40119"/>
                      <a:pt x="417713" y="1803"/>
                    </a:cubicBezTo>
                    <a:close/>
                  </a:path>
                </a:pathLst>
              </a:custGeom>
              <a:gradFill flip="none" rotWithShape="1">
                <a:gsLst>
                  <a:gs pos="30000">
                    <a:schemeClr val="bg1">
                      <a:lumMod val="85000"/>
                    </a:schemeClr>
                  </a:gs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  <a:effectLst>
                <a:outerShdw blurRad="317500" dist="12700" dir="16200000" rotWithShape="0">
                  <a:prstClr val="black">
                    <a:alpha val="15000"/>
                  </a:prstClr>
                </a:outerShdw>
              </a:effectLst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685749"/>
                <a:endParaRPr lang="en-US" sz="2000" dirty="0">
                  <a:solidFill>
                    <a:prstClr val="black"/>
                  </a:solidFill>
                </a:endParaRP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xmlns="" id="{61A2B3D3-0BBA-407F-AE8C-CE2700182DA1}"/>
                </a:ext>
              </a:extLst>
            </p:cNvPr>
            <p:cNvGrpSpPr/>
            <p:nvPr/>
          </p:nvGrpSpPr>
          <p:grpSpPr>
            <a:xfrm>
              <a:off x="3932377" y="4966662"/>
              <a:ext cx="506449" cy="935795"/>
              <a:chOff x="12470968" y="4604322"/>
              <a:chExt cx="839142" cy="1550531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xmlns="" id="{DD14744D-0284-4519-A44A-80CAFA613277}"/>
                  </a:ext>
                </a:extLst>
              </p:cNvPr>
              <p:cNvGrpSpPr/>
              <p:nvPr/>
            </p:nvGrpSpPr>
            <p:grpSpPr>
              <a:xfrm>
                <a:off x="12710801" y="4604322"/>
                <a:ext cx="471270" cy="1549314"/>
                <a:chOff x="2541356" y="1774680"/>
                <a:chExt cx="1106202" cy="3636668"/>
              </a:xfrm>
              <a:solidFill>
                <a:schemeClr val="bg1">
                  <a:lumMod val="75000"/>
                </a:schemeClr>
              </a:solidFill>
            </p:grpSpPr>
            <p:sp>
              <p:nvSpPr>
                <p:cNvPr id="143" name="Freeform: Shape 142">
                  <a:extLst>
                    <a:ext uri="{FF2B5EF4-FFF2-40B4-BE49-F238E27FC236}">
                      <a16:creationId xmlns:a16="http://schemas.microsoft.com/office/drawing/2014/main" xmlns="" id="{8B7D02ED-1A26-4E8B-8912-6DDD6822FD36}"/>
                    </a:ext>
                  </a:extLst>
                </p:cNvPr>
                <p:cNvSpPr/>
                <p:nvPr/>
              </p:nvSpPr>
              <p:spPr>
                <a:xfrm>
                  <a:off x="2571096" y="4597937"/>
                  <a:ext cx="402336" cy="182880"/>
                </a:xfrm>
                <a:custGeom>
                  <a:avLst/>
                  <a:gdLst>
                    <a:gd name="connsiteX0" fmla="*/ 62916 w 3480752"/>
                    <a:gd name="connsiteY0" fmla="*/ 34213 h 1560620"/>
                    <a:gd name="connsiteX1" fmla="*/ 114391 w 3480752"/>
                    <a:gd name="connsiteY1" fmla="*/ 57191 h 1560620"/>
                    <a:gd name="connsiteX2" fmla="*/ 694512 w 3480752"/>
                    <a:gd name="connsiteY2" fmla="*/ 277806 h 1560620"/>
                    <a:gd name="connsiteX3" fmla="*/ 784810 w 3480752"/>
                    <a:gd name="connsiteY3" fmla="*/ 326909 h 1560620"/>
                    <a:gd name="connsiteX4" fmla="*/ 786764 w 3480752"/>
                    <a:gd name="connsiteY4" fmla="*/ 323526 h 1560620"/>
                    <a:gd name="connsiteX5" fmla="*/ 702687 w 3480752"/>
                    <a:gd name="connsiteY5" fmla="*/ 277806 h 1560620"/>
                    <a:gd name="connsiteX6" fmla="*/ 833420 w 3480752"/>
                    <a:gd name="connsiteY6" fmla="*/ 310489 h 1560620"/>
                    <a:gd name="connsiteX7" fmla="*/ 1241959 w 3480752"/>
                    <a:gd name="connsiteY7" fmla="*/ 343172 h 1560620"/>
                    <a:gd name="connsiteX8" fmla="*/ 3480752 w 3480752"/>
                    <a:gd name="connsiteY8" fmla="*/ 1560620 h 1560620"/>
                    <a:gd name="connsiteX9" fmla="*/ 3064038 w 3480752"/>
                    <a:gd name="connsiteY9" fmla="*/ 1527929 h 1560620"/>
                    <a:gd name="connsiteX10" fmla="*/ 3057133 w 3480752"/>
                    <a:gd name="connsiteY10" fmla="*/ 1524163 h 1560620"/>
                    <a:gd name="connsiteX11" fmla="*/ 2941481 w 3480752"/>
                    <a:gd name="connsiteY11" fmla="*/ 1495246 h 1560620"/>
                    <a:gd name="connsiteX12" fmla="*/ 2881754 w 3480752"/>
                    <a:gd name="connsiteY12" fmla="*/ 1462767 h 1560620"/>
                    <a:gd name="connsiteX13" fmla="*/ 2879802 w 3480752"/>
                    <a:gd name="connsiteY13" fmla="*/ 1466146 h 1560620"/>
                    <a:gd name="connsiteX14" fmla="*/ 2933314 w 3480752"/>
                    <a:gd name="connsiteY14" fmla="*/ 1495246 h 1560620"/>
                    <a:gd name="connsiteX15" fmla="*/ 2353185 w 3480752"/>
                    <a:gd name="connsiteY15" fmla="*/ 1274639 h 1560620"/>
                    <a:gd name="connsiteX16" fmla="*/ 2238794 w 3480752"/>
                    <a:gd name="connsiteY16" fmla="*/ 1217440 h 1560620"/>
                    <a:gd name="connsiteX17" fmla="*/ 0 w 3480752"/>
                    <a:gd name="connsiteY17" fmla="*/ 0 h 1560620"/>
                    <a:gd name="connsiteX18" fmla="*/ 62916 w 3480752"/>
                    <a:gd name="connsiteY18" fmla="*/ 34213 h 1560620"/>
                    <a:gd name="connsiteX19" fmla="*/ 57199 w 3480752"/>
                    <a:gd name="connsiteY19" fmla="*/ 31661 h 1560620"/>
                    <a:gd name="connsiteX20" fmla="*/ 0 w 3480752"/>
                    <a:gd name="connsiteY20" fmla="*/ 0 h 1560620"/>
                    <a:gd name="connsiteX0" fmla="*/ 62916 w 3480752"/>
                    <a:gd name="connsiteY0" fmla="*/ 34213 h 1560620"/>
                    <a:gd name="connsiteX1" fmla="*/ 114391 w 3480752"/>
                    <a:gd name="connsiteY1" fmla="*/ 57191 h 1560620"/>
                    <a:gd name="connsiteX2" fmla="*/ 694512 w 3480752"/>
                    <a:gd name="connsiteY2" fmla="*/ 277806 h 1560620"/>
                    <a:gd name="connsiteX3" fmla="*/ 784810 w 3480752"/>
                    <a:gd name="connsiteY3" fmla="*/ 326909 h 1560620"/>
                    <a:gd name="connsiteX4" fmla="*/ 702687 w 3480752"/>
                    <a:gd name="connsiteY4" fmla="*/ 277806 h 1560620"/>
                    <a:gd name="connsiteX5" fmla="*/ 833420 w 3480752"/>
                    <a:gd name="connsiteY5" fmla="*/ 310489 h 1560620"/>
                    <a:gd name="connsiteX6" fmla="*/ 1241959 w 3480752"/>
                    <a:gd name="connsiteY6" fmla="*/ 343172 h 1560620"/>
                    <a:gd name="connsiteX7" fmla="*/ 3480752 w 3480752"/>
                    <a:gd name="connsiteY7" fmla="*/ 1560620 h 1560620"/>
                    <a:gd name="connsiteX8" fmla="*/ 3064038 w 3480752"/>
                    <a:gd name="connsiteY8" fmla="*/ 1527929 h 1560620"/>
                    <a:gd name="connsiteX9" fmla="*/ 3057133 w 3480752"/>
                    <a:gd name="connsiteY9" fmla="*/ 1524163 h 1560620"/>
                    <a:gd name="connsiteX10" fmla="*/ 2941481 w 3480752"/>
                    <a:gd name="connsiteY10" fmla="*/ 1495246 h 1560620"/>
                    <a:gd name="connsiteX11" fmla="*/ 2881754 w 3480752"/>
                    <a:gd name="connsiteY11" fmla="*/ 1462767 h 1560620"/>
                    <a:gd name="connsiteX12" fmla="*/ 2879802 w 3480752"/>
                    <a:gd name="connsiteY12" fmla="*/ 1466146 h 1560620"/>
                    <a:gd name="connsiteX13" fmla="*/ 2933314 w 3480752"/>
                    <a:gd name="connsiteY13" fmla="*/ 1495246 h 1560620"/>
                    <a:gd name="connsiteX14" fmla="*/ 2353185 w 3480752"/>
                    <a:gd name="connsiteY14" fmla="*/ 1274639 h 1560620"/>
                    <a:gd name="connsiteX15" fmla="*/ 2238794 w 3480752"/>
                    <a:gd name="connsiteY15" fmla="*/ 1217440 h 1560620"/>
                    <a:gd name="connsiteX16" fmla="*/ 62916 w 3480752"/>
                    <a:gd name="connsiteY16" fmla="*/ 34213 h 1560620"/>
                    <a:gd name="connsiteX17" fmla="*/ 0 w 3480752"/>
                    <a:gd name="connsiteY17" fmla="*/ 0 h 1560620"/>
                    <a:gd name="connsiteX18" fmla="*/ 62916 w 3480752"/>
                    <a:gd name="connsiteY18" fmla="*/ 34213 h 1560620"/>
                    <a:gd name="connsiteX19" fmla="*/ 57199 w 3480752"/>
                    <a:gd name="connsiteY19" fmla="*/ 31661 h 1560620"/>
                    <a:gd name="connsiteX20" fmla="*/ 0 w 3480752"/>
                    <a:gd name="connsiteY20" fmla="*/ 0 h 1560620"/>
                    <a:gd name="connsiteX0" fmla="*/ 62916 w 3480752"/>
                    <a:gd name="connsiteY0" fmla="*/ 34213 h 1560620"/>
                    <a:gd name="connsiteX1" fmla="*/ 114391 w 3480752"/>
                    <a:gd name="connsiteY1" fmla="*/ 57191 h 1560620"/>
                    <a:gd name="connsiteX2" fmla="*/ 694512 w 3480752"/>
                    <a:gd name="connsiteY2" fmla="*/ 277806 h 1560620"/>
                    <a:gd name="connsiteX3" fmla="*/ 702687 w 3480752"/>
                    <a:gd name="connsiteY3" fmla="*/ 277806 h 1560620"/>
                    <a:gd name="connsiteX4" fmla="*/ 833420 w 3480752"/>
                    <a:gd name="connsiteY4" fmla="*/ 310489 h 1560620"/>
                    <a:gd name="connsiteX5" fmla="*/ 1241959 w 3480752"/>
                    <a:gd name="connsiteY5" fmla="*/ 343172 h 1560620"/>
                    <a:gd name="connsiteX6" fmla="*/ 3480752 w 3480752"/>
                    <a:gd name="connsiteY6" fmla="*/ 1560620 h 1560620"/>
                    <a:gd name="connsiteX7" fmla="*/ 3064038 w 3480752"/>
                    <a:gd name="connsiteY7" fmla="*/ 1527929 h 1560620"/>
                    <a:gd name="connsiteX8" fmla="*/ 3057133 w 3480752"/>
                    <a:gd name="connsiteY8" fmla="*/ 1524163 h 1560620"/>
                    <a:gd name="connsiteX9" fmla="*/ 2941481 w 3480752"/>
                    <a:gd name="connsiteY9" fmla="*/ 1495246 h 1560620"/>
                    <a:gd name="connsiteX10" fmla="*/ 2881754 w 3480752"/>
                    <a:gd name="connsiteY10" fmla="*/ 1462767 h 1560620"/>
                    <a:gd name="connsiteX11" fmla="*/ 2879802 w 3480752"/>
                    <a:gd name="connsiteY11" fmla="*/ 1466146 h 1560620"/>
                    <a:gd name="connsiteX12" fmla="*/ 2933314 w 3480752"/>
                    <a:gd name="connsiteY12" fmla="*/ 1495246 h 1560620"/>
                    <a:gd name="connsiteX13" fmla="*/ 2353185 w 3480752"/>
                    <a:gd name="connsiteY13" fmla="*/ 1274639 h 1560620"/>
                    <a:gd name="connsiteX14" fmla="*/ 2238794 w 3480752"/>
                    <a:gd name="connsiteY14" fmla="*/ 1217440 h 1560620"/>
                    <a:gd name="connsiteX15" fmla="*/ 62916 w 3480752"/>
                    <a:gd name="connsiteY15" fmla="*/ 34213 h 1560620"/>
                    <a:gd name="connsiteX16" fmla="*/ 0 w 3480752"/>
                    <a:gd name="connsiteY16" fmla="*/ 0 h 1560620"/>
                    <a:gd name="connsiteX17" fmla="*/ 62916 w 3480752"/>
                    <a:gd name="connsiteY17" fmla="*/ 34213 h 1560620"/>
                    <a:gd name="connsiteX18" fmla="*/ 57199 w 3480752"/>
                    <a:gd name="connsiteY18" fmla="*/ 31661 h 1560620"/>
                    <a:gd name="connsiteX19" fmla="*/ 0 w 3480752"/>
                    <a:gd name="connsiteY19" fmla="*/ 0 h 1560620"/>
                    <a:gd name="connsiteX0" fmla="*/ 62916 w 3480752"/>
                    <a:gd name="connsiteY0" fmla="*/ 34213 h 1560620"/>
                    <a:gd name="connsiteX1" fmla="*/ 114391 w 3480752"/>
                    <a:gd name="connsiteY1" fmla="*/ 57191 h 1560620"/>
                    <a:gd name="connsiteX2" fmla="*/ 694512 w 3480752"/>
                    <a:gd name="connsiteY2" fmla="*/ 277806 h 1560620"/>
                    <a:gd name="connsiteX3" fmla="*/ 702687 w 3480752"/>
                    <a:gd name="connsiteY3" fmla="*/ 277806 h 1560620"/>
                    <a:gd name="connsiteX4" fmla="*/ 833420 w 3480752"/>
                    <a:gd name="connsiteY4" fmla="*/ 310489 h 1560620"/>
                    <a:gd name="connsiteX5" fmla="*/ 1241959 w 3480752"/>
                    <a:gd name="connsiteY5" fmla="*/ 343172 h 1560620"/>
                    <a:gd name="connsiteX6" fmla="*/ 3480752 w 3480752"/>
                    <a:gd name="connsiteY6" fmla="*/ 1560620 h 1560620"/>
                    <a:gd name="connsiteX7" fmla="*/ 3064038 w 3480752"/>
                    <a:gd name="connsiteY7" fmla="*/ 1527929 h 1560620"/>
                    <a:gd name="connsiteX8" fmla="*/ 3057133 w 3480752"/>
                    <a:gd name="connsiteY8" fmla="*/ 1524163 h 1560620"/>
                    <a:gd name="connsiteX9" fmla="*/ 2941481 w 3480752"/>
                    <a:gd name="connsiteY9" fmla="*/ 1495246 h 1560620"/>
                    <a:gd name="connsiteX10" fmla="*/ 2881754 w 3480752"/>
                    <a:gd name="connsiteY10" fmla="*/ 1462767 h 1560620"/>
                    <a:gd name="connsiteX11" fmla="*/ 2933314 w 3480752"/>
                    <a:gd name="connsiteY11" fmla="*/ 1495246 h 1560620"/>
                    <a:gd name="connsiteX12" fmla="*/ 2353185 w 3480752"/>
                    <a:gd name="connsiteY12" fmla="*/ 1274639 h 1560620"/>
                    <a:gd name="connsiteX13" fmla="*/ 2238794 w 3480752"/>
                    <a:gd name="connsiteY13" fmla="*/ 1217440 h 1560620"/>
                    <a:gd name="connsiteX14" fmla="*/ 62916 w 3480752"/>
                    <a:gd name="connsiteY14" fmla="*/ 34213 h 1560620"/>
                    <a:gd name="connsiteX15" fmla="*/ 0 w 3480752"/>
                    <a:gd name="connsiteY15" fmla="*/ 0 h 1560620"/>
                    <a:gd name="connsiteX16" fmla="*/ 62916 w 3480752"/>
                    <a:gd name="connsiteY16" fmla="*/ 34213 h 1560620"/>
                    <a:gd name="connsiteX17" fmla="*/ 57199 w 3480752"/>
                    <a:gd name="connsiteY17" fmla="*/ 31661 h 1560620"/>
                    <a:gd name="connsiteX18" fmla="*/ 0 w 3480752"/>
                    <a:gd name="connsiteY18" fmla="*/ 0 h 1560620"/>
                    <a:gd name="connsiteX0" fmla="*/ 62916 w 3480752"/>
                    <a:gd name="connsiteY0" fmla="*/ 34213 h 1560620"/>
                    <a:gd name="connsiteX1" fmla="*/ 114391 w 3480752"/>
                    <a:gd name="connsiteY1" fmla="*/ 57191 h 1560620"/>
                    <a:gd name="connsiteX2" fmla="*/ 694512 w 3480752"/>
                    <a:gd name="connsiteY2" fmla="*/ 277806 h 1560620"/>
                    <a:gd name="connsiteX3" fmla="*/ 702687 w 3480752"/>
                    <a:gd name="connsiteY3" fmla="*/ 277806 h 1560620"/>
                    <a:gd name="connsiteX4" fmla="*/ 833420 w 3480752"/>
                    <a:gd name="connsiteY4" fmla="*/ 310489 h 1560620"/>
                    <a:gd name="connsiteX5" fmla="*/ 1241959 w 3480752"/>
                    <a:gd name="connsiteY5" fmla="*/ 343172 h 1560620"/>
                    <a:gd name="connsiteX6" fmla="*/ 3480752 w 3480752"/>
                    <a:gd name="connsiteY6" fmla="*/ 1560620 h 1560620"/>
                    <a:gd name="connsiteX7" fmla="*/ 3064038 w 3480752"/>
                    <a:gd name="connsiteY7" fmla="*/ 1527929 h 1560620"/>
                    <a:gd name="connsiteX8" fmla="*/ 3057133 w 3480752"/>
                    <a:gd name="connsiteY8" fmla="*/ 1524163 h 1560620"/>
                    <a:gd name="connsiteX9" fmla="*/ 2941481 w 3480752"/>
                    <a:gd name="connsiteY9" fmla="*/ 1495246 h 1560620"/>
                    <a:gd name="connsiteX10" fmla="*/ 2933314 w 3480752"/>
                    <a:gd name="connsiteY10" fmla="*/ 1495246 h 1560620"/>
                    <a:gd name="connsiteX11" fmla="*/ 2353185 w 3480752"/>
                    <a:gd name="connsiteY11" fmla="*/ 1274639 h 1560620"/>
                    <a:gd name="connsiteX12" fmla="*/ 2238794 w 3480752"/>
                    <a:gd name="connsiteY12" fmla="*/ 1217440 h 1560620"/>
                    <a:gd name="connsiteX13" fmla="*/ 62916 w 3480752"/>
                    <a:gd name="connsiteY13" fmla="*/ 34213 h 1560620"/>
                    <a:gd name="connsiteX14" fmla="*/ 0 w 3480752"/>
                    <a:gd name="connsiteY14" fmla="*/ 0 h 1560620"/>
                    <a:gd name="connsiteX15" fmla="*/ 62916 w 3480752"/>
                    <a:gd name="connsiteY15" fmla="*/ 34213 h 1560620"/>
                    <a:gd name="connsiteX16" fmla="*/ 57199 w 3480752"/>
                    <a:gd name="connsiteY16" fmla="*/ 31661 h 1560620"/>
                    <a:gd name="connsiteX17" fmla="*/ 0 w 3480752"/>
                    <a:gd name="connsiteY17" fmla="*/ 0 h 1560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3480752" h="1560620">
                      <a:moveTo>
                        <a:pt x="62916" y="34213"/>
                      </a:moveTo>
                      <a:lnTo>
                        <a:pt x="114391" y="57191"/>
                      </a:lnTo>
                      <a:cubicBezTo>
                        <a:pt x="302323" y="147074"/>
                        <a:pt x="498413" y="220606"/>
                        <a:pt x="694512" y="277806"/>
                      </a:cubicBezTo>
                      <a:lnTo>
                        <a:pt x="702687" y="277806"/>
                      </a:lnTo>
                      <a:cubicBezTo>
                        <a:pt x="743545" y="285981"/>
                        <a:pt x="784395" y="302314"/>
                        <a:pt x="833420" y="310489"/>
                      </a:cubicBezTo>
                      <a:lnTo>
                        <a:pt x="1241959" y="343172"/>
                      </a:lnTo>
                      <a:lnTo>
                        <a:pt x="3480752" y="1560620"/>
                      </a:lnTo>
                      <a:lnTo>
                        <a:pt x="3064038" y="1527929"/>
                      </a:lnTo>
                      <a:lnTo>
                        <a:pt x="3057133" y="1524163"/>
                      </a:lnTo>
                      <a:lnTo>
                        <a:pt x="2941481" y="1495246"/>
                      </a:lnTo>
                      <a:lnTo>
                        <a:pt x="2933314" y="1495246"/>
                      </a:lnTo>
                      <a:cubicBezTo>
                        <a:pt x="2737215" y="1446221"/>
                        <a:pt x="2541108" y="1372688"/>
                        <a:pt x="2353185" y="1274639"/>
                      </a:cubicBezTo>
                      <a:cubicBezTo>
                        <a:pt x="2312335" y="1258298"/>
                        <a:pt x="2279652" y="1241956"/>
                        <a:pt x="2238794" y="1217440"/>
                      </a:cubicBezTo>
                      <a:lnTo>
                        <a:pt x="62916" y="34213"/>
                      </a:lnTo>
                      <a:close/>
                      <a:moveTo>
                        <a:pt x="0" y="0"/>
                      </a:moveTo>
                      <a:lnTo>
                        <a:pt x="62916" y="34213"/>
                      </a:lnTo>
                      <a:lnTo>
                        <a:pt x="57199" y="31661"/>
                      </a:lnTo>
                      <a:cubicBezTo>
                        <a:pt x="38815" y="22469"/>
                        <a:pt x="20429" y="12254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44" name="Freeform: Shape 143">
                  <a:extLst>
                    <a:ext uri="{FF2B5EF4-FFF2-40B4-BE49-F238E27FC236}">
                      <a16:creationId xmlns:a16="http://schemas.microsoft.com/office/drawing/2014/main" xmlns="" id="{8E8DB34B-B88D-4347-B321-7D8FAF44FA1B}"/>
                    </a:ext>
                  </a:extLst>
                </p:cNvPr>
                <p:cNvSpPr/>
                <p:nvPr/>
              </p:nvSpPr>
              <p:spPr>
                <a:xfrm>
                  <a:off x="3023223" y="4576005"/>
                  <a:ext cx="257175" cy="133350"/>
                </a:xfrm>
                <a:custGeom>
                  <a:avLst/>
                  <a:gdLst>
                    <a:gd name="connsiteX0" fmla="*/ 260032 w 257175"/>
                    <a:gd name="connsiteY0" fmla="*/ 141922 h 133350"/>
                    <a:gd name="connsiteX1" fmla="*/ 0 w 257175"/>
                    <a:gd name="connsiteY1" fmla="*/ 0 h 133350"/>
                    <a:gd name="connsiteX2" fmla="*/ 952 w 257175"/>
                    <a:gd name="connsiteY2" fmla="*/ 0 h 133350"/>
                    <a:gd name="connsiteX3" fmla="*/ 260032 w 257175"/>
                    <a:gd name="connsiteY3" fmla="*/ 141922 h 133350"/>
                    <a:gd name="connsiteX4" fmla="*/ 260032 w 257175"/>
                    <a:gd name="connsiteY4" fmla="*/ 141922 h 133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7175" h="133350">
                      <a:moveTo>
                        <a:pt x="260032" y="141922"/>
                      </a:moveTo>
                      <a:lnTo>
                        <a:pt x="0" y="0"/>
                      </a:lnTo>
                      <a:cubicBezTo>
                        <a:pt x="0" y="0"/>
                        <a:pt x="952" y="0"/>
                        <a:pt x="952" y="0"/>
                      </a:cubicBezTo>
                      <a:lnTo>
                        <a:pt x="260032" y="141922"/>
                      </a:lnTo>
                      <a:cubicBezTo>
                        <a:pt x="260985" y="141922"/>
                        <a:pt x="260985" y="141922"/>
                        <a:pt x="260032" y="141922"/>
                      </a:cubicBezTo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45" name="Freeform: Shape 144">
                  <a:extLst>
                    <a:ext uri="{FF2B5EF4-FFF2-40B4-BE49-F238E27FC236}">
                      <a16:creationId xmlns:a16="http://schemas.microsoft.com/office/drawing/2014/main" xmlns="" id="{7872BA3E-8AD2-4FD0-99B8-768D5AE20E0D}"/>
                    </a:ext>
                  </a:extLst>
                </p:cNvPr>
                <p:cNvSpPr/>
                <p:nvPr/>
              </p:nvSpPr>
              <p:spPr>
                <a:xfrm>
                  <a:off x="2706138" y="4925573"/>
                  <a:ext cx="257175" cy="485775"/>
                </a:xfrm>
                <a:custGeom>
                  <a:avLst/>
                  <a:gdLst>
                    <a:gd name="connsiteX0" fmla="*/ 260033 w 257175"/>
                    <a:gd name="connsiteY0" fmla="*/ 486727 h 485775"/>
                    <a:gd name="connsiteX1" fmla="*/ 0 w 257175"/>
                    <a:gd name="connsiteY1" fmla="*/ 344805 h 485775"/>
                    <a:gd name="connsiteX2" fmla="*/ 953 w 257175"/>
                    <a:gd name="connsiteY2" fmla="*/ 0 h 485775"/>
                    <a:gd name="connsiteX3" fmla="*/ 260985 w 257175"/>
                    <a:gd name="connsiteY3" fmla="*/ 141922 h 4857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7175" h="485775">
                      <a:moveTo>
                        <a:pt x="260033" y="486727"/>
                      </a:moveTo>
                      <a:lnTo>
                        <a:pt x="0" y="344805"/>
                      </a:lnTo>
                      <a:lnTo>
                        <a:pt x="953" y="0"/>
                      </a:lnTo>
                      <a:lnTo>
                        <a:pt x="260985" y="14192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46" name="Freeform: Shape 145">
                  <a:extLst>
                    <a:ext uri="{FF2B5EF4-FFF2-40B4-BE49-F238E27FC236}">
                      <a16:creationId xmlns:a16="http://schemas.microsoft.com/office/drawing/2014/main" xmlns="" id="{943D25C2-FE71-4163-9186-5BD8047B96F7}"/>
                    </a:ext>
                  </a:extLst>
                </p:cNvPr>
                <p:cNvSpPr/>
                <p:nvPr/>
              </p:nvSpPr>
              <p:spPr>
                <a:xfrm>
                  <a:off x="2987522" y="3640652"/>
                  <a:ext cx="660036" cy="1102854"/>
                </a:xfrm>
                <a:custGeom>
                  <a:avLst/>
                  <a:gdLst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452605 w 661035"/>
                    <a:gd name="connsiteY8" fmla="*/ 914311 h 1099185"/>
                    <a:gd name="connsiteX9" fmla="*/ 451949 w 661035"/>
                    <a:gd name="connsiteY9" fmla="*/ 914906 h 1099185"/>
                    <a:gd name="connsiteX10" fmla="*/ 500063 w 661035"/>
                    <a:gd name="connsiteY10" fmla="*/ 941070 h 1099185"/>
                    <a:gd name="connsiteX11" fmla="*/ 451485 w 661035"/>
                    <a:gd name="connsiteY11" fmla="*/ 989648 h 1099185"/>
                    <a:gd name="connsiteX12" fmla="*/ 396629 w 661035"/>
                    <a:gd name="connsiteY12" fmla="*/ 1033155 h 1099185"/>
                    <a:gd name="connsiteX13" fmla="*/ 397193 w 661035"/>
                    <a:gd name="connsiteY13" fmla="*/ 1033462 h 1099185"/>
                    <a:gd name="connsiteX14" fmla="*/ 320041 w 661035"/>
                    <a:gd name="connsiteY14" fmla="*/ 1076325 h 1099185"/>
                    <a:gd name="connsiteX15" fmla="*/ 291343 w 661035"/>
                    <a:gd name="connsiteY15" fmla="*/ 1060767 h 1099185"/>
                    <a:gd name="connsiteX16" fmla="*/ 290403 w 661035"/>
                    <a:gd name="connsiteY16" fmla="*/ 1061621 h 1099185"/>
                    <a:gd name="connsiteX17" fmla="*/ 319088 w 661035"/>
                    <a:gd name="connsiteY17" fmla="*/ 1077277 h 1099185"/>
                    <a:gd name="connsiteX18" fmla="*/ 260985 w 661035"/>
                    <a:gd name="connsiteY18" fmla="*/ 1099185 h 1099185"/>
                    <a:gd name="connsiteX19" fmla="*/ 0 w 661035"/>
                    <a:gd name="connsiteY19" fmla="*/ 957262 h 1099185"/>
                    <a:gd name="connsiteX20" fmla="*/ 59055 w 661035"/>
                    <a:gd name="connsiteY20" fmla="*/ 935355 h 1099185"/>
                    <a:gd name="connsiteX21" fmla="*/ 284314 w 661035"/>
                    <a:gd name="connsiteY21" fmla="*/ 1058298 h 1099185"/>
                    <a:gd name="connsiteX22" fmla="*/ 284516 w 661035"/>
                    <a:gd name="connsiteY22" fmla="*/ 1057066 h 1099185"/>
                    <a:gd name="connsiteX23" fmla="*/ 60008 w 661035"/>
                    <a:gd name="connsiteY23" fmla="*/ 935355 h 1099185"/>
                    <a:gd name="connsiteX24" fmla="*/ 135745 w 661035"/>
                    <a:gd name="connsiteY24" fmla="*/ 891807 h 1099185"/>
                    <a:gd name="connsiteX25" fmla="*/ 135255 w 661035"/>
                    <a:gd name="connsiteY25" fmla="*/ 891540 h 1099185"/>
                    <a:gd name="connsiteX26" fmla="*/ 190500 w 661035"/>
                    <a:gd name="connsiteY26" fmla="*/ 847725 h 1099185"/>
                    <a:gd name="connsiteX27" fmla="*/ 239078 w 661035"/>
                    <a:gd name="connsiteY27" fmla="*/ 799148 h 1099185"/>
                    <a:gd name="connsiteX28" fmla="*/ 319738 w 661035"/>
                    <a:gd name="connsiteY28" fmla="*/ 843010 h 1099185"/>
                    <a:gd name="connsiteX29" fmla="*/ 319882 w 661035"/>
                    <a:gd name="connsiteY29" fmla="*/ 842137 h 1099185"/>
                    <a:gd name="connsiteX30" fmla="*/ 239078 w 661035"/>
                    <a:gd name="connsiteY30" fmla="*/ 798196 h 1099185"/>
                    <a:gd name="connsiteX31" fmla="*/ 277307 w 661035"/>
                    <a:gd name="connsiteY31" fmla="*/ 750642 h 1099185"/>
                    <a:gd name="connsiteX32" fmla="*/ 277178 w 661035"/>
                    <a:gd name="connsiteY32" fmla="*/ 750571 h 1099185"/>
                    <a:gd name="connsiteX33" fmla="*/ 284798 w 661035"/>
                    <a:gd name="connsiteY33" fmla="*/ 740093 h 1099185"/>
                    <a:gd name="connsiteX34" fmla="*/ 323850 w 661035"/>
                    <a:gd name="connsiteY34" fmla="*/ 676275 h 1099185"/>
                    <a:gd name="connsiteX35" fmla="*/ 359092 w 661035"/>
                    <a:gd name="connsiteY35" fmla="*/ 597218 h 1099185"/>
                    <a:gd name="connsiteX36" fmla="*/ 220980 w 661035"/>
                    <a:gd name="connsiteY36" fmla="*/ 0 h 1099185"/>
                    <a:gd name="connsiteX37" fmla="*/ 481965 w 661035"/>
                    <a:gd name="connsiteY37" fmla="*/ 141922 h 1099185"/>
                    <a:gd name="connsiteX38" fmla="*/ 575310 w 661035"/>
                    <a:gd name="connsiteY38" fmla="*/ 214313 h 1099185"/>
                    <a:gd name="connsiteX39" fmla="*/ 661035 w 661035"/>
                    <a:gd name="connsiteY39" fmla="*/ 504825 h 1099185"/>
                    <a:gd name="connsiteX40" fmla="*/ 621030 w 661035"/>
                    <a:gd name="connsiteY40" fmla="*/ 739140 h 1099185"/>
                    <a:gd name="connsiteX41" fmla="*/ 360045 w 661035"/>
                    <a:gd name="connsiteY41" fmla="*/ 597218 h 1099185"/>
                    <a:gd name="connsiteX42" fmla="*/ 400050 w 661035"/>
                    <a:gd name="connsiteY42" fmla="*/ 362902 h 1099185"/>
                    <a:gd name="connsiteX43" fmla="*/ 314325 w 661035"/>
                    <a:gd name="connsiteY43" fmla="*/ 72390 h 1099185"/>
                    <a:gd name="connsiteX44" fmla="*/ 220980 w 661035"/>
                    <a:gd name="connsiteY44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452605 w 661035"/>
                    <a:gd name="connsiteY8" fmla="*/ 914311 h 1099185"/>
                    <a:gd name="connsiteX9" fmla="*/ 451949 w 661035"/>
                    <a:gd name="connsiteY9" fmla="*/ 914906 h 1099185"/>
                    <a:gd name="connsiteX10" fmla="*/ 500063 w 661035"/>
                    <a:gd name="connsiteY10" fmla="*/ 941070 h 1099185"/>
                    <a:gd name="connsiteX11" fmla="*/ 451485 w 661035"/>
                    <a:gd name="connsiteY11" fmla="*/ 989648 h 1099185"/>
                    <a:gd name="connsiteX12" fmla="*/ 396629 w 661035"/>
                    <a:gd name="connsiteY12" fmla="*/ 1033155 h 1099185"/>
                    <a:gd name="connsiteX13" fmla="*/ 397193 w 661035"/>
                    <a:gd name="connsiteY13" fmla="*/ 1033462 h 1099185"/>
                    <a:gd name="connsiteX14" fmla="*/ 320041 w 661035"/>
                    <a:gd name="connsiteY14" fmla="*/ 1076325 h 1099185"/>
                    <a:gd name="connsiteX15" fmla="*/ 291343 w 661035"/>
                    <a:gd name="connsiteY15" fmla="*/ 1060767 h 1099185"/>
                    <a:gd name="connsiteX16" fmla="*/ 290403 w 661035"/>
                    <a:gd name="connsiteY16" fmla="*/ 1061621 h 1099185"/>
                    <a:gd name="connsiteX17" fmla="*/ 319088 w 661035"/>
                    <a:gd name="connsiteY17" fmla="*/ 1077277 h 1099185"/>
                    <a:gd name="connsiteX18" fmla="*/ 260985 w 661035"/>
                    <a:gd name="connsiteY18" fmla="*/ 1099185 h 1099185"/>
                    <a:gd name="connsiteX19" fmla="*/ 0 w 661035"/>
                    <a:gd name="connsiteY19" fmla="*/ 957262 h 1099185"/>
                    <a:gd name="connsiteX20" fmla="*/ 59055 w 661035"/>
                    <a:gd name="connsiteY20" fmla="*/ 935355 h 1099185"/>
                    <a:gd name="connsiteX21" fmla="*/ 284314 w 661035"/>
                    <a:gd name="connsiteY21" fmla="*/ 1058298 h 1099185"/>
                    <a:gd name="connsiteX22" fmla="*/ 284516 w 661035"/>
                    <a:gd name="connsiteY22" fmla="*/ 1057066 h 1099185"/>
                    <a:gd name="connsiteX23" fmla="*/ 60008 w 661035"/>
                    <a:gd name="connsiteY23" fmla="*/ 935355 h 1099185"/>
                    <a:gd name="connsiteX24" fmla="*/ 135745 w 661035"/>
                    <a:gd name="connsiteY24" fmla="*/ 891807 h 1099185"/>
                    <a:gd name="connsiteX25" fmla="*/ 135255 w 661035"/>
                    <a:gd name="connsiteY25" fmla="*/ 891540 h 1099185"/>
                    <a:gd name="connsiteX26" fmla="*/ 190500 w 661035"/>
                    <a:gd name="connsiteY26" fmla="*/ 847725 h 1099185"/>
                    <a:gd name="connsiteX27" fmla="*/ 239078 w 661035"/>
                    <a:gd name="connsiteY27" fmla="*/ 799148 h 1099185"/>
                    <a:gd name="connsiteX28" fmla="*/ 319738 w 661035"/>
                    <a:gd name="connsiteY28" fmla="*/ 843010 h 1099185"/>
                    <a:gd name="connsiteX29" fmla="*/ 239078 w 661035"/>
                    <a:gd name="connsiteY29" fmla="*/ 798196 h 1099185"/>
                    <a:gd name="connsiteX30" fmla="*/ 277307 w 661035"/>
                    <a:gd name="connsiteY30" fmla="*/ 750642 h 1099185"/>
                    <a:gd name="connsiteX31" fmla="*/ 277178 w 661035"/>
                    <a:gd name="connsiteY31" fmla="*/ 750571 h 1099185"/>
                    <a:gd name="connsiteX32" fmla="*/ 284798 w 661035"/>
                    <a:gd name="connsiteY32" fmla="*/ 740093 h 1099185"/>
                    <a:gd name="connsiteX33" fmla="*/ 323850 w 661035"/>
                    <a:gd name="connsiteY33" fmla="*/ 676275 h 1099185"/>
                    <a:gd name="connsiteX34" fmla="*/ 359092 w 661035"/>
                    <a:gd name="connsiteY34" fmla="*/ 597218 h 1099185"/>
                    <a:gd name="connsiteX35" fmla="*/ 220980 w 661035"/>
                    <a:gd name="connsiteY35" fmla="*/ 0 h 1099185"/>
                    <a:gd name="connsiteX36" fmla="*/ 481965 w 661035"/>
                    <a:gd name="connsiteY36" fmla="*/ 141922 h 1099185"/>
                    <a:gd name="connsiteX37" fmla="*/ 575310 w 661035"/>
                    <a:gd name="connsiteY37" fmla="*/ 214313 h 1099185"/>
                    <a:gd name="connsiteX38" fmla="*/ 661035 w 661035"/>
                    <a:gd name="connsiteY38" fmla="*/ 504825 h 1099185"/>
                    <a:gd name="connsiteX39" fmla="*/ 621030 w 661035"/>
                    <a:gd name="connsiteY39" fmla="*/ 739140 h 1099185"/>
                    <a:gd name="connsiteX40" fmla="*/ 360045 w 661035"/>
                    <a:gd name="connsiteY40" fmla="*/ 597218 h 1099185"/>
                    <a:gd name="connsiteX41" fmla="*/ 400050 w 661035"/>
                    <a:gd name="connsiteY41" fmla="*/ 362902 h 1099185"/>
                    <a:gd name="connsiteX42" fmla="*/ 314325 w 661035"/>
                    <a:gd name="connsiteY42" fmla="*/ 72390 h 1099185"/>
                    <a:gd name="connsiteX43" fmla="*/ 220980 w 661035"/>
                    <a:gd name="connsiteY43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452605 w 661035"/>
                    <a:gd name="connsiteY8" fmla="*/ 914311 h 1099185"/>
                    <a:gd name="connsiteX9" fmla="*/ 500063 w 661035"/>
                    <a:gd name="connsiteY9" fmla="*/ 941070 h 1099185"/>
                    <a:gd name="connsiteX10" fmla="*/ 451485 w 661035"/>
                    <a:gd name="connsiteY10" fmla="*/ 989648 h 1099185"/>
                    <a:gd name="connsiteX11" fmla="*/ 396629 w 661035"/>
                    <a:gd name="connsiteY11" fmla="*/ 1033155 h 1099185"/>
                    <a:gd name="connsiteX12" fmla="*/ 397193 w 661035"/>
                    <a:gd name="connsiteY12" fmla="*/ 1033462 h 1099185"/>
                    <a:gd name="connsiteX13" fmla="*/ 320041 w 661035"/>
                    <a:gd name="connsiteY13" fmla="*/ 1076325 h 1099185"/>
                    <a:gd name="connsiteX14" fmla="*/ 291343 w 661035"/>
                    <a:gd name="connsiteY14" fmla="*/ 1060767 h 1099185"/>
                    <a:gd name="connsiteX15" fmla="*/ 290403 w 661035"/>
                    <a:gd name="connsiteY15" fmla="*/ 1061621 h 1099185"/>
                    <a:gd name="connsiteX16" fmla="*/ 319088 w 661035"/>
                    <a:gd name="connsiteY16" fmla="*/ 1077277 h 1099185"/>
                    <a:gd name="connsiteX17" fmla="*/ 260985 w 661035"/>
                    <a:gd name="connsiteY17" fmla="*/ 1099185 h 1099185"/>
                    <a:gd name="connsiteX18" fmla="*/ 0 w 661035"/>
                    <a:gd name="connsiteY18" fmla="*/ 957262 h 1099185"/>
                    <a:gd name="connsiteX19" fmla="*/ 59055 w 661035"/>
                    <a:gd name="connsiteY19" fmla="*/ 935355 h 1099185"/>
                    <a:gd name="connsiteX20" fmla="*/ 284314 w 661035"/>
                    <a:gd name="connsiteY20" fmla="*/ 1058298 h 1099185"/>
                    <a:gd name="connsiteX21" fmla="*/ 284516 w 661035"/>
                    <a:gd name="connsiteY21" fmla="*/ 1057066 h 1099185"/>
                    <a:gd name="connsiteX22" fmla="*/ 60008 w 661035"/>
                    <a:gd name="connsiteY22" fmla="*/ 935355 h 1099185"/>
                    <a:gd name="connsiteX23" fmla="*/ 135745 w 661035"/>
                    <a:gd name="connsiteY23" fmla="*/ 891807 h 1099185"/>
                    <a:gd name="connsiteX24" fmla="*/ 135255 w 661035"/>
                    <a:gd name="connsiteY24" fmla="*/ 891540 h 1099185"/>
                    <a:gd name="connsiteX25" fmla="*/ 190500 w 661035"/>
                    <a:gd name="connsiteY25" fmla="*/ 847725 h 1099185"/>
                    <a:gd name="connsiteX26" fmla="*/ 239078 w 661035"/>
                    <a:gd name="connsiteY26" fmla="*/ 799148 h 1099185"/>
                    <a:gd name="connsiteX27" fmla="*/ 319738 w 661035"/>
                    <a:gd name="connsiteY27" fmla="*/ 843010 h 1099185"/>
                    <a:gd name="connsiteX28" fmla="*/ 239078 w 661035"/>
                    <a:gd name="connsiteY28" fmla="*/ 798196 h 1099185"/>
                    <a:gd name="connsiteX29" fmla="*/ 277307 w 661035"/>
                    <a:gd name="connsiteY29" fmla="*/ 750642 h 1099185"/>
                    <a:gd name="connsiteX30" fmla="*/ 277178 w 661035"/>
                    <a:gd name="connsiteY30" fmla="*/ 750571 h 1099185"/>
                    <a:gd name="connsiteX31" fmla="*/ 284798 w 661035"/>
                    <a:gd name="connsiteY31" fmla="*/ 740093 h 1099185"/>
                    <a:gd name="connsiteX32" fmla="*/ 323850 w 661035"/>
                    <a:gd name="connsiteY32" fmla="*/ 676275 h 1099185"/>
                    <a:gd name="connsiteX33" fmla="*/ 359092 w 661035"/>
                    <a:gd name="connsiteY33" fmla="*/ 597218 h 1099185"/>
                    <a:gd name="connsiteX34" fmla="*/ 220980 w 661035"/>
                    <a:gd name="connsiteY34" fmla="*/ 0 h 1099185"/>
                    <a:gd name="connsiteX35" fmla="*/ 481965 w 661035"/>
                    <a:gd name="connsiteY35" fmla="*/ 141922 h 1099185"/>
                    <a:gd name="connsiteX36" fmla="*/ 575310 w 661035"/>
                    <a:gd name="connsiteY36" fmla="*/ 214313 h 1099185"/>
                    <a:gd name="connsiteX37" fmla="*/ 661035 w 661035"/>
                    <a:gd name="connsiteY37" fmla="*/ 504825 h 1099185"/>
                    <a:gd name="connsiteX38" fmla="*/ 621030 w 661035"/>
                    <a:gd name="connsiteY38" fmla="*/ 739140 h 1099185"/>
                    <a:gd name="connsiteX39" fmla="*/ 360045 w 661035"/>
                    <a:gd name="connsiteY39" fmla="*/ 597218 h 1099185"/>
                    <a:gd name="connsiteX40" fmla="*/ 400050 w 661035"/>
                    <a:gd name="connsiteY40" fmla="*/ 362902 h 1099185"/>
                    <a:gd name="connsiteX41" fmla="*/ 314325 w 661035"/>
                    <a:gd name="connsiteY41" fmla="*/ 72390 h 1099185"/>
                    <a:gd name="connsiteX42" fmla="*/ 220980 w 661035"/>
                    <a:gd name="connsiteY42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291343 w 661035"/>
                    <a:gd name="connsiteY13" fmla="*/ 1060767 h 1099185"/>
                    <a:gd name="connsiteX14" fmla="*/ 290403 w 661035"/>
                    <a:gd name="connsiteY14" fmla="*/ 1061621 h 1099185"/>
                    <a:gd name="connsiteX15" fmla="*/ 319088 w 661035"/>
                    <a:gd name="connsiteY15" fmla="*/ 1077277 h 1099185"/>
                    <a:gd name="connsiteX16" fmla="*/ 260985 w 661035"/>
                    <a:gd name="connsiteY16" fmla="*/ 1099185 h 1099185"/>
                    <a:gd name="connsiteX17" fmla="*/ 0 w 661035"/>
                    <a:gd name="connsiteY17" fmla="*/ 957262 h 1099185"/>
                    <a:gd name="connsiteX18" fmla="*/ 59055 w 661035"/>
                    <a:gd name="connsiteY18" fmla="*/ 935355 h 1099185"/>
                    <a:gd name="connsiteX19" fmla="*/ 284314 w 661035"/>
                    <a:gd name="connsiteY19" fmla="*/ 1058298 h 1099185"/>
                    <a:gd name="connsiteX20" fmla="*/ 284516 w 661035"/>
                    <a:gd name="connsiteY20" fmla="*/ 1057066 h 1099185"/>
                    <a:gd name="connsiteX21" fmla="*/ 60008 w 661035"/>
                    <a:gd name="connsiteY21" fmla="*/ 935355 h 1099185"/>
                    <a:gd name="connsiteX22" fmla="*/ 135745 w 661035"/>
                    <a:gd name="connsiteY22" fmla="*/ 891807 h 1099185"/>
                    <a:gd name="connsiteX23" fmla="*/ 135255 w 661035"/>
                    <a:gd name="connsiteY23" fmla="*/ 891540 h 1099185"/>
                    <a:gd name="connsiteX24" fmla="*/ 190500 w 661035"/>
                    <a:gd name="connsiteY24" fmla="*/ 847725 h 1099185"/>
                    <a:gd name="connsiteX25" fmla="*/ 239078 w 661035"/>
                    <a:gd name="connsiteY25" fmla="*/ 799148 h 1099185"/>
                    <a:gd name="connsiteX26" fmla="*/ 319738 w 661035"/>
                    <a:gd name="connsiteY26" fmla="*/ 843010 h 1099185"/>
                    <a:gd name="connsiteX27" fmla="*/ 239078 w 661035"/>
                    <a:gd name="connsiteY27" fmla="*/ 798196 h 1099185"/>
                    <a:gd name="connsiteX28" fmla="*/ 277307 w 661035"/>
                    <a:gd name="connsiteY28" fmla="*/ 750642 h 1099185"/>
                    <a:gd name="connsiteX29" fmla="*/ 277178 w 661035"/>
                    <a:gd name="connsiteY29" fmla="*/ 750571 h 1099185"/>
                    <a:gd name="connsiteX30" fmla="*/ 284798 w 661035"/>
                    <a:gd name="connsiteY30" fmla="*/ 740093 h 1099185"/>
                    <a:gd name="connsiteX31" fmla="*/ 323850 w 661035"/>
                    <a:gd name="connsiteY31" fmla="*/ 676275 h 1099185"/>
                    <a:gd name="connsiteX32" fmla="*/ 359092 w 661035"/>
                    <a:gd name="connsiteY32" fmla="*/ 597218 h 1099185"/>
                    <a:gd name="connsiteX33" fmla="*/ 220980 w 661035"/>
                    <a:gd name="connsiteY33" fmla="*/ 0 h 1099185"/>
                    <a:gd name="connsiteX34" fmla="*/ 481965 w 661035"/>
                    <a:gd name="connsiteY34" fmla="*/ 141922 h 1099185"/>
                    <a:gd name="connsiteX35" fmla="*/ 575310 w 661035"/>
                    <a:gd name="connsiteY35" fmla="*/ 214313 h 1099185"/>
                    <a:gd name="connsiteX36" fmla="*/ 661035 w 661035"/>
                    <a:gd name="connsiteY36" fmla="*/ 504825 h 1099185"/>
                    <a:gd name="connsiteX37" fmla="*/ 621030 w 661035"/>
                    <a:gd name="connsiteY37" fmla="*/ 739140 h 1099185"/>
                    <a:gd name="connsiteX38" fmla="*/ 360045 w 661035"/>
                    <a:gd name="connsiteY38" fmla="*/ 597218 h 1099185"/>
                    <a:gd name="connsiteX39" fmla="*/ 400050 w 661035"/>
                    <a:gd name="connsiteY39" fmla="*/ 362902 h 1099185"/>
                    <a:gd name="connsiteX40" fmla="*/ 314325 w 661035"/>
                    <a:gd name="connsiteY40" fmla="*/ 72390 h 1099185"/>
                    <a:gd name="connsiteX41" fmla="*/ 220980 w 661035"/>
                    <a:gd name="connsiteY41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291343 w 661035"/>
                    <a:gd name="connsiteY13" fmla="*/ 1060767 h 1099185"/>
                    <a:gd name="connsiteX14" fmla="*/ 290403 w 661035"/>
                    <a:gd name="connsiteY14" fmla="*/ 1061621 h 1099185"/>
                    <a:gd name="connsiteX15" fmla="*/ 319088 w 661035"/>
                    <a:gd name="connsiteY15" fmla="*/ 1077277 h 1099185"/>
                    <a:gd name="connsiteX16" fmla="*/ 260985 w 661035"/>
                    <a:gd name="connsiteY16" fmla="*/ 1099185 h 1099185"/>
                    <a:gd name="connsiteX17" fmla="*/ 0 w 661035"/>
                    <a:gd name="connsiteY17" fmla="*/ 957262 h 1099185"/>
                    <a:gd name="connsiteX18" fmla="*/ 59055 w 661035"/>
                    <a:gd name="connsiteY18" fmla="*/ 935355 h 1099185"/>
                    <a:gd name="connsiteX19" fmla="*/ 284314 w 661035"/>
                    <a:gd name="connsiteY19" fmla="*/ 1058298 h 1099185"/>
                    <a:gd name="connsiteX20" fmla="*/ 284516 w 661035"/>
                    <a:gd name="connsiteY20" fmla="*/ 1057066 h 1099185"/>
                    <a:gd name="connsiteX21" fmla="*/ 60008 w 661035"/>
                    <a:gd name="connsiteY21" fmla="*/ 935355 h 1099185"/>
                    <a:gd name="connsiteX22" fmla="*/ 135745 w 661035"/>
                    <a:gd name="connsiteY22" fmla="*/ 891807 h 1099185"/>
                    <a:gd name="connsiteX23" fmla="*/ 135255 w 661035"/>
                    <a:gd name="connsiteY23" fmla="*/ 891540 h 1099185"/>
                    <a:gd name="connsiteX24" fmla="*/ 190500 w 661035"/>
                    <a:gd name="connsiteY24" fmla="*/ 847725 h 1099185"/>
                    <a:gd name="connsiteX25" fmla="*/ 239078 w 661035"/>
                    <a:gd name="connsiteY25" fmla="*/ 799148 h 1099185"/>
                    <a:gd name="connsiteX26" fmla="*/ 239078 w 661035"/>
                    <a:gd name="connsiteY26" fmla="*/ 798196 h 1099185"/>
                    <a:gd name="connsiteX27" fmla="*/ 277307 w 661035"/>
                    <a:gd name="connsiteY27" fmla="*/ 750642 h 1099185"/>
                    <a:gd name="connsiteX28" fmla="*/ 277178 w 661035"/>
                    <a:gd name="connsiteY28" fmla="*/ 750571 h 1099185"/>
                    <a:gd name="connsiteX29" fmla="*/ 284798 w 661035"/>
                    <a:gd name="connsiteY29" fmla="*/ 740093 h 1099185"/>
                    <a:gd name="connsiteX30" fmla="*/ 323850 w 661035"/>
                    <a:gd name="connsiteY30" fmla="*/ 676275 h 1099185"/>
                    <a:gd name="connsiteX31" fmla="*/ 359092 w 661035"/>
                    <a:gd name="connsiteY31" fmla="*/ 597218 h 1099185"/>
                    <a:gd name="connsiteX32" fmla="*/ 220980 w 661035"/>
                    <a:gd name="connsiteY32" fmla="*/ 0 h 1099185"/>
                    <a:gd name="connsiteX33" fmla="*/ 481965 w 661035"/>
                    <a:gd name="connsiteY33" fmla="*/ 141922 h 1099185"/>
                    <a:gd name="connsiteX34" fmla="*/ 575310 w 661035"/>
                    <a:gd name="connsiteY34" fmla="*/ 214313 h 1099185"/>
                    <a:gd name="connsiteX35" fmla="*/ 661035 w 661035"/>
                    <a:gd name="connsiteY35" fmla="*/ 504825 h 1099185"/>
                    <a:gd name="connsiteX36" fmla="*/ 621030 w 661035"/>
                    <a:gd name="connsiteY36" fmla="*/ 739140 h 1099185"/>
                    <a:gd name="connsiteX37" fmla="*/ 360045 w 661035"/>
                    <a:gd name="connsiteY37" fmla="*/ 597218 h 1099185"/>
                    <a:gd name="connsiteX38" fmla="*/ 400050 w 661035"/>
                    <a:gd name="connsiteY38" fmla="*/ 362902 h 1099185"/>
                    <a:gd name="connsiteX39" fmla="*/ 314325 w 661035"/>
                    <a:gd name="connsiteY39" fmla="*/ 72390 h 1099185"/>
                    <a:gd name="connsiteX40" fmla="*/ 220980 w 661035"/>
                    <a:gd name="connsiteY40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291343 w 661035"/>
                    <a:gd name="connsiteY13" fmla="*/ 1060767 h 1099185"/>
                    <a:gd name="connsiteX14" fmla="*/ 290403 w 661035"/>
                    <a:gd name="connsiteY14" fmla="*/ 1061621 h 1099185"/>
                    <a:gd name="connsiteX15" fmla="*/ 319088 w 661035"/>
                    <a:gd name="connsiteY15" fmla="*/ 1077277 h 1099185"/>
                    <a:gd name="connsiteX16" fmla="*/ 260985 w 661035"/>
                    <a:gd name="connsiteY16" fmla="*/ 1099185 h 1099185"/>
                    <a:gd name="connsiteX17" fmla="*/ 0 w 661035"/>
                    <a:gd name="connsiteY17" fmla="*/ 957262 h 1099185"/>
                    <a:gd name="connsiteX18" fmla="*/ 59055 w 661035"/>
                    <a:gd name="connsiteY18" fmla="*/ 935355 h 1099185"/>
                    <a:gd name="connsiteX19" fmla="*/ 284314 w 661035"/>
                    <a:gd name="connsiteY19" fmla="*/ 1058298 h 1099185"/>
                    <a:gd name="connsiteX20" fmla="*/ 60008 w 661035"/>
                    <a:gd name="connsiteY20" fmla="*/ 935355 h 1099185"/>
                    <a:gd name="connsiteX21" fmla="*/ 135745 w 661035"/>
                    <a:gd name="connsiteY21" fmla="*/ 891807 h 1099185"/>
                    <a:gd name="connsiteX22" fmla="*/ 135255 w 661035"/>
                    <a:gd name="connsiteY22" fmla="*/ 891540 h 1099185"/>
                    <a:gd name="connsiteX23" fmla="*/ 190500 w 661035"/>
                    <a:gd name="connsiteY23" fmla="*/ 847725 h 1099185"/>
                    <a:gd name="connsiteX24" fmla="*/ 239078 w 661035"/>
                    <a:gd name="connsiteY24" fmla="*/ 799148 h 1099185"/>
                    <a:gd name="connsiteX25" fmla="*/ 239078 w 661035"/>
                    <a:gd name="connsiteY25" fmla="*/ 798196 h 1099185"/>
                    <a:gd name="connsiteX26" fmla="*/ 277307 w 661035"/>
                    <a:gd name="connsiteY26" fmla="*/ 750642 h 1099185"/>
                    <a:gd name="connsiteX27" fmla="*/ 277178 w 661035"/>
                    <a:gd name="connsiteY27" fmla="*/ 750571 h 1099185"/>
                    <a:gd name="connsiteX28" fmla="*/ 284798 w 661035"/>
                    <a:gd name="connsiteY28" fmla="*/ 740093 h 1099185"/>
                    <a:gd name="connsiteX29" fmla="*/ 323850 w 661035"/>
                    <a:gd name="connsiteY29" fmla="*/ 676275 h 1099185"/>
                    <a:gd name="connsiteX30" fmla="*/ 359092 w 661035"/>
                    <a:gd name="connsiteY30" fmla="*/ 597218 h 1099185"/>
                    <a:gd name="connsiteX31" fmla="*/ 220980 w 661035"/>
                    <a:gd name="connsiteY31" fmla="*/ 0 h 1099185"/>
                    <a:gd name="connsiteX32" fmla="*/ 481965 w 661035"/>
                    <a:gd name="connsiteY32" fmla="*/ 141922 h 1099185"/>
                    <a:gd name="connsiteX33" fmla="*/ 575310 w 661035"/>
                    <a:gd name="connsiteY33" fmla="*/ 214313 h 1099185"/>
                    <a:gd name="connsiteX34" fmla="*/ 661035 w 661035"/>
                    <a:gd name="connsiteY34" fmla="*/ 504825 h 1099185"/>
                    <a:gd name="connsiteX35" fmla="*/ 621030 w 661035"/>
                    <a:gd name="connsiteY35" fmla="*/ 739140 h 1099185"/>
                    <a:gd name="connsiteX36" fmla="*/ 360045 w 661035"/>
                    <a:gd name="connsiteY36" fmla="*/ 597218 h 1099185"/>
                    <a:gd name="connsiteX37" fmla="*/ 400050 w 661035"/>
                    <a:gd name="connsiteY37" fmla="*/ 362902 h 1099185"/>
                    <a:gd name="connsiteX38" fmla="*/ 314325 w 661035"/>
                    <a:gd name="connsiteY38" fmla="*/ 72390 h 1099185"/>
                    <a:gd name="connsiteX39" fmla="*/ 220980 w 661035"/>
                    <a:gd name="connsiteY39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291343 w 661035"/>
                    <a:gd name="connsiteY13" fmla="*/ 1060767 h 1099185"/>
                    <a:gd name="connsiteX14" fmla="*/ 290403 w 661035"/>
                    <a:gd name="connsiteY14" fmla="*/ 1061621 h 1099185"/>
                    <a:gd name="connsiteX15" fmla="*/ 319088 w 661035"/>
                    <a:gd name="connsiteY15" fmla="*/ 1077277 h 1099185"/>
                    <a:gd name="connsiteX16" fmla="*/ 260985 w 661035"/>
                    <a:gd name="connsiteY16" fmla="*/ 1099185 h 1099185"/>
                    <a:gd name="connsiteX17" fmla="*/ 0 w 661035"/>
                    <a:gd name="connsiteY17" fmla="*/ 957262 h 1099185"/>
                    <a:gd name="connsiteX18" fmla="*/ 59055 w 661035"/>
                    <a:gd name="connsiteY18" fmla="*/ 935355 h 1099185"/>
                    <a:gd name="connsiteX19" fmla="*/ 60008 w 661035"/>
                    <a:gd name="connsiteY19" fmla="*/ 935355 h 1099185"/>
                    <a:gd name="connsiteX20" fmla="*/ 135745 w 661035"/>
                    <a:gd name="connsiteY20" fmla="*/ 891807 h 1099185"/>
                    <a:gd name="connsiteX21" fmla="*/ 135255 w 661035"/>
                    <a:gd name="connsiteY21" fmla="*/ 891540 h 1099185"/>
                    <a:gd name="connsiteX22" fmla="*/ 190500 w 661035"/>
                    <a:gd name="connsiteY22" fmla="*/ 847725 h 1099185"/>
                    <a:gd name="connsiteX23" fmla="*/ 239078 w 661035"/>
                    <a:gd name="connsiteY23" fmla="*/ 799148 h 1099185"/>
                    <a:gd name="connsiteX24" fmla="*/ 239078 w 661035"/>
                    <a:gd name="connsiteY24" fmla="*/ 798196 h 1099185"/>
                    <a:gd name="connsiteX25" fmla="*/ 277307 w 661035"/>
                    <a:gd name="connsiteY25" fmla="*/ 750642 h 1099185"/>
                    <a:gd name="connsiteX26" fmla="*/ 277178 w 661035"/>
                    <a:gd name="connsiteY26" fmla="*/ 750571 h 1099185"/>
                    <a:gd name="connsiteX27" fmla="*/ 284798 w 661035"/>
                    <a:gd name="connsiteY27" fmla="*/ 740093 h 1099185"/>
                    <a:gd name="connsiteX28" fmla="*/ 323850 w 661035"/>
                    <a:gd name="connsiteY28" fmla="*/ 676275 h 1099185"/>
                    <a:gd name="connsiteX29" fmla="*/ 359092 w 661035"/>
                    <a:gd name="connsiteY29" fmla="*/ 597218 h 1099185"/>
                    <a:gd name="connsiteX30" fmla="*/ 220980 w 661035"/>
                    <a:gd name="connsiteY30" fmla="*/ 0 h 1099185"/>
                    <a:gd name="connsiteX31" fmla="*/ 481965 w 661035"/>
                    <a:gd name="connsiteY31" fmla="*/ 141922 h 1099185"/>
                    <a:gd name="connsiteX32" fmla="*/ 575310 w 661035"/>
                    <a:gd name="connsiteY32" fmla="*/ 214313 h 1099185"/>
                    <a:gd name="connsiteX33" fmla="*/ 661035 w 661035"/>
                    <a:gd name="connsiteY33" fmla="*/ 504825 h 1099185"/>
                    <a:gd name="connsiteX34" fmla="*/ 621030 w 661035"/>
                    <a:gd name="connsiteY34" fmla="*/ 739140 h 1099185"/>
                    <a:gd name="connsiteX35" fmla="*/ 360045 w 661035"/>
                    <a:gd name="connsiteY35" fmla="*/ 597218 h 1099185"/>
                    <a:gd name="connsiteX36" fmla="*/ 400050 w 661035"/>
                    <a:gd name="connsiteY36" fmla="*/ 362902 h 1099185"/>
                    <a:gd name="connsiteX37" fmla="*/ 314325 w 661035"/>
                    <a:gd name="connsiteY37" fmla="*/ 72390 h 1099185"/>
                    <a:gd name="connsiteX38" fmla="*/ 220980 w 661035"/>
                    <a:gd name="connsiteY38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291343 w 661035"/>
                    <a:gd name="connsiteY13" fmla="*/ 1060767 h 1099185"/>
                    <a:gd name="connsiteX14" fmla="*/ 319088 w 661035"/>
                    <a:gd name="connsiteY14" fmla="*/ 1077277 h 1099185"/>
                    <a:gd name="connsiteX15" fmla="*/ 260985 w 661035"/>
                    <a:gd name="connsiteY15" fmla="*/ 1099185 h 1099185"/>
                    <a:gd name="connsiteX16" fmla="*/ 0 w 661035"/>
                    <a:gd name="connsiteY16" fmla="*/ 957262 h 1099185"/>
                    <a:gd name="connsiteX17" fmla="*/ 59055 w 661035"/>
                    <a:gd name="connsiteY17" fmla="*/ 935355 h 1099185"/>
                    <a:gd name="connsiteX18" fmla="*/ 60008 w 661035"/>
                    <a:gd name="connsiteY18" fmla="*/ 935355 h 1099185"/>
                    <a:gd name="connsiteX19" fmla="*/ 135745 w 661035"/>
                    <a:gd name="connsiteY19" fmla="*/ 891807 h 1099185"/>
                    <a:gd name="connsiteX20" fmla="*/ 135255 w 661035"/>
                    <a:gd name="connsiteY20" fmla="*/ 891540 h 1099185"/>
                    <a:gd name="connsiteX21" fmla="*/ 190500 w 661035"/>
                    <a:gd name="connsiteY21" fmla="*/ 847725 h 1099185"/>
                    <a:gd name="connsiteX22" fmla="*/ 239078 w 661035"/>
                    <a:gd name="connsiteY22" fmla="*/ 799148 h 1099185"/>
                    <a:gd name="connsiteX23" fmla="*/ 239078 w 661035"/>
                    <a:gd name="connsiteY23" fmla="*/ 798196 h 1099185"/>
                    <a:gd name="connsiteX24" fmla="*/ 277307 w 661035"/>
                    <a:gd name="connsiteY24" fmla="*/ 750642 h 1099185"/>
                    <a:gd name="connsiteX25" fmla="*/ 277178 w 661035"/>
                    <a:gd name="connsiteY25" fmla="*/ 750571 h 1099185"/>
                    <a:gd name="connsiteX26" fmla="*/ 284798 w 661035"/>
                    <a:gd name="connsiteY26" fmla="*/ 740093 h 1099185"/>
                    <a:gd name="connsiteX27" fmla="*/ 323850 w 661035"/>
                    <a:gd name="connsiteY27" fmla="*/ 676275 h 1099185"/>
                    <a:gd name="connsiteX28" fmla="*/ 359092 w 661035"/>
                    <a:gd name="connsiteY28" fmla="*/ 597218 h 1099185"/>
                    <a:gd name="connsiteX29" fmla="*/ 220980 w 661035"/>
                    <a:gd name="connsiteY29" fmla="*/ 0 h 1099185"/>
                    <a:gd name="connsiteX30" fmla="*/ 481965 w 661035"/>
                    <a:gd name="connsiteY30" fmla="*/ 141922 h 1099185"/>
                    <a:gd name="connsiteX31" fmla="*/ 575310 w 661035"/>
                    <a:gd name="connsiteY31" fmla="*/ 214313 h 1099185"/>
                    <a:gd name="connsiteX32" fmla="*/ 661035 w 661035"/>
                    <a:gd name="connsiteY32" fmla="*/ 504825 h 1099185"/>
                    <a:gd name="connsiteX33" fmla="*/ 621030 w 661035"/>
                    <a:gd name="connsiteY33" fmla="*/ 739140 h 1099185"/>
                    <a:gd name="connsiteX34" fmla="*/ 360045 w 661035"/>
                    <a:gd name="connsiteY34" fmla="*/ 597218 h 1099185"/>
                    <a:gd name="connsiteX35" fmla="*/ 400050 w 661035"/>
                    <a:gd name="connsiteY35" fmla="*/ 362902 h 1099185"/>
                    <a:gd name="connsiteX36" fmla="*/ 314325 w 661035"/>
                    <a:gd name="connsiteY36" fmla="*/ 72390 h 1099185"/>
                    <a:gd name="connsiteX37" fmla="*/ 220980 w 661035"/>
                    <a:gd name="connsiteY37" fmla="*/ 0 h 1099185"/>
                    <a:gd name="connsiteX0" fmla="*/ 359092 w 661035"/>
                    <a:gd name="connsiteY0" fmla="*/ 597218 h 1099185"/>
                    <a:gd name="connsiteX1" fmla="*/ 620078 w 661035"/>
                    <a:gd name="connsiteY1" fmla="*/ 739140 h 1099185"/>
                    <a:gd name="connsiteX2" fmla="*/ 584835 w 661035"/>
                    <a:gd name="connsiteY2" fmla="*/ 818198 h 1099185"/>
                    <a:gd name="connsiteX3" fmla="*/ 584836 w 661035"/>
                    <a:gd name="connsiteY3" fmla="*/ 818198 h 1099185"/>
                    <a:gd name="connsiteX4" fmla="*/ 545783 w 661035"/>
                    <a:gd name="connsiteY4" fmla="*/ 882015 h 1099185"/>
                    <a:gd name="connsiteX5" fmla="*/ 538930 w 661035"/>
                    <a:gd name="connsiteY5" fmla="*/ 891439 h 1099185"/>
                    <a:gd name="connsiteX6" fmla="*/ 539116 w 661035"/>
                    <a:gd name="connsiteY6" fmla="*/ 891540 h 1099185"/>
                    <a:gd name="connsiteX7" fmla="*/ 500063 w 661035"/>
                    <a:gd name="connsiteY7" fmla="*/ 940118 h 1099185"/>
                    <a:gd name="connsiteX8" fmla="*/ 500063 w 661035"/>
                    <a:gd name="connsiteY8" fmla="*/ 941070 h 1099185"/>
                    <a:gd name="connsiteX9" fmla="*/ 451485 w 661035"/>
                    <a:gd name="connsiteY9" fmla="*/ 989648 h 1099185"/>
                    <a:gd name="connsiteX10" fmla="*/ 396629 w 661035"/>
                    <a:gd name="connsiteY10" fmla="*/ 1033155 h 1099185"/>
                    <a:gd name="connsiteX11" fmla="*/ 397193 w 661035"/>
                    <a:gd name="connsiteY11" fmla="*/ 1033462 h 1099185"/>
                    <a:gd name="connsiteX12" fmla="*/ 320041 w 661035"/>
                    <a:gd name="connsiteY12" fmla="*/ 1076325 h 1099185"/>
                    <a:gd name="connsiteX13" fmla="*/ 319088 w 661035"/>
                    <a:gd name="connsiteY13" fmla="*/ 1077277 h 1099185"/>
                    <a:gd name="connsiteX14" fmla="*/ 260985 w 661035"/>
                    <a:gd name="connsiteY14" fmla="*/ 1099185 h 1099185"/>
                    <a:gd name="connsiteX15" fmla="*/ 0 w 661035"/>
                    <a:gd name="connsiteY15" fmla="*/ 957262 h 1099185"/>
                    <a:gd name="connsiteX16" fmla="*/ 59055 w 661035"/>
                    <a:gd name="connsiteY16" fmla="*/ 935355 h 1099185"/>
                    <a:gd name="connsiteX17" fmla="*/ 60008 w 661035"/>
                    <a:gd name="connsiteY17" fmla="*/ 935355 h 1099185"/>
                    <a:gd name="connsiteX18" fmla="*/ 135745 w 661035"/>
                    <a:gd name="connsiteY18" fmla="*/ 891807 h 1099185"/>
                    <a:gd name="connsiteX19" fmla="*/ 135255 w 661035"/>
                    <a:gd name="connsiteY19" fmla="*/ 891540 h 1099185"/>
                    <a:gd name="connsiteX20" fmla="*/ 190500 w 661035"/>
                    <a:gd name="connsiteY20" fmla="*/ 847725 h 1099185"/>
                    <a:gd name="connsiteX21" fmla="*/ 239078 w 661035"/>
                    <a:gd name="connsiteY21" fmla="*/ 799148 h 1099185"/>
                    <a:gd name="connsiteX22" fmla="*/ 239078 w 661035"/>
                    <a:gd name="connsiteY22" fmla="*/ 798196 h 1099185"/>
                    <a:gd name="connsiteX23" fmla="*/ 277307 w 661035"/>
                    <a:gd name="connsiteY23" fmla="*/ 750642 h 1099185"/>
                    <a:gd name="connsiteX24" fmla="*/ 277178 w 661035"/>
                    <a:gd name="connsiteY24" fmla="*/ 750571 h 1099185"/>
                    <a:gd name="connsiteX25" fmla="*/ 284798 w 661035"/>
                    <a:gd name="connsiteY25" fmla="*/ 740093 h 1099185"/>
                    <a:gd name="connsiteX26" fmla="*/ 323850 w 661035"/>
                    <a:gd name="connsiteY26" fmla="*/ 676275 h 1099185"/>
                    <a:gd name="connsiteX27" fmla="*/ 359092 w 661035"/>
                    <a:gd name="connsiteY27" fmla="*/ 597218 h 1099185"/>
                    <a:gd name="connsiteX28" fmla="*/ 220980 w 661035"/>
                    <a:gd name="connsiteY28" fmla="*/ 0 h 1099185"/>
                    <a:gd name="connsiteX29" fmla="*/ 481965 w 661035"/>
                    <a:gd name="connsiteY29" fmla="*/ 141922 h 1099185"/>
                    <a:gd name="connsiteX30" fmla="*/ 575310 w 661035"/>
                    <a:gd name="connsiteY30" fmla="*/ 214313 h 1099185"/>
                    <a:gd name="connsiteX31" fmla="*/ 661035 w 661035"/>
                    <a:gd name="connsiteY31" fmla="*/ 504825 h 1099185"/>
                    <a:gd name="connsiteX32" fmla="*/ 621030 w 661035"/>
                    <a:gd name="connsiteY32" fmla="*/ 739140 h 1099185"/>
                    <a:gd name="connsiteX33" fmla="*/ 360045 w 661035"/>
                    <a:gd name="connsiteY33" fmla="*/ 597218 h 1099185"/>
                    <a:gd name="connsiteX34" fmla="*/ 400050 w 661035"/>
                    <a:gd name="connsiteY34" fmla="*/ 362902 h 1099185"/>
                    <a:gd name="connsiteX35" fmla="*/ 314325 w 661035"/>
                    <a:gd name="connsiteY35" fmla="*/ 72390 h 1099185"/>
                    <a:gd name="connsiteX36" fmla="*/ 220980 w 661035"/>
                    <a:gd name="connsiteY36" fmla="*/ 0 h 1099185"/>
                    <a:gd name="connsiteX0" fmla="*/ 359092 w 661035"/>
                    <a:gd name="connsiteY0" fmla="*/ 597218 h 1112468"/>
                    <a:gd name="connsiteX1" fmla="*/ 620078 w 661035"/>
                    <a:gd name="connsiteY1" fmla="*/ 739140 h 1112468"/>
                    <a:gd name="connsiteX2" fmla="*/ 584835 w 661035"/>
                    <a:gd name="connsiteY2" fmla="*/ 818198 h 1112468"/>
                    <a:gd name="connsiteX3" fmla="*/ 584836 w 661035"/>
                    <a:gd name="connsiteY3" fmla="*/ 818198 h 1112468"/>
                    <a:gd name="connsiteX4" fmla="*/ 545783 w 661035"/>
                    <a:gd name="connsiteY4" fmla="*/ 882015 h 1112468"/>
                    <a:gd name="connsiteX5" fmla="*/ 538930 w 661035"/>
                    <a:gd name="connsiteY5" fmla="*/ 891439 h 1112468"/>
                    <a:gd name="connsiteX6" fmla="*/ 539116 w 661035"/>
                    <a:gd name="connsiteY6" fmla="*/ 891540 h 1112468"/>
                    <a:gd name="connsiteX7" fmla="*/ 500063 w 661035"/>
                    <a:gd name="connsiteY7" fmla="*/ 940118 h 1112468"/>
                    <a:gd name="connsiteX8" fmla="*/ 500063 w 661035"/>
                    <a:gd name="connsiteY8" fmla="*/ 941070 h 1112468"/>
                    <a:gd name="connsiteX9" fmla="*/ 451485 w 661035"/>
                    <a:gd name="connsiteY9" fmla="*/ 989648 h 1112468"/>
                    <a:gd name="connsiteX10" fmla="*/ 396629 w 661035"/>
                    <a:gd name="connsiteY10" fmla="*/ 1033155 h 1112468"/>
                    <a:gd name="connsiteX11" fmla="*/ 397193 w 661035"/>
                    <a:gd name="connsiteY11" fmla="*/ 1033462 h 1112468"/>
                    <a:gd name="connsiteX12" fmla="*/ 320041 w 661035"/>
                    <a:gd name="connsiteY12" fmla="*/ 1076325 h 1112468"/>
                    <a:gd name="connsiteX13" fmla="*/ 319088 w 661035"/>
                    <a:gd name="connsiteY13" fmla="*/ 1077277 h 1112468"/>
                    <a:gd name="connsiteX14" fmla="*/ 247796 w 661035"/>
                    <a:gd name="connsiteY14" fmla="*/ 1112468 h 1112468"/>
                    <a:gd name="connsiteX15" fmla="*/ 0 w 661035"/>
                    <a:gd name="connsiteY15" fmla="*/ 957262 h 1112468"/>
                    <a:gd name="connsiteX16" fmla="*/ 59055 w 661035"/>
                    <a:gd name="connsiteY16" fmla="*/ 935355 h 1112468"/>
                    <a:gd name="connsiteX17" fmla="*/ 60008 w 661035"/>
                    <a:gd name="connsiteY17" fmla="*/ 935355 h 1112468"/>
                    <a:gd name="connsiteX18" fmla="*/ 135745 w 661035"/>
                    <a:gd name="connsiteY18" fmla="*/ 891807 h 1112468"/>
                    <a:gd name="connsiteX19" fmla="*/ 135255 w 661035"/>
                    <a:gd name="connsiteY19" fmla="*/ 891540 h 1112468"/>
                    <a:gd name="connsiteX20" fmla="*/ 190500 w 661035"/>
                    <a:gd name="connsiteY20" fmla="*/ 847725 h 1112468"/>
                    <a:gd name="connsiteX21" fmla="*/ 239078 w 661035"/>
                    <a:gd name="connsiteY21" fmla="*/ 799148 h 1112468"/>
                    <a:gd name="connsiteX22" fmla="*/ 239078 w 661035"/>
                    <a:gd name="connsiteY22" fmla="*/ 798196 h 1112468"/>
                    <a:gd name="connsiteX23" fmla="*/ 277307 w 661035"/>
                    <a:gd name="connsiteY23" fmla="*/ 750642 h 1112468"/>
                    <a:gd name="connsiteX24" fmla="*/ 277178 w 661035"/>
                    <a:gd name="connsiteY24" fmla="*/ 750571 h 1112468"/>
                    <a:gd name="connsiteX25" fmla="*/ 284798 w 661035"/>
                    <a:gd name="connsiteY25" fmla="*/ 740093 h 1112468"/>
                    <a:gd name="connsiteX26" fmla="*/ 323850 w 661035"/>
                    <a:gd name="connsiteY26" fmla="*/ 676275 h 1112468"/>
                    <a:gd name="connsiteX27" fmla="*/ 359092 w 661035"/>
                    <a:gd name="connsiteY27" fmla="*/ 597218 h 1112468"/>
                    <a:gd name="connsiteX28" fmla="*/ 220980 w 661035"/>
                    <a:gd name="connsiteY28" fmla="*/ 0 h 1112468"/>
                    <a:gd name="connsiteX29" fmla="*/ 481965 w 661035"/>
                    <a:gd name="connsiteY29" fmla="*/ 141922 h 1112468"/>
                    <a:gd name="connsiteX30" fmla="*/ 575310 w 661035"/>
                    <a:gd name="connsiteY30" fmla="*/ 214313 h 1112468"/>
                    <a:gd name="connsiteX31" fmla="*/ 661035 w 661035"/>
                    <a:gd name="connsiteY31" fmla="*/ 504825 h 1112468"/>
                    <a:gd name="connsiteX32" fmla="*/ 621030 w 661035"/>
                    <a:gd name="connsiteY32" fmla="*/ 739140 h 1112468"/>
                    <a:gd name="connsiteX33" fmla="*/ 360045 w 661035"/>
                    <a:gd name="connsiteY33" fmla="*/ 597218 h 1112468"/>
                    <a:gd name="connsiteX34" fmla="*/ 400050 w 661035"/>
                    <a:gd name="connsiteY34" fmla="*/ 362902 h 1112468"/>
                    <a:gd name="connsiteX35" fmla="*/ 314325 w 661035"/>
                    <a:gd name="connsiteY35" fmla="*/ 72390 h 1112468"/>
                    <a:gd name="connsiteX36" fmla="*/ 220980 w 661035"/>
                    <a:gd name="connsiteY36" fmla="*/ 0 h 11124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61035" h="1112468">
                      <a:moveTo>
                        <a:pt x="359092" y="597218"/>
                      </a:moveTo>
                      <a:lnTo>
                        <a:pt x="620078" y="739140"/>
                      </a:lnTo>
                      <a:lnTo>
                        <a:pt x="584835" y="818198"/>
                      </a:lnTo>
                      <a:lnTo>
                        <a:pt x="584836" y="818198"/>
                      </a:lnTo>
                      <a:cubicBezTo>
                        <a:pt x="573405" y="840105"/>
                        <a:pt x="560070" y="861060"/>
                        <a:pt x="545783" y="882015"/>
                      </a:cubicBezTo>
                      <a:lnTo>
                        <a:pt x="538930" y="891439"/>
                      </a:lnTo>
                      <a:lnTo>
                        <a:pt x="539116" y="891540"/>
                      </a:lnTo>
                      <a:cubicBezTo>
                        <a:pt x="525780" y="908686"/>
                        <a:pt x="513398" y="924878"/>
                        <a:pt x="500063" y="940118"/>
                      </a:cubicBezTo>
                      <a:lnTo>
                        <a:pt x="500063" y="941070"/>
                      </a:lnTo>
                      <a:cubicBezTo>
                        <a:pt x="483870" y="958215"/>
                        <a:pt x="467678" y="974408"/>
                        <a:pt x="451485" y="989648"/>
                      </a:cubicBezTo>
                      <a:lnTo>
                        <a:pt x="396629" y="1033155"/>
                      </a:lnTo>
                      <a:lnTo>
                        <a:pt x="397193" y="1033462"/>
                      </a:lnTo>
                      <a:cubicBezTo>
                        <a:pt x="371475" y="1049655"/>
                        <a:pt x="346711" y="1063943"/>
                        <a:pt x="320041" y="1076325"/>
                      </a:cubicBezTo>
                      <a:lnTo>
                        <a:pt x="319088" y="1077277"/>
                      </a:lnTo>
                      <a:lnTo>
                        <a:pt x="247796" y="1112468"/>
                      </a:lnTo>
                      <a:lnTo>
                        <a:pt x="0" y="957262"/>
                      </a:lnTo>
                      <a:lnTo>
                        <a:pt x="59055" y="935355"/>
                      </a:lnTo>
                      <a:lnTo>
                        <a:pt x="60008" y="935355"/>
                      </a:lnTo>
                      <a:lnTo>
                        <a:pt x="135745" y="891807"/>
                      </a:lnTo>
                      <a:lnTo>
                        <a:pt x="135255" y="891540"/>
                      </a:lnTo>
                      <a:cubicBezTo>
                        <a:pt x="154305" y="878205"/>
                        <a:pt x="173355" y="863918"/>
                        <a:pt x="190500" y="847725"/>
                      </a:cubicBezTo>
                      <a:cubicBezTo>
                        <a:pt x="207645" y="832486"/>
                        <a:pt x="222885" y="816293"/>
                        <a:pt x="239078" y="799148"/>
                      </a:cubicBezTo>
                      <a:lnTo>
                        <a:pt x="239078" y="798196"/>
                      </a:lnTo>
                      <a:lnTo>
                        <a:pt x="277307" y="750642"/>
                      </a:lnTo>
                      <a:lnTo>
                        <a:pt x="277178" y="750571"/>
                      </a:lnTo>
                      <a:cubicBezTo>
                        <a:pt x="280036" y="746761"/>
                        <a:pt x="281941" y="743903"/>
                        <a:pt x="284798" y="740093"/>
                      </a:cubicBezTo>
                      <a:cubicBezTo>
                        <a:pt x="299086" y="719138"/>
                        <a:pt x="312420" y="698183"/>
                        <a:pt x="323850" y="676275"/>
                      </a:cubicBezTo>
                      <a:cubicBezTo>
                        <a:pt x="337185" y="650558"/>
                        <a:pt x="349567" y="623888"/>
                        <a:pt x="359092" y="597218"/>
                      </a:cubicBezTo>
                      <a:close/>
                      <a:moveTo>
                        <a:pt x="220980" y="0"/>
                      </a:moveTo>
                      <a:lnTo>
                        <a:pt x="481965" y="141922"/>
                      </a:lnTo>
                      <a:cubicBezTo>
                        <a:pt x="521970" y="163830"/>
                        <a:pt x="553403" y="187642"/>
                        <a:pt x="575310" y="214313"/>
                      </a:cubicBezTo>
                      <a:cubicBezTo>
                        <a:pt x="632460" y="281940"/>
                        <a:pt x="661035" y="379095"/>
                        <a:pt x="661035" y="504825"/>
                      </a:cubicBezTo>
                      <a:cubicBezTo>
                        <a:pt x="660083" y="588645"/>
                        <a:pt x="646748" y="666750"/>
                        <a:pt x="621030" y="739140"/>
                      </a:cubicBezTo>
                      <a:lnTo>
                        <a:pt x="360045" y="597218"/>
                      </a:lnTo>
                      <a:cubicBezTo>
                        <a:pt x="386715" y="524827"/>
                        <a:pt x="400050" y="446722"/>
                        <a:pt x="400050" y="362902"/>
                      </a:cubicBezTo>
                      <a:cubicBezTo>
                        <a:pt x="400050" y="237172"/>
                        <a:pt x="371475" y="140970"/>
                        <a:pt x="314325" y="72390"/>
                      </a:cubicBezTo>
                      <a:cubicBezTo>
                        <a:pt x="291465" y="45720"/>
                        <a:pt x="260985" y="20955"/>
                        <a:pt x="22098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47" name="Freeform: Shape 146">
                  <a:extLst>
                    <a:ext uri="{FF2B5EF4-FFF2-40B4-BE49-F238E27FC236}">
                      <a16:creationId xmlns:a16="http://schemas.microsoft.com/office/drawing/2014/main" xmlns="" id="{16E10B06-9365-4B69-A9B2-58D853DD4805}"/>
                    </a:ext>
                  </a:extLst>
                </p:cNvPr>
                <p:cNvSpPr/>
                <p:nvPr/>
              </p:nvSpPr>
              <p:spPr>
                <a:xfrm>
                  <a:off x="2967026" y="3229268"/>
                  <a:ext cx="673417" cy="247650"/>
                </a:xfrm>
                <a:custGeom>
                  <a:avLst/>
                  <a:gdLst>
                    <a:gd name="connsiteX0" fmla="*/ 261937 w 673417"/>
                    <a:gd name="connsiteY0" fmla="*/ 45720 h 247650"/>
                    <a:gd name="connsiteX1" fmla="*/ 288607 w 673417"/>
                    <a:gd name="connsiteY1" fmla="*/ 53340 h 247650"/>
                    <a:gd name="connsiteX2" fmla="*/ 387667 w 673417"/>
                    <a:gd name="connsiteY2" fmla="*/ 93345 h 247650"/>
                    <a:gd name="connsiteX3" fmla="*/ 412432 w 673417"/>
                    <a:gd name="connsiteY3" fmla="*/ 105728 h 247650"/>
                    <a:gd name="connsiteX4" fmla="*/ 673417 w 673417"/>
                    <a:gd name="connsiteY4" fmla="*/ 247650 h 247650"/>
                    <a:gd name="connsiteX5" fmla="*/ 647700 w 673417"/>
                    <a:gd name="connsiteY5" fmla="*/ 235267 h 247650"/>
                    <a:gd name="connsiteX6" fmla="*/ 644991 w 673417"/>
                    <a:gd name="connsiteY6" fmla="*/ 233789 h 247650"/>
                    <a:gd name="connsiteX7" fmla="*/ 549592 w 673417"/>
                    <a:gd name="connsiteY7" fmla="*/ 195262 h 247650"/>
                    <a:gd name="connsiteX8" fmla="*/ 522922 w 673417"/>
                    <a:gd name="connsiteY8" fmla="*/ 186690 h 247650"/>
                    <a:gd name="connsiteX9" fmla="*/ 0 w 673417"/>
                    <a:gd name="connsiteY9" fmla="*/ 0 h 247650"/>
                    <a:gd name="connsiteX10" fmla="*/ 80010 w 673417"/>
                    <a:gd name="connsiteY10" fmla="*/ 11430 h 247650"/>
                    <a:gd name="connsiteX11" fmla="*/ 80421 w 673417"/>
                    <a:gd name="connsiteY11" fmla="*/ 11654 h 247650"/>
                    <a:gd name="connsiteX12" fmla="*/ 185499 w 673417"/>
                    <a:gd name="connsiteY12" fmla="*/ 28933 h 247650"/>
                    <a:gd name="connsiteX13" fmla="*/ 261937 w 673417"/>
                    <a:gd name="connsiteY13" fmla="*/ 45720 h 247650"/>
                    <a:gd name="connsiteX14" fmla="*/ 522922 w 673417"/>
                    <a:gd name="connsiteY14" fmla="*/ 187643 h 247650"/>
                    <a:gd name="connsiteX15" fmla="*/ 340042 w 673417"/>
                    <a:gd name="connsiteY15" fmla="*/ 153353 h 247650"/>
                    <a:gd name="connsiteX16" fmla="*/ 260985 w 673417"/>
                    <a:gd name="connsiteY16" fmla="*/ 141923 h 247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673417" h="247650">
                      <a:moveTo>
                        <a:pt x="261937" y="45720"/>
                      </a:moveTo>
                      <a:cubicBezTo>
                        <a:pt x="271462" y="48578"/>
                        <a:pt x="280987" y="50483"/>
                        <a:pt x="288607" y="53340"/>
                      </a:cubicBezTo>
                      <a:cubicBezTo>
                        <a:pt x="323850" y="64770"/>
                        <a:pt x="357187" y="79058"/>
                        <a:pt x="387667" y="93345"/>
                      </a:cubicBezTo>
                      <a:cubicBezTo>
                        <a:pt x="396240" y="97155"/>
                        <a:pt x="404812" y="101917"/>
                        <a:pt x="412432" y="105728"/>
                      </a:cubicBezTo>
                      <a:lnTo>
                        <a:pt x="673417" y="247650"/>
                      </a:lnTo>
                      <a:cubicBezTo>
                        <a:pt x="664845" y="243840"/>
                        <a:pt x="656272" y="239078"/>
                        <a:pt x="647700" y="235267"/>
                      </a:cubicBezTo>
                      <a:lnTo>
                        <a:pt x="644991" y="233789"/>
                      </a:lnTo>
                      <a:lnTo>
                        <a:pt x="549592" y="195262"/>
                      </a:lnTo>
                      <a:cubicBezTo>
                        <a:pt x="541972" y="192405"/>
                        <a:pt x="532447" y="189548"/>
                        <a:pt x="522922" y="186690"/>
                      </a:cubicBezTo>
                      <a:close/>
                      <a:moveTo>
                        <a:pt x="0" y="0"/>
                      </a:moveTo>
                      <a:lnTo>
                        <a:pt x="80010" y="11430"/>
                      </a:lnTo>
                      <a:lnTo>
                        <a:pt x="80421" y="11654"/>
                      </a:lnTo>
                      <a:lnTo>
                        <a:pt x="185499" y="28933"/>
                      </a:lnTo>
                      <a:cubicBezTo>
                        <a:pt x="215979" y="34528"/>
                        <a:pt x="241458" y="40005"/>
                        <a:pt x="261937" y="45720"/>
                      </a:cubicBezTo>
                      <a:lnTo>
                        <a:pt x="522922" y="187643"/>
                      </a:lnTo>
                      <a:cubicBezTo>
                        <a:pt x="481965" y="176213"/>
                        <a:pt x="421004" y="164783"/>
                        <a:pt x="340042" y="153353"/>
                      </a:cubicBezTo>
                      <a:lnTo>
                        <a:pt x="260985" y="141923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48" name="Freeform: Shape 147">
                  <a:extLst>
                    <a:ext uri="{FF2B5EF4-FFF2-40B4-BE49-F238E27FC236}">
                      <a16:creationId xmlns:a16="http://schemas.microsoft.com/office/drawing/2014/main" xmlns="" id="{8D2508CC-9580-4CDC-B945-0527D9CD8BCF}"/>
                    </a:ext>
                  </a:extLst>
                </p:cNvPr>
                <p:cNvSpPr/>
                <p:nvPr/>
              </p:nvSpPr>
              <p:spPr>
                <a:xfrm>
                  <a:off x="2707091" y="3532163"/>
                  <a:ext cx="257175" cy="1238250"/>
                </a:xfrm>
                <a:custGeom>
                  <a:avLst/>
                  <a:gdLst>
                    <a:gd name="connsiteX0" fmla="*/ 260985 w 257175"/>
                    <a:gd name="connsiteY0" fmla="*/ 1244918 h 1238250"/>
                    <a:gd name="connsiteX1" fmla="*/ 0 w 257175"/>
                    <a:gd name="connsiteY1" fmla="*/ 1102995 h 1238250"/>
                    <a:gd name="connsiteX2" fmla="*/ 1905 w 257175"/>
                    <a:gd name="connsiteY2" fmla="*/ 0 h 1238250"/>
                    <a:gd name="connsiteX3" fmla="*/ 262890 w 257175"/>
                    <a:gd name="connsiteY3" fmla="*/ 141922 h 1238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7175" h="1238250">
                      <a:moveTo>
                        <a:pt x="260985" y="1244918"/>
                      </a:moveTo>
                      <a:lnTo>
                        <a:pt x="0" y="1102995"/>
                      </a:lnTo>
                      <a:lnTo>
                        <a:pt x="1905" y="0"/>
                      </a:lnTo>
                      <a:lnTo>
                        <a:pt x="262890" y="14192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49" name="Freeform: Shape 148">
                  <a:extLst>
                    <a:ext uri="{FF2B5EF4-FFF2-40B4-BE49-F238E27FC236}">
                      <a16:creationId xmlns:a16="http://schemas.microsoft.com/office/drawing/2014/main" xmlns="" id="{9A6B4527-6C1D-4E70-B70D-060BB6FDCE5C}"/>
                    </a:ext>
                  </a:extLst>
                </p:cNvPr>
                <p:cNvSpPr/>
                <p:nvPr/>
              </p:nvSpPr>
              <p:spPr>
                <a:xfrm>
                  <a:off x="3110832" y="2270955"/>
                  <a:ext cx="457201" cy="495301"/>
                </a:xfrm>
                <a:custGeom>
                  <a:avLst/>
                  <a:gdLst>
                    <a:gd name="connsiteX0" fmla="*/ 459105 w 457200"/>
                    <a:gd name="connsiteY0" fmla="*/ 500063 h 495300"/>
                    <a:gd name="connsiteX1" fmla="*/ 198120 w 457200"/>
                    <a:gd name="connsiteY1" fmla="*/ 358140 h 495300"/>
                    <a:gd name="connsiteX2" fmla="*/ 80963 w 457200"/>
                    <a:gd name="connsiteY2" fmla="*/ 62865 h 495300"/>
                    <a:gd name="connsiteX3" fmla="*/ 0 w 457200"/>
                    <a:gd name="connsiteY3" fmla="*/ 0 h 495300"/>
                    <a:gd name="connsiteX4" fmla="*/ 260985 w 457200"/>
                    <a:gd name="connsiteY4" fmla="*/ 141923 h 495300"/>
                    <a:gd name="connsiteX5" fmla="*/ 341948 w 457200"/>
                    <a:gd name="connsiteY5" fmla="*/ 204788 h 495300"/>
                    <a:gd name="connsiteX6" fmla="*/ 459105 w 457200"/>
                    <a:gd name="connsiteY6" fmla="*/ 500063 h 4953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57200" h="495300">
                      <a:moveTo>
                        <a:pt x="459105" y="500063"/>
                      </a:moveTo>
                      <a:lnTo>
                        <a:pt x="198120" y="358140"/>
                      </a:lnTo>
                      <a:cubicBezTo>
                        <a:pt x="179070" y="224790"/>
                        <a:pt x="140017" y="126683"/>
                        <a:pt x="80963" y="62865"/>
                      </a:cubicBezTo>
                      <a:cubicBezTo>
                        <a:pt x="57150" y="38100"/>
                        <a:pt x="30480" y="17145"/>
                        <a:pt x="0" y="0"/>
                      </a:cubicBezTo>
                      <a:lnTo>
                        <a:pt x="260985" y="141923"/>
                      </a:lnTo>
                      <a:cubicBezTo>
                        <a:pt x="291465" y="158115"/>
                        <a:pt x="318135" y="179070"/>
                        <a:pt x="341948" y="204788"/>
                      </a:cubicBezTo>
                      <a:cubicBezTo>
                        <a:pt x="401955" y="268605"/>
                        <a:pt x="441008" y="366713"/>
                        <a:pt x="459105" y="500063"/>
                      </a:cubicBezTo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50" name="Freeform: Shape 149">
                  <a:extLst>
                    <a:ext uri="{FF2B5EF4-FFF2-40B4-BE49-F238E27FC236}">
                      <a16:creationId xmlns:a16="http://schemas.microsoft.com/office/drawing/2014/main" xmlns="" id="{BBF6ECC9-4158-4E48-87FB-675A6F827C3F}"/>
                    </a:ext>
                  </a:extLst>
                </p:cNvPr>
                <p:cNvSpPr/>
                <p:nvPr/>
              </p:nvSpPr>
              <p:spPr>
                <a:xfrm>
                  <a:off x="2541356" y="3138780"/>
                  <a:ext cx="428625" cy="200026"/>
                </a:xfrm>
                <a:custGeom>
                  <a:avLst/>
                  <a:gdLst>
                    <a:gd name="connsiteX0" fmla="*/ 0 w 428625"/>
                    <a:gd name="connsiteY0" fmla="*/ 0 h 200026"/>
                    <a:gd name="connsiteX1" fmla="*/ 17145 w 428625"/>
                    <a:gd name="connsiteY1" fmla="*/ 8573 h 200026"/>
                    <a:gd name="connsiteX2" fmla="*/ 109538 w 428625"/>
                    <a:gd name="connsiteY2" fmla="*/ 44768 h 200026"/>
                    <a:gd name="connsiteX3" fmla="*/ 370023 w 428625"/>
                    <a:gd name="connsiteY3" fmla="*/ 186418 h 200026"/>
                    <a:gd name="connsiteX4" fmla="*/ 110490 w 428625"/>
                    <a:gd name="connsiteY4" fmla="*/ 44768 h 200026"/>
                    <a:gd name="connsiteX5" fmla="*/ 168592 w 428625"/>
                    <a:gd name="connsiteY5" fmla="*/ 59056 h 200026"/>
                    <a:gd name="connsiteX6" fmla="*/ 428625 w 428625"/>
                    <a:gd name="connsiteY6" fmla="*/ 200026 h 200026"/>
                    <a:gd name="connsiteX7" fmla="*/ 370523 w 428625"/>
                    <a:gd name="connsiteY7" fmla="*/ 186691 h 200026"/>
                    <a:gd name="connsiteX8" fmla="*/ 370517 w 428625"/>
                    <a:gd name="connsiteY8" fmla="*/ 186688 h 200026"/>
                    <a:gd name="connsiteX9" fmla="*/ 278130 w 428625"/>
                    <a:gd name="connsiteY9" fmla="*/ 150495 h 200026"/>
                    <a:gd name="connsiteX10" fmla="*/ 260985 w 428625"/>
                    <a:gd name="connsiteY10" fmla="*/ 141923 h 2000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28625" h="200026">
                      <a:moveTo>
                        <a:pt x="0" y="0"/>
                      </a:moveTo>
                      <a:cubicBezTo>
                        <a:pt x="5715" y="2858"/>
                        <a:pt x="11430" y="5715"/>
                        <a:pt x="17145" y="8573"/>
                      </a:cubicBezTo>
                      <a:cubicBezTo>
                        <a:pt x="44767" y="21908"/>
                        <a:pt x="75248" y="34290"/>
                        <a:pt x="109538" y="44768"/>
                      </a:cubicBezTo>
                      <a:lnTo>
                        <a:pt x="370023" y="186418"/>
                      </a:lnTo>
                      <a:lnTo>
                        <a:pt x="110490" y="44768"/>
                      </a:lnTo>
                      <a:lnTo>
                        <a:pt x="168592" y="59056"/>
                      </a:lnTo>
                      <a:lnTo>
                        <a:pt x="428625" y="200026"/>
                      </a:lnTo>
                      <a:lnTo>
                        <a:pt x="370523" y="186691"/>
                      </a:lnTo>
                      <a:lnTo>
                        <a:pt x="370517" y="186688"/>
                      </a:lnTo>
                      <a:lnTo>
                        <a:pt x="278130" y="150495"/>
                      </a:lnTo>
                      <a:cubicBezTo>
                        <a:pt x="272415" y="147638"/>
                        <a:pt x="266700" y="144780"/>
                        <a:pt x="260985" y="14192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51" name="Freeform: Shape 150">
                  <a:extLst>
                    <a:ext uri="{FF2B5EF4-FFF2-40B4-BE49-F238E27FC236}">
                      <a16:creationId xmlns:a16="http://schemas.microsoft.com/office/drawing/2014/main" xmlns="" id="{EF0C6BF0-8D21-43BB-A8C3-ADC1E2594500}"/>
                    </a:ext>
                  </a:extLst>
                </p:cNvPr>
                <p:cNvSpPr/>
                <p:nvPr/>
              </p:nvSpPr>
              <p:spPr>
                <a:xfrm>
                  <a:off x="2969883" y="1938632"/>
                  <a:ext cx="618767" cy="219303"/>
                </a:xfrm>
                <a:custGeom>
                  <a:avLst/>
                  <a:gdLst>
                    <a:gd name="connsiteX0" fmla="*/ 323751 w 603786"/>
                    <a:gd name="connsiteY0" fmla="*/ 66771 h 218219"/>
                    <a:gd name="connsiteX1" fmla="*/ 342801 w 603786"/>
                    <a:gd name="connsiteY1" fmla="*/ 76296 h 218219"/>
                    <a:gd name="connsiteX2" fmla="*/ 603786 w 603786"/>
                    <a:gd name="connsiteY2" fmla="*/ 218219 h 218219"/>
                    <a:gd name="connsiteX3" fmla="*/ 584736 w 603786"/>
                    <a:gd name="connsiteY3" fmla="*/ 208694 h 218219"/>
                    <a:gd name="connsiteX4" fmla="*/ 0 w 603786"/>
                    <a:gd name="connsiteY4" fmla="*/ 0 h 218219"/>
                    <a:gd name="connsiteX5" fmla="*/ 100965 w 603786"/>
                    <a:gd name="connsiteY5" fmla="*/ 2857 h 218219"/>
                    <a:gd name="connsiteX6" fmla="*/ 102772 w 603786"/>
                    <a:gd name="connsiteY6" fmla="*/ 3833 h 218219"/>
                    <a:gd name="connsiteX7" fmla="*/ 214213 w 603786"/>
                    <a:gd name="connsiteY7" fmla="*/ 22860 h 218219"/>
                    <a:gd name="connsiteX8" fmla="*/ 236092 w 603786"/>
                    <a:gd name="connsiteY8" fmla="*/ 34757 h 218219"/>
                    <a:gd name="connsiteX9" fmla="*/ 323751 w 603786"/>
                    <a:gd name="connsiteY9" fmla="*/ 66772 h 218219"/>
                    <a:gd name="connsiteX10" fmla="*/ 584736 w 603786"/>
                    <a:gd name="connsiteY10" fmla="*/ 208695 h 218219"/>
                    <a:gd name="connsiteX11" fmla="*/ 475198 w 603786"/>
                    <a:gd name="connsiteY11" fmla="*/ 168690 h 218219"/>
                    <a:gd name="connsiteX12" fmla="*/ 464489 w 603786"/>
                    <a:gd name="connsiteY12" fmla="*/ 162866 h 218219"/>
                    <a:gd name="connsiteX13" fmla="*/ 358041 w 603786"/>
                    <a:gd name="connsiteY13" fmla="*/ 143827 h 218219"/>
                    <a:gd name="connsiteX14" fmla="*/ 357901 w 603786"/>
                    <a:gd name="connsiteY14" fmla="*/ 143751 h 218219"/>
                    <a:gd name="connsiteX15" fmla="*/ 260033 w 603786"/>
                    <a:gd name="connsiteY15" fmla="*/ 141922 h 218219"/>
                    <a:gd name="connsiteX0" fmla="*/ 323751 w 603786"/>
                    <a:gd name="connsiteY0" fmla="*/ 66771 h 218219"/>
                    <a:gd name="connsiteX1" fmla="*/ 342801 w 603786"/>
                    <a:gd name="connsiteY1" fmla="*/ 76296 h 218219"/>
                    <a:gd name="connsiteX2" fmla="*/ 603786 w 603786"/>
                    <a:gd name="connsiteY2" fmla="*/ 218219 h 218219"/>
                    <a:gd name="connsiteX3" fmla="*/ 584736 w 603786"/>
                    <a:gd name="connsiteY3" fmla="*/ 208694 h 218219"/>
                    <a:gd name="connsiteX4" fmla="*/ 323751 w 603786"/>
                    <a:gd name="connsiteY4" fmla="*/ 66771 h 218219"/>
                    <a:gd name="connsiteX5" fmla="*/ 0 w 603786"/>
                    <a:gd name="connsiteY5" fmla="*/ 0 h 218219"/>
                    <a:gd name="connsiteX6" fmla="*/ 100965 w 603786"/>
                    <a:gd name="connsiteY6" fmla="*/ 2857 h 218219"/>
                    <a:gd name="connsiteX7" fmla="*/ 102772 w 603786"/>
                    <a:gd name="connsiteY7" fmla="*/ 3833 h 218219"/>
                    <a:gd name="connsiteX8" fmla="*/ 214213 w 603786"/>
                    <a:gd name="connsiteY8" fmla="*/ 22860 h 218219"/>
                    <a:gd name="connsiteX9" fmla="*/ 323751 w 603786"/>
                    <a:gd name="connsiteY9" fmla="*/ 66772 h 218219"/>
                    <a:gd name="connsiteX10" fmla="*/ 584736 w 603786"/>
                    <a:gd name="connsiteY10" fmla="*/ 208695 h 218219"/>
                    <a:gd name="connsiteX11" fmla="*/ 475198 w 603786"/>
                    <a:gd name="connsiteY11" fmla="*/ 168690 h 218219"/>
                    <a:gd name="connsiteX12" fmla="*/ 464489 w 603786"/>
                    <a:gd name="connsiteY12" fmla="*/ 162866 h 218219"/>
                    <a:gd name="connsiteX13" fmla="*/ 358041 w 603786"/>
                    <a:gd name="connsiteY13" fmla="*/ 143827 h 218219"/>
                    <a:gd name="connsiteX14" fmla="*/ 357901 w 603786"/>
                    <a:gd name="connsiteY14" fmla="*/ 143751 h 218219"/>
                    <a:gd name="connsiteX15" fmla="*/ 260033 w 603786"/>
                    <a:gd name="connsiteY15" fmla="*/ 141922 h 218219"/>
                    <a:gd name="connsiteX16" fmla="*/ 0 w 603786"/>
                    <a:gd name="connsiteY16" fmla="*/ 0 h 218219"/>
                    <a:gd name="connsiteX0" fmla="*/ 323751 w 603786"/>
                    <a:gd name="connsiteY0" fmla="*/ 66771 h 218219"/>
                    <a:gd name="connsiteX1" fmla="*/ 603786 w 603786"/>
                    <a:gd name="connsiteY1" fmla="*/ 218219 h 218219"/>
                    <a:gd name="connsiteX2" fmla="*/ 584736 w 603786"/>
                    <a:gd name="connsiteY2" fmla="*/ 208694 h 218219"/>
                    <a:gd name="connsiteX3" fmla="*/ 323751 w 603786"/>
                    <a:gd name="connsiteY3" fmla="*/ 66771 h 218219"/>
                    <a:gd name="connsiteX4" fmla="*/ 0 w 603786"/>
                    <a:gd name="connsiteY4" fmla="*/ 0 h 218219"/>
                    <a:gd name="connsiteX5" fmla="*/ 100965 w 603786"/>
                    <a:gd name="connsiteY5" fmla="*/ 2857 h 218219"/>
                    <a:gd name="connsiteX6" fmla="*/ 102772 w 603786"/>
                    <a:gd name="connsiteY6" fmla="*/ 3833 h 218219"/>
                    <a:gd name="connsiteX7" fmla="*/ 214213 w 603786"/>
                    <a:gd name="connsiteY7" fmla="*/ 22860 h 218219"/>
                    <a:gd name="connsiteX8" fmla="*/ 323751 w 603786"/>
                    <a:gd name="connsiteY8" fmla="*/ 66772 h 218219"/>
                    <a:gd name="connsiteX9" fmla="*/ 584736 w 603786"/>
                    <a:gd name="connsiteY9" fmla="*/ 208695 h 218219"/>
                    <a:gd name="connsiteX10" fmla="*/ 475198 w 603786"/>
                    <a:gd name="connsiteY10" fmla="*/ 168690 h 218219"/>
                    <a:gd name="connsiteX11" fmla="*/ 464489 w 603786"/>
                    <a:gd name="connsiteY11" fmla="*/ 162866 h 218219"/>
                    <a:gd name="connsiteX12" fmla="*/ 358041 w 603786"/>
                    <a:gd name="connsiteY12" fmla="*/ 143827 h 218219"/>
                    <a:gd name="connsiteX13" fmla="*/ 357901 w 603786"/>
                    <a:gd name="connsiteY13" fmla="*/ 143751 h 218219"/>
                    <a:gd name="connsiteX14" fmla="*/ 260033 w 603786"/>
                    <a:gd name="connsiteY14" fmla="*/ 141922 h 218219"/>
                    <a:gd name="connsiteX15" fmla="*/ 0 w 603786"/>
                    <a:gd name="connsiteY15" fmla="*/ 0 h 218219"/>
                    <a:gd name="connsiteX0" fmla="*/ 323751 w 584736"/>
                    <a:gd name="connsiteY0" fmla="*/ 66771 h 208695"/>
                    <a:gd name="connsiteX1" fmla="*/ 584736 w 584736"/>
                    <a:gd name="connsiteY1" fmla="*/ 208694 h 208695"/>
                    <a:gd name="connsiteX2" fmla="*/ 323751 w 584736"/>
                    <a:gd name="connsiteY2" fmla="*/ 66771 h 208695"/>
                    <a:gd name="connsiteX3" fmla="*/ 0 w 584736"/>
                    <a:gd name="connsiteY3" fmla="*/ 0 h 208695"/>
                    <a:gd name="connsiteX4" fmla="*/ 100965 w 584736"/>
                    <a:gd name="connsiteY4" fmla="*/ 2857 h 208695"/>
                    <a:gd name="connsiteX5" fmla="*/ 102772 w 584736"/>
                    <a:gd name="connsiteY5" fmla="*/ 3833 h 208695"/>
                    <a:gd name="connsiteX6" fmla="*/ 214213 w 584736"/>
                    <a:gd name="connsiteY6" fmla="*/ 22860 h 208695"/>
                    <a:gd name="connsiteX7" fmla="*/ 323751 w 584736"/>
                    <a:gd name="connsiteY7" fmla="*/ 66772 h 208695"/>
                    <a:gd name="connsiteX8" fmla="*/ 584736 w 584736"/>
                    <a:gd name="connsiteY8" fmla="*/ 208695 h 208695"/>
                    <a:gd name="connsiteX9" fmla="*/ 475198 w 584736"/>
                    <a:gd name="connsiteY9" fmla="*/ 168690 h 208695"/>
                    <a:gd name="connsiteX10" fmla="*/ 464489 w 584736"/>
                    <a:gd name="connsiteY10" fmla="*/ 162866 h 208695"/>
                    <a:gd name="connsiteX11" fmla="*/ 358041 w 584736"/>
                    <a:gd name="connsiteY11" fmla="*/ 143827 h 208695"/>
                    <a:gd name="connsiteX12" fmla="*/ 357901 w 584736"/>
                    <a:gd name="connsiteY12" fmla="*/ 143751 h 208695"/>
                    <a:gd name="connsiteX13" fmla="*/ 260033 w 584736"/>
                    <a:gd name="connsiteY13" fmla="*/ 141922 h 208695"/>
                    <a:gd name="connsiteX14" fmla="*/ 0 w 584736"/>
                    <a:gd name="connsiteY14" fmla="*/ 0 h 208695"/>
                    <a:gd name="connsiteX0" fmla="*/ 323751 w 615997"/>
                    <a:gd name="connsiteY0" fmla="*/ 66771 h 216510"/>
                    <a:gd name="connsiteX1" fmla="*/ 584736 w 615997"/>
                    <a:gd name="connsiteY1" fmla="*/ 208694 h 216510"/>
                    <a:gd name="connsiteX2" fmla="*/ 323751 w 615997"/>
                    <a:gd name="connsiteY2" fmla="*/ 66771 h 216510"/>
                    <a:gd name="connsiteX3" fmla="*/ 0 w 615997"/>
                    <a:gd name="connsiteY3" fmla="*/ 0 h 216510"/>
                    <a:gd name="connsiteX4" fmla="*/ 100965 w 615997"/>
                    <a:gd name="connsiteY4" fmla="*/ 2857 h 216510"/>
                    <a:gd name="connsiteX5" fmla="*/ 102772 w 615997"/>
                    <a:gd name="connsiteY5" fmla="*/ 3833 h 216510"/>
                    <a:gd name="connsiteX6" fmla="*/ 214213 w 615997"/>
                    <a:gd name="connsiteY6" fmla="*/ 22860 h 216510"/>
                    <a:gd name="connsiteX7" fmla="*/ 323751 w 615997"/>
                    <a:gd name="connsiteY7" fmla="*/ 66772 h 216510"/>
                    <a:gd name="connsiteX8" fmla="*/ 615997 w 615997"/>
                    <a:gd name="connsiteY8" fmla="*/ 216510 h 216510"/>
                    <a:gd name="connsiteX9" fmla="*/ 475198 w 615997"/>
                    <a:gd name="connsiteY9" fmla="*/ 168690 h 216510"/>
                    <a:gd name="connsiteX10" fmla="*/ 464489 w 615997"/>
                    <a:gd name="connsiteY10" fmla="*/ 162866 h 216510"/>
                    <a:gd name="connsiteX11" fmla="*/ 358041 w 615997"/>
                    <a:gd name="connsiteY11" fmla="*/ 143827 h 216510"/>
                    <a:gd name="connsiteX12" fmla="*/ 357901 w 615997"/>
                    <a:gd name="connsiteY12" fmla="*/ 143751 h 216510"/>
                    <a:gd name="connsiteX13" fmla="*/ 260033 w 615997"/>
                    <a:gd name="connsiteY13" fmla="*/ 141922 h 216510"/>
                    <a:gd name="connsiteX14" fmla="*/ 0 w 615997"/>
                    <a:gd name="connsiteY14" fmla="*/ 0 h 216510"/>
                    <a:gd name="connsiteX0" fmla="*/ 323751 w 618767"/>
                    <a:gd name="connsiteY0" fmla="*/ 66771 h 219303"/>
                    <a:gd name="connsiteX1" fmla="*/ 584736 w 618767"/>
                    <a:gd name="connsiteY1" fmla="*/ 208694 h 219303"/>
                    <a:gd name="connsiteX2" fmla="*/ 323751 w 618767"/>
                    <a:gd name="connsiteY2" fmla="*/ 66771 h 219303"/>
                    <a:gd name="connsiteX3" fmla="*/ 0 w 618767"/>
                    <a:gd name="connsiteY3" fmla="*/ 0 h 219303"/>
                    <a:gd name="connsiteX4" fmla="*/ 100965 w 618767"/>
                    <a:gd name="connsiteY4" fmla="*/ 2857 h 219303"/>
                    <a:gd name="connsiteX5" fmla="*/ 102772 w 618767"/>
                    <a:gd name="connsiteY5" fmla="*/ 3833 h 219303"/>
                    <a:gd name="connsiteX6" fmla="*/ 214213 w 618767"/>
                    <a:gd name="connsiteY6" fmla="*/ 22860 h 219303"/>
                    <a:gd name="connsiteX7" fmla="*/ 323751 w 618767"/>
                    <a:gd name="connsiteY7" fmla="*/ 66772 h 219303"/>
                    <a:gd name="connsiteX8" fmla="*/ 615997 w 618767"/>
                    <a:gd name="connsiteY8" fmla="*/ 216510 h 219303"/>
                    <a:gd name="connsiteX9" fmla="*/ 464489 w 618767"/>
                    <a:gd name="connsiteY9" fmla="*/ 162866 h 219303"/>
                    <a:gd name="connsiteX10" fmla="*/ 358041 w 618767"/>
                    <a:gd name="connsiteY10" fmla="*/ 143827 h 219303"/>
                    <a:gd name="connsiteX11" fmla="*/ 357901 w 618767"/>
                    <a:gd name="connsiteY11" fmla="*/ 143751 h 219303"/>
                    <a:gd name="connsiteX12" fmla="*/ 260033 w 618767"/>
                    <a:gd name="connsiteY12" fmla="*/ 141922 h 219303"/>
                    <a:gd name="connsiteX13" fmla="*/ 0 w 618767"/>
                    <a:gd name="connsiteY13" fmla="*/ 0 h 219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618767" h="219303">
                      <a:moveTo>
                        <a:pt x="323751" y="66771"/>
                      </a:moveTo>
                      <a:lnTo>
                        <a:pt x="584736" y="208694"/>
                      </a:lnTo>
                      <a:lnTo>
                        <a:pt x="323751" y="66771"/>
                      </a:lnTo>
                      <a:close/>
                      <a:moveTo>
                        <a:pt x="0" y="0"/>
                      </a:moveTo>
                      <a:lnTo>
                        <a:pt x="100965" y="2857"/>
                      </a:lnTo>
                      <a:lnTo>
                        <a:pt x="102772" y="3833"/>
                      </a:lnTo>
                      <a:lnTo>
                        <a:pt x="214213" y="22860"/>
                      </a:lnTo>
                      <a:lnTo>
                        <a:pt x="323751" y="66772"/>
                      </a:lnTo>
                      <a:lnTo>
                        <a:pt x="615997" y="216510"/>
                      </a:lnTo>
                      <a:cubicBezTo>
                        <a:pt x="639453" y="232526"/>
                        <a:pt x="507482" y="174980"/>
                        <a:pt x="464489" y="162866"/>
                      </a:cubicBezTo>
                      <a:lnTo>
                        <a:pt x="358041" y="143827"/>
                      </a:lnTo>
                      <a:cubicBezTo>
                        <a:pt x="357994" y="143802"/>
                        <a:pt x="357948" y="143776"/>
                        <a:pt x="357901" y="143751"/>
                      </a:cubicBezTo>
                      <a:lnTo>
                        <a:pt x="260033" y="14192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52" name="Freeform: Shape 151">
                  <a:extLst>
                    <a:ext uri="{FF2B5EF4-FFF2-40B4-BE49-F238E27FC236}">
                      <a16:creationId xmlns:a16="http://schemas.microsoft.com/office/drawing/2014/main" xmlns="" id="{5D793B9B-6AC8-4549-9ADB-1E3DF2E2FC47}"/>
                    </a:ext>
                  </a:extLst>
                </p:cNvPr>
                <p:cNvSpPr/>
                <p:nvPr/>
              </p:nvSpPr>
              <p:spPr>
                <a:xfrm>
                  <a:off x="2709948" y="2277720"/>
                  <a:ext cx="257175" cy="1066800"/>
                </a:xfrm>
                <a:custGeom>
                  <a:avLst/>
                  <a:gdLst>
                    <a:gd name="connsiteX0" fmla="*/ 260033 w 257175"/>
                    <a:gd name="connsiteY0" fmla="*/ 1070610 h 1066800"/>
                    <a:gd name="connsiteX1" fmla="*/ 0 w 257175"/>
                    <a:gd name="connsiteY1" fmla="*/ 929640 h 1066800"/>
                    <a:gd name="connsiteX2" fmla="*/ 1905 w 257175"/>
                    <a:gd name="connsiteY2" fmla="*/ 0 h 1066800"/>
                    <a:gd name="connsiteX3" fmla="*/ 261938 w 257175"/>
                    <a:gd name="connsiteY3" fmla="*/ 141922 h 1066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7175" h="1066800">
                      <a:moveTo>
                        <a:pt x="260033" y="1070610"/>
                      </a:moveTo>
                      <a:lnTo>
                        <a:pt x="0" y="929640"/>
                      </a:lnTo>
                      <a:lnTo>
                        <a:pt x="1905" y="0"/>
                      </a:lnTo>
                      <a:lnTo>
                        <a:pt x="261938" y="14192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53" name="Freeform: Shape 152">
                  <a:extLst>
                    <a:ext uri="{FF2B5EF4-FFF2-40B4-BE49-F238E27FC236}">
                      <a16:creationId xmlns:a16="http://schemas.microsoft.com/office/drawing/2014/main" xmlns="" id="{4CEC876C-6B44-4AFA-B48D-6DFA5BCE9067}"/>
                    </a:ext>
                  </a:extLst>
                </p:cNvPr>
                <p:cNvSpPr/>
                <p:nvPr/>
              </p:nvSpPr>
              <p:spPr>
                <a:xfrm>
                  <a:off x="2708898" y="1774680"/>
                  <a:ext cx="521969" cy="178118"/>
                </a:xfrm>
                <a:custGeom>
                  <a:avLst/>
                  <a:gdLst>
                    <a:gd name="connsiteX0" fmla="*/ 230505 w 521970"/>
                    <a:gd name="connsiteY0" fmla="*/ 2858 h 178118"/>
                    <a:gd name="connsiteX1" fmla="*/ 490537 w 521970"/>
                    <a:gd name="connsiteY1" fmla="*/ 144781 h 178118"/>
                    <a:gd name="connsiteX2" fmla="*/ 302895 w 521970"/>
                    <a:gd name="connsiteY2" fmla="*/ 172403 h 178118"/>
                    <a:gd name="connsiteX3" fmla="*/ 260032 w 521970"/>
                    <a:gd name="connsiteY3" fmla="*/ 178118 h 178118"/>
                    <a:gd name="connsiteX4" fmla="*/ 0 w 521970"/>
                    <a:gd name="connsiteY4" fmla="*/ 37148 h 178118"/>
                    <a:gd name="connsiteX5" fmla="*/ 41910 w 521970"/>
                    <a:gd name="connsiteY5" fmla="*/ 30480 h 178118"/>
                    <a:gd name="connsiteX6" fmla="*/ 41912 w 521970"/>
                    <a:gd name="connsiteY6" fmla="*/ 30481 h 178118"/>
                    <a:gd name="connsiteX7" fmla="*/ 260985 w 521970"/>
                    <a:gd name="connsiteY7" fmla="*/ 0 h 178118"/>
                    <a:gd name="connsiteX8" fmla="*/ 521970 w 521970"/>
                    <a:gd name="connsiteY8" fmla="*/ 141923 h 178118"/>
                    <a:gd name="connsiteX9" fmla="*/ 490537 w 521970"/>
                    <a:gd name="connsiteY9" fmla="*/ 144780 h 178118"/>
                    <a:gd name="connsiteX10" fmla="*/ 230505 w 521970"/>
                    <a:gd name="connsiteY10" fmla="*/ 2858 h 1781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521970" h="178118">
                      <a:moveTo>
                        <a:pt x="230505" y="2858"/>
                      </a:moveTo>
                      <a:lnTo>
                        <a:pt x="490537" y="144781"/>
                      </a:lnTo>
                      <a:lnTo>
                        <a:pt x="302895" y="172403"/>
                      </a:lnTo>
                      <a:lnTo>
                        <a:pt x="260032" y="178118"/>
                      </a:lnTo>
                      <a:lnTo>
                        <a:pt x="0" y="37148"/>
                      </a:lnTo>
                      <a:lnTo>
                        <a:pt x="41910" y="30480"/>
                      </a:lnTo>
                      <a:lnTo>
                        <a:pt x="41912" y="30481"/>
                      </a:lnTo>
                      <a:close/>
                      <a:moveTo>
                        <a:pt x="260985" y="0"/>
                      </a:moveTo>
                      <a:lnTo>
                        <a:pt x="521970" y="141923"/>
                      </a:lnTo>
                      <a:lnTo>
                        <a:pt x="490537" y="144780"/>
                      </a:lnTo>
                      <a:lnTo>
                        <a:pt x="230505" y="2858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</p:grp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xmlns="" id="{D272DC14-6DAF-4A56-A5A6-221189C61401}"/>
                  </a:ext>
                </a:extLst>
              </p:cNvPr>
              <p:cNvSpPr/>
              <p:nvPr/>
            </p:nvSpPr>
            <p:spPr>
              <a:xfrm>
                <a:off x="12579689" y="4661548"/>
                <a:ext cx="730421" cy="1493305"/>
              </a:xfrm>
              <a:custGeom>
                <a:avLst/>
                <a:gdLst>
                  <a:gd name="connsiteX0" fmla="*/ 1669733 w 1714500"/>
                  <a:gd name="connsiteY0" fmla="*/ 1870710 h 3505200"/>
                  <a:gd name="connsiteX1" fmla="*/ 1720215 w 1714500"/>
                  <a:gd name="connsiteY1" fmla="*/ 2166938 h 3505200"/>
                  <a:gd name="connsiteX2" fmla="*/ 1507808 w 1714500"/>
                  <a:gd name="connsiteY2" fmla="*/ 2795588 h 3505200"/>
                  <a:gd name="connsiteX3" fmla="*/ 1121093 w 1714500"/>
                  <a:gd name="connsiteY3" fmla="*/ 3084195 h 3505200"/>
                  <a:gd name="connsiteX4" fmla="*/ 991553 w 1714500"/>
                  <a:gd name="connsiteY4" fmla="*/ 3120390 h 3505200"/>
                  <a:gd name="connsiteX5" fmla="*/ 990600 w 1714500"/>
                  <a:gd name="connsiteY5" fmla="*/ 3466148 h 3505200"/>
                  <a:gd name="connsiteX6" fmla="*/ 960120 w 1714500"/>
                  <a:gd name="connsiteY6" fmla="*/ 3470910 h 3505200"/>
                  <a:gd name="connsiteX7" fmla="*/ 772478 w 1714500"/>
                  <a:gd name="connsiteY7" fmla="*/ 3505200 h 3505200"/>
                  <a:gd name="connsiteX8" fmla="*/ 729615 w 1714500"/>
                  <a:gd name="connsiteY8" fmla="*/ 3503295 h 3505200"/>
                  <a:gd name="connsiteX9" fmla="*/ 730568 w 1714500"/>
                  <a:gd name="connsiteY9" fmla="*/ 3158490 h 3505200"/>
                  <a:gd name="connsiteX10" fmla="*/ 659130 w 1714500"/>
                  <a:gd name="connsiteY10" fmla="*/ 3156585 h 3505200"/>
                  <a:gd name="connsiteX11" fmla="*/ 383858 w 1714500"/>
                  <a:gd name="connsiteY11" fmla="*/ 3098483 h 3505200"/>
                  <a:gd name="connsiteX12" fmla="*/ 125730 w 1714500"/>
                  <a:gd name="connsiteY12" fmla="*/ 2865120 h 3505200"/>
                  <a:gd name="connsiteX13" fmla="*/ 0 w 1714500"/>
                  <a:gd name="connsiteY13" fmla="*/ 2427923 h 3505200"/>
                  <a:gd name="connsiteX14" fmla="*/ 320993 w 1714500"/>
                  <a:gd name="connsiteY14" fmla="*/ 2317433 h 3505200"/>
                  <a:gd name="connsiteX15" fmla="*/ 451485 w 1714500"/>
                  <a:gd name="connsiteY15" fmla="*/ 2707958 h 3505200"/>
                  <a:gd name="connsiteX16" fmla="*/ 682943 w 1714500"/>
                  <a:gd name="connsiteY16" fmla="*/ 2860358 h 3505200"/>
                  <a:gd name="connsiteX17" fmla="*/ 730568 w 1714500"/>
                  <a:gd name="connsiteY17" fmla="*/ 2864168 h 3505200"/>
                  <a:gd name="connsiteX18" fmla="*/ 732473 w 1714500"/>
                  <a:gd name="connsiteY18" fmla="*/ 1761173 h 3505200"/>
                  <a:gd name="connsiteX19" fmla="*/ 576263 w 1714500"/>
                  <a:gd name="connsiteY19" fmla="*/ 1735455 h 3505200"/>
                  <a:gd name="connsiteX20" fmla="*/ 372428 w 1714500"/>
                  <a:gd name="connsiteY20" fmla="*/ 1660208 h 3505200"/>
                  <a:gd name="connsiteX21" fmla="*/ 138113 w 1714500"/>
                  <a:gd name="connsiteY21" fmla="*/ 1438275 h 3505200"/>
                  <a:gd name="connsiteX22" fmla="*/ 56198 w 1714500"/>
                  <a:gd name="connsiteY22" fmla="*/ 1079183 h 3505200"/>
                  <a:gd name="connsiteX23" fmla="*/ 298133 w 1714500"/>
                  <a:gd name="connsiteY23" fmla="*/ 448628 h 3505200"/>
                  <a:gd name="connsiteX24" fmla="*/ 628650 w 1714500"/>
                  <a:gd name="connsiteY24" fmla="*/ 239077 h 3505200"/>
                  <a:gd name="connsiteX25" fmla="*/ 735330 w 1714500"/>
                  <a:gd name="connsiteY25" fmla="*/ 206693 h 3505200"/>
                  <a:gd name="connsiteX26" fmla="*/ 735330 w 1714500"/>
                  <a:gd name="connsiteY26" fmla="*/ 36195 h 3505200"/>
                  <a:gd name="connsiteX27" fmla="*/ 778193 w 1714500"/>
                  <a:gd name="connsiteY27" fmla="*/ 30480 h 3505200"/>
                  <a:gd name="connsiteX28" fmla="*/ 965835 w 1714500"/>
                  <a:gd name="connsiteY28" fmla="*/ 2858 h 3505200"/>
                  <a:gd name="connsiteX29" fmla="*/ 996315 w 1714500"/>
                  <a:gd name="connsiteY29" fmla="*/ 0 h 3505200"/>
                  <a:gd name="connsiteX30" fmla="*/ 996315 w 1714500"/>
                  <a:gd name="connsiteY30" fmla="*/ 168593 h 3505200"/>
                  <a:gd name="connsiteX31" fmla="*/ 1097280 w 1714500"/>
                  <a:gd name="connsiteY31" fmla="*/ 171450 h 3505200"/>
                  <a:gd name="connsiteX32" fmla="*/ 1406843 w 1714500"/>
                  <a:gd name="connsiteY32" fmla="*/ 282893 h 3505200"/>
                  <a:gd name="connsiteX33" fmla="*/ 1657350 w 1714500"/>
                  <a:gd name="connsiteY33" fmla="*/ 763905 h 3505200"/>
                  <a:gd name="connsiteX34" fmla="*/ 1326833 w 1714500"/>
                  <a:gd name="connsiteY34" fmla="*/ 863918 h 3505200"/>
                  <a:gd name="connsiteX35" fmla="*/ 1209675 w 1714500"/>
                  <a:gd name="connsiteY35" fmla="*/ 568643 h 3505200"/>
                  <a:gd name="connsiteX36" fmla="*/ 1038225 w 1714500"/>
                  <a:gd name="connsiteY36" fmla="*/ 471488 h 3505200"/>
                  <a:gd name="connsiteX37" fmla="*/ 995363 w 1714500"/>
                  <a:gd name="connsiteY37" fmla="*/ 464820 h 3505200"/>
                  <a:gd name="connsiteX38" fmla="*/ 993458 w 1714500"/>
                  <a:gd name="connsiteY38" fmla="*/ 1460183 h 3505200"/>
                  <a:gd name="connsiteX39" fmla="*/ 1073468 w 1714500"/>
                  <a:gd name="connsiteY39" fmla="*/ 1471613 h 3505200"/>
                  <a:gd name="connsiteX40" fmla="*/ 1282065 w 1714500"/>
                  <a:gd name="connsiteY40" fmla="*/ 1513523 h 3505200"/>
                  <a:gd name="connsiteX41" fmla="*/ 1524953 w 1714500"/>
                  <a:gd name="connsiteY41" fmla="*/ 1651635 h 3505200"/>
                  <a:gd name="connsiteX42" fmla="*/ 1669733 w 1714500"/>
                  <a:gd name="connsiteY42" fmla="*/ 1870710 h 3505200"/>
                  <a:gd name="connsiteX43" fmla="*/ 1268730 w 1714500"/>
                  <a:gd name="connsiteY43" fmla="*/ 2624138 h 3505200"/>
                  <a:gd name="connsiteX44" fmla="*/ 1390650 w 1714500"/>
                  <a:gd name="connsiteY44" fmla="*/ 2236470 h 3505200"/>
                  <a:gd name="connsiteX45" fmla="*/ 1304925 w 1714500"/>
                  <a:gd name="connsiteY45" fmla="*/ 1945958 h 3505200"/>
                  <a:gd name="connsiteX46" fmla="*/ 1080135 w 1714500"/>
                  <a:gd name="connsiteY46" fmla="*/ 1820228 h 3505200"/>
                  <a:gd name="connsiteX47" fmla="*/ 992505 w 1714500"/>
                  <a:gd name="connsiteY47" fmla="*/ 1798320 h 3505200"/>
                  <a:gd name="connsiteX48" fmla="*/ 990600 w 1714500"/>
                  <a:gd name="connsiteY48" fmla="*/ 2830830 h 3505200"/>
                  <a:gd name="connsiteX49" fmla="*/ 1048703 w 1714500"/>
                  <a:gd name="connsiteY49" fmla="*/ 2808923 h 3505200"/>
                  <a:gd name="connsiteX50" fmla="*/ 1268730 w 1714500"/>
                  <a:gd name="connsiteY50" fmla="*/ 2624138 h 3505200"/>
                  <a:gd name="connsiteX51" fmla="*/ 732473 w 1714500"/>
                  <a:gd name="connsiteY51" fmla="*/ 1425893 h 3505200"/>
                  <a:gd name="connsiteX52" fmla="*/ 734378 w 1714500"/>
                  <a:gd name="connsiteY52" fmla="*/ 497205 h 3505200"/>
                  <a:gd name="connsiteX53" fmla="*/ 688658 w 1714500"/>
                  <a:gd name="connsiteY53" fmla="*/ 514350 h 3505200"/>
                  <a:gd name="connsiteX54" fmla="*/ 482917 w 1714500"/>
                  <a:gd name="connsiteY54" fmla="*/ 682943 h 3505200"/>
                  <a:gd name="connsiteX55" fmla="*/ 375285 w 1714500"/>
                  <a:gd name="connsiteY55" fmla="*/ 1006793 h 3505200"/>
                  <a:gd name="connsiteX56" fmla="*/ 465773 w 1714500"/>
                  <a:gd name="connsiteY56" fmla="*/ 1289685 h 3505200"/>
                  <a:gd name="connsiteX57" fmla="*/ 674370 w 1714500"/>
                  <a:gd name="connsiteY57" fmla="*/ 1411605 h 3505200"/>
                  <a:gd name="connsiteX58" fmla="*/ 732473 w 1714500"/>
                  <a:gd name="connsiteY58" fmla="*/ 1425893 h 3505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1714500" h="3505200">
                    <a:moveTo>
                      <a:pt x="1669733" y="1870710"/>
                    </a:moveTo>
                    <a:cubicBezTo>
                      <a:pt x="1703070" y="1959293"/>
                      <a:pt x="1720215" y="2058353"/>
                      <a:pt x="1720215" y="2166938"/>
                    </a:cubicBezTo>
                    <a:cubicBezTo>
                      <a:pt x="1720215" y="2406015"/>
                      <a:pt x="1648778" y="2615565"/>
                      <a:pt x="1507808" y="2795588"/>
                    </a:cubicBezTo>
                    <a:cubicBezTo>
                      <a:pt x="1402080" y="2930843"/>
                      <a:pt x="1273493" y="3027045"/>
                      <a:pt x="1121093" y="3084195"/>
                    </a:cubicBezTo>
                    <a:lnTo>
                      <a:pt x="991553" y="3120390"/>
                    </a:lnTo>
                    <a:lnTo>
                      <a:pt x="990600" y="3466148"/>
                    </a:lnTo>
                    <a:lnTo>
                      <a:pt x="960120" y="3470910"/>
                    </a:lnTo>
                    <a:lnTo>
                      <a:pt x="772478" y="3505200"/>
                    </a:lnTo>
                    <a:lnTo>
                      <a:pt x="729615" y="3503295"/>
                    </a:lnTo>
                    <a:lnTo>
                      <a:pt x="730568" y="3158490"/>
                    </a:lnTo>
                    <a:lnTo>
                      <a:pt x="659130" y="3156585"/>
                    </a:lnTo>
                    <a:cubicBezTo>
                      <a:pt x="550545" y="3148965"/>
                      <a:pt x="459105" y="3129915"/>
                      <a:pt x="383858" y="3098483"/>
                    </a:cubicBezTo>
                    <a:cubicBezTo>
                      <a:pt x="283845" y="3056573"/>
                      <a:pt x="198120" y="2979420"/>
                      <a:pt x="125730" y="2865120"/>
                    </a:cubicBezTo>
                    <a:cubicBezTo>
                      <a:pt x="53340" y="2750820"/>
                      <a:pt x="11430" y="2606040"/>
                      <a:pt x="0" y="2427923"/>
                    </a:cubicBezTo>
                    <a:lnTo>
                      <a:pt x="320993" y="2317433"/>
                    </a:lnTo>
                    <a:cubicBezTo>
                      <a:pt x="345758" y="2499360"/>
                      <a:pt x="388620" y="2629853"/>
                      <a:pt x="451485" y="2707958"/>
                    </a:cubicBezTo>
                    <a:cubicBezTo>
                      <a:pt x="519113" y="2790825"/>
                      <a:pt x="596265" y="2841308"/>
                      <a:pt x="682943" y="2860358"/>
                    </a:cubicBezTo>
                    <a:lnTo>
                      <a:pt x="730568" y="2864168"/>
                    </a:lnTo>
                    <a:lnTo>
                      <a:pt x="732473" y="1761173"/>
                    </a:lnTo>
                    <a:lnTo>
                      <a:pt x="576263" y="1735455"/>
                    </a:lnTo>
                    <a:cubicBezTo>
                      <a:pt x="509588" y="1717358"/>
                      <a:pt x="441008" y="1692593"/>
                      <a:pt x="372428" y="1660208"/>
                    </a:cubicBezTo>
                    <a:cubicBezTo>
                      <a:pt x="270510" y="1612583"/>
                      <a:pt x="192405" y="1539240"/>
                      <a:pt x="138113" y="1438275"/>
                    </a:cubicBezTo>
                    <a:cubicBezTo>
                      <a:pt x="82868" y="1337310"/>
                      <a:pt x="56198" y="1217295"/>
                      <a:pt x="56198" y="1079183"/>
                    </a:cubicBezTo>
                    <a:cubicBezTo>
                      <a:pt x="56198" y="833438"/>
                      <a:pt x="137160" y="622935"/>
                      <a:pt x="298133" y="448628"/>
                    </a:cubicBezTo>
                    <a:cubicBezTo>
                      <a:pt x="379095" y="360998"/>
                      <a:pt x="488633" y="290513"/>
                      <a:pt x="628650" y="239077"/>
                    </a:cubicBezTo>
                    <a:lnTo>
                      <a:pt x="735330" y="206693"/>
                    </a:lnTo>
                    <a:lnTo>
                      <a:pt x="735330" y="36195"/>
                    </a:lnTo>
                    <a:lnTo>
                      <a:pt x="778193" y="30480"/>
                    </a:lnTo>
                    <a:lnTo>
                      <a:pt x="965835" y="2858"/>
                    </a:lnTo>
                    <a:lnTo>
                      <a:pt x="996315" y="0"/>
                    </a:lnTo>
                    <a:lnTo>
                      <a:pt x="996315" y="168593"/>
                    </a:lnTo>
                    <a:lnTo>
                      <a:pt x="1097280" y="171450"/>
                    </a:lnTo>
                    <a:cubicBezTo>
                      <a:pt x="1222058" y="182880"/>
                      <a:pt x="1324928" y="220027"/>
                      <a:pt x="1406843" y="282893"/>
                    </a:cubicBezTo>
                    <a:cubicBezTo>
                      <a:pt x="1545908" y="388620"/>
                      <a:pt x="1629728" y="548640"/>
                      <a:pt x="1657350" y="763905"/>
                    </a:cubicBezTo>
                    <a:lnTo>
                      <a:pt x="1326833" y="863918"/>
                    </a:lnTo>
                    <a:cubicBezTo>
                      <a:pt x="1307783" y="730568"/>
                      <a:pt x="1268730" y="632460"/>
                      <a:pt x="1209675" y="568643"/>
                    </a:cubicBezTo>
                    <a:cubicBezTo>
                      <a:pt x="1164908" y="521017"/>
                      <a:pt x="1107758" y="488633"/>
                      <a:pt x="1038225" y="471488"/>
                    </a:cubicBezTo>
                    <a:lnTo>
                      <a:pt x="995363" y="464820"/>
                    </a:lnTo>
                    <a:lnTo>
                      <a:pt x="993458" y="1460183"/>
                    </a:lnTo>
                    <a:lnTo>
                      <a:pt x="1073468" y="1471613"/>
                    </a:lnTo>
                    <a:cubicBezTo>
                      <a:pt x="1173480" y="1486853"/>
                      <a:pt x="1243013" y="1500188"/>
                      <a:pt x="1282065" y="1513523"/>
                    </a:cubicBezTo>
                    <a:cubicBezTo>
                      <a:pt x="1381125" y="1546860"/>
                      <a:pt x="1462088" y="1592580"/>
                      <a:pt x="1524953" y="1651635"/>
                    </a:cubicBezTo>
                    <a:cubicBezTo>
                      <a:pt x="1587818" y="1708785"/>
                      <a:pt x="1635443" y="1782128"/>
                      <a:pt x="1669733" y="1870710"/>
                    </a:cubicBezTo>
                    <a:close/>
                    <a:moveTo>
                      <a:pt x="1268730" y="2624138"/>
                    </a:moveTo>
                    <a:cubicBezTo>
                      <a:pt x="1349693" y="2512695"/>
                      <a:pt x="1390650" y="2384108"/>
                      <a:pt x="1390650" y="2236470"/>
                    </a:cubicBezTo>
                    <a:cubicBezTo>
                      <a:pt x="1390650" y="2110740"/>
                      <a:pt x="1362075" y="2014538"/>
                      <a:pt x="1304925" y="1945958"/>
                    </a:cubicBezTo>
                    <a:cubicBezTo>
                      <a:pt x="1262063" y="1894523"/>
                      <a:pt x="1186815" y="1852613"/>
                      <a:pt x="1080135" y="1820228"/>
                    </a:cubicBezTo>
                    <a:lnTo>
                      <a:pt x="992505" y="1798320"/>
                    </a:lnTo>
                    <a:lnTo>
                      <a:pt x="990600" y="2830830"/>
                    </a:lnTo>
                    <a:lnTo>
                      <a:pt x="1048703" y="2808923"/>
                    </a:lnTo>
                    <a:cubicBezTo>
                      <a:pt x="1135380" y="2768918"/>
                      <a:pt x="1207770" y="2707005"/>
                      <a:pt x="1268730" y="2624138"/>
                    </a:cubicBezTo>
                    <a:moveTo>
                      <a:pt x="732473" y="1425893"/>
                    </a:moveTo>
                    <a:lnTo>
                      <a:pt x="734378" y="497205"/>
                    </a:lnTo>
                    <a:lnTo>
                      <a:pt x="688658" y="514350"/>
                    </a:lnTo>
                    <a:cubicBezTo>
                      <a:pt x="604838" y="554355"/>
                      <a:pt x="537210" y="609600"/>
                      <a:pt x="482917" y="682943"/>
                    </a:cubicBezTo>
                    <a:cubicBezTo>
                      <a:pt x="411480" y="780098"/>
                      <a:pt x="375285" y="887730"/>
                      <a:pt x="375285" y="1006793"/>
                    </a:cubicBezTo>
                    <a:cubicBezTo>
                      <a:pt x="375285" y="1124903"/>
                      <a:pt x="405765" y="1219200"/>
                      <a:pt x="465773" y="1289685"/>
                    </a:cubicBezTo>
                    <a:cubicBezTo>
                      <a:pt x="511492" y="1343025"/>
                      <a:pt x="581025" y="1383030"/>
                      <a:pt x="674370" y="1411605"/>
                    </a:cubicBezTo>
                    <a:lnTo>
                      <a:pt x="732473" y="1425893"/>
                    </a:lnTo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defTabSz="685749"/>
                <a:endParaRPr lang="en-US" sz="140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xmlns="" id="{7901E2D7-C583-4CE2-8F51-5C524CC1CAA9}"/>
                  </a:ext>
                </a:extLst>
              </p:cNvPr>
              <p:cNvGrpSpPr/>
              <p:nvPr/>
            </p:nvGrpSpPr>
            <p:grpSpPr>
              <a:xfrm>
                <a:off x="12470968" y="4620148"/>
                <a:ext cx="435759" cy="1352099"/>
                <a:chOff x="1968987" y="1811829"/>
                <a:chExt cx="1022846" cy="3173751"/>
              </a:xfrm>
              <a:solidFill>
                <a:schemeClr val="bg1"/>
              </a:solidFill>
            </p:grpSpPr>
            <p:sp>
              <p:nvSpPr>
                <p:cNvPr id="139" name="Freeform: Shape 138">
                  <a:extLst>
                    <a:ext uri="{FF2B5EF4-FFF2-40B4-BE49-F238E27FC236}">
                      <a16:creationId xmlns:a16="http://schemas.microsoft.com/office/drawing/2014/main" xmlns="" id="{E6067227-37CF-4C14-B006-6E00ABFD280C}"/>
                    </a:ext>
                  </a:extLst>
                </p:cNvPr>
                <p:cNvSpPr/>
                <p:nvPr/>
              </p:nvSpPr>
              <p:spPr>
                <a:xfrm>
                  <a:off x="1975571" y="4195005"/>
                  <a:ext cx="600075" cy="790575"/>
                </a:xfrm>
                <a:custGeom>
                  <a:avLst/>
                  <a:gdLst>
                    <a:gd name="connsiteX0" fmla="*/ 601980 w 600075"/>
                    <a:gd name="connsiteY0" fmla="*/ 791528 h 790575"/>
                    <a:gd name="connsiteX1" fmla="*/ 340995 w 600075"/>
                    <a:gd name="connsiteY1" fmla="*/ 649605 h 790575"/>
                    <a:gd name="connsiteX2" fmla="*/ 125730 w 600075"/>
                    <a:gd name="connsiteY2" fmla="*/ 437197 h 790575"/>
                    <a:gd name="connsiteX3" fmla="*/ 0 w 600075"/>
                    <a:gd name="connsiteY3" fmla="*/ 0 h 790575"/>
                    <a:gd name="connsiteX4" fmla="*/ 260985 w 600075"/>
                    <a:gd name="connsiteY4" fmla="*/ 141922 h 790575"/>
                    <a:gd name="connsiteX5" fmla="*/ 386715 w 600075"/>
                    <a:gd name="connsiteY5" fmla="*/ 579120 h 790575"/>
                    <a:gd name="connsiteX6" fmla="*/ 601980 w 600075"/>
                    <a:gd name="connsiteY6" fmla="*/ 791528 h 790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600075" h="790575">
                      <a:moveTo>
                        <a:pt x="601980" y="791528"/>
                      </a:moveTo>
                      <a:lnTo>
                        <a:pt x="340995" y="649605"/>
                      </a:lnTo>
                      <a:cubicBezTo>
                        <a:pt x="259080" y="604838"/>
                        <a:pt x="187643" y="534353"/>
                        <a:pt x="125730" y="437197"/>
                      </a:cubicBezTo>
                      <a:cubicBezTo>
                        <a:pt x="53340" y="323850"/>
                        <a:pt x="11430" y="178118"/>
                        <a:pt x="0" y="0"/>
                      </a:cubicBezTo>
                      <a:lnTo>
                        <a:pt x="260985" y="141922"/>
                      </a:lnTo>
                      <a:cubicBezTo>
                        <a:pt x="272415" y="319088"/>
                        <a:pt x="314325" y="464820"/>
                        <a:pt x="386715" y="579120"/>
                      </a:cubicBezTo>
                      <a:cubicBezTo>
                        <a:pt x="448628" y="676275"/>
                        <a:pt x="520065" y="747713"/>
                        <a:pt x="601980" y="791528"/>
                      </a:cubicBezTo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40" name="Freeform: Shape 139">
                  <a:extLst>
                    <a:ext uri="{FF2B5EF4-FFF2-40B4-BE49-F238E27FC236}">
                      <a16:creationId xmlns:a16="http://schemas.microsoft.com/office/drawing/2014/main" xmlns="" id="{BE5BB590-239F-4213-8DC4-103945DFEB36}"/>
                    </a:ext>
                  </a:extLst>
                </p:cNvPr>
                <p:cNvSpPr/>
                <p:nvPr/>
              </p:nvSpPr>
              <p:spPr>
                <a:xfrm>
                  <a:off x="1968987" y="4089376"/>
                  <a:ext cx="581026" cy="247649"/>
                </a:xfrm>
                <a:custGeom>
                  <a:avLst/>
                  <a:gdLst>
                    <a:gd name="connsiteX0" fmla="*/ 260985 w 581025"/>
                    <a:gd name="connsiteY0" fmla="*/ 251460 h 247650"/>
                    <a:gd name="connsiteX1" fmla="*/ 0 w 581025"/>
                    <a:gd name="connsiteY1" fmla="*/ 109538 h 247650"/>
                    <a:gd name="connsiteX2" fmla="*/ 320993 w 581025"/>
                    <a:gd name="connsiteY2" fmla="*/ 0 h 247650"/>
                    <a:gd name="connsiteX3" fmla="*/ 581978 w 581025"/>
                    <a:gd name="connsiteY3" fmla="*/ 140970 h 247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81025" h="247650">
                      <a:moveTo>
                        <a:pt x="260985" y="251460"/>
                      </a:moveTo>
                      <a:lnTo>
                        <a:pt x="0" y="109538"/>
                      </a:lnTo>
                      <a:lnTo>
                        <a:pt x="320993" y="0"/>
                      </a:lnTo>
                      <a:lnTo>
                        <a:pt x="581978" y="14097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41" name="Freeform: Shape 140">
                  <a:extLst>
                    <a:ext uri="{FF2B5EF4-FFF2-40B4-BE49-F238E27FC236}">
                      <a16:creationId xmlns:a16="http://schemas.microsoft.com/office/drawing/2014/main" xmlns="" id="{C7137044-11D7-4101-800A-6BE9664CBF25}"/>
                    </a:ext>
                  </a:extLst>
                </p:cNvPr>
                <p:cNvSpPr/>
                <p:nvPr/>
              </p:nvSpPr>
              <p:spPr>
                <a:xfrm>
                  <a:off x="2051714" y="1973775"/>
                  <a:ext cx="940119" cy="1580196"/>
                </a:xfrm>
                <a:custGeom>
                  <a:avLst/>
                  <a:gdLst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679133 w 940118"/>
                    <a:gd name="connsiteY3" fmla="*/ 0 h 1580197"/>
                    <a:gd name="connsiteX4" fmla="*/ 940118 w 940118"/>
                    <a:gd name="connsiteY4" fmla="*/ 140970 h 1580197"/>
                    <a:gd name="connsiteX5" fmla="*/ 833438 w 940118"/>
                    <a:gd name="connsiteY5" fmla="*/ 174308 h 1580197"/>
                    <a:gd name="connsiteX6" fmla="*/ 833437 w 940118"/>
                    <a:gd name="connsiteY6" fmla="*/ 174308 h 1580197"/>
                    <a:gd name="connsiteX7" fmla="*/ 747299 w 940118"/>
                    <a:gd name="connsiteY7" fmla="*/ 210278 h 1580197"/>
                    <a:gd name="connsiteX8" fmla="*/ 747713 w 940118"/>
                    <a:gd name="connsiteY8" fmla="*/ 210503 h 1580197"/>
                    <a:gd name="connsiteX9" fmla="*/ 620078 w 940118"/>
                    <a:gd name="connsiteY9" fmla="*/ 282893 h 1580197"/>
                    <a:gd name="connsiteX10" fmla="*/ 592976 w 940118"/>
                    <a:gd name="connsiteY10" fmla="*/ 268101 h 1580197"/>
                    <a:gd name="connsiteX11" fmla="*/ 592932 w 940118"/>
                    <a:gd name="connsiteY11" fmla="*/ 268132 h 1580197"/>
                    <a:gd name="connsiteX12" fmla="*/ 620077 w 940118"/>
                    <a:gd name="connsiteY12" fmla="*/ 282893 h 1580197"/>
                    <a:gd name="connsiteX13" fmla="*/ 548076 w 940118"/>
                    <a:gd name="connsiteY13" fmla="*/ 339736 h 1580197"/>
                    <a:gd name="connsiteX14" fmla="*/ 548640 w 940118"/>
                    <a:gd name="connsiteY14" fmla="*/ 340043 h 1580197"/>
                    <a:gd name="connsiteX15" fmla="*/ 503873 w 940118"/>
                    <a:gd name="connsiteY15" fmla="*/ 383858 h 1580197"/>
                    <a:gd name="connsiteX16" fmla="*/ 488633 w 940118"/>
                    <a:gd name="connsiteY16" fmla="*/ 399098 h 1580197"/>
                    <a:gd name="connsiteX17" fmla="*/ 455232 w 940118"/>
                    <a:gd name="connsiteY17" fmla="*/ 380990 h 1580197"/>
                    <a:gd name="connsiteX18" fmla="*/ 454648 w 940118"/>
                    <a:gd name="connsiteY18" fmla="*/ 381569 h 1580197"/>
                    <a:gd name="connsiteX19" fmla="*/ 488633 w 940118"/>
                    <a:gd name="connsiteY19" fmla="*/ 400050 h 1580197"/>
                    <a:gd name="connsiteX20" fmla="*/ 422910 w 940118"/>
                    <a:gd name="connsiteY20" fmla="*/ 482918 h 1580197"/>
                    <a:gd name="connsiteX21" fmla="*/ 391243 w 940118"/>
                    <a:gd name="connsiteY21" fmla="*/ 465814 h 1580197"/>
                    <a:gd name="connsiteX22" fmla="*/ 390818 w 940118"/>
                    <a:gd name="connsiteY22" fmla="*/ 466419 h 1580197"/>
                    <a:gd name="connsiteX23" fmla="*/ 422910 w 940118"/>
                    <a:gd name="connsiteY23" fmla="*/ 483870 h 1580197"/>
                    <a:gd name="connsiteX24" fmla="*/ 367665 w 940118"/>
                    <a:gd name="connsiteY24" fmla="*/ 572453 h 1580197"/>
                    <a:gd name="connsiteX25" fmla="*/ 368618 w 940118"/>
                    <a:gd name="connsiteY25" fmla="*/ 573405 h 1580197"/>
                    <a:gd name="connsiteX26" fmla="*/ 317183 w 940118"/>
                    <a:gd name="connsiteY26" fmla="*/ 684847 h 1580197"/>
                    <a:gd name="connsiteX27" fmla="*/ 305241 w 940118"/>
                    <a:gd name="connsiteY27" fmla="*/ 678329 h 1580197"/>
                    <a:gd name="connsiteX28" fmla="*/ 305235 w 940118"/>
                    <a:gd name="connsiteY28" fmla="*/ 678350 h 1580197"/>
                    <a:gd name="connsiteX29" fmla="*/ 317183 w 940118"/>
                    <a:gd name="connsiteY29" fmla="*/ 684847 h 1580197"/>
                    <a:gd name="connsiteX30" fmla="*/ 260985 w 940118"/>
                    <a:gd name="connsiteY30" fmla="*/ 1014413 h 1580197"/>
                    <a:gd name="connsiteX31" fmla="*/ 342900 w 940118"/>
                    <a:gd name="connsiteY31" fmla="*/ 1373505 h 1580197"/>
                    <a:gd name="connsiteX32" fmla="*/ 546735 w 940118"/>
                    <a:gd name="connsiteY32" fmla="*/ 1580197 h 1580197"/>
                    <a:gd name="connsiteX33" fmla="*/ 285750 w 940118"/>
                    <a:gd name="connsiteY33" fmla="*/ 1438275 h 1580197"/>
                    <a:gd name="connsiteX34" fmla="*/ 81915 w 940118"/>
                    <a:gd name="connsiteY34" fmla="*/ 1231583 h 1580197"/>
                    <a:gd name="connsiteX35" fmla="*/ 0 w 940118"/>
                    <a:gd name="connsiteY35" fmla="*/ 872490 h 1580197"/>
                    <a:gd name="connsiteX36" fmla="*/ 56197 w 940118"/>
                    <a:gd name="connsiteY36" fmla="*/ 542925 h 1580197"/>
                    <a:gd name="connsiteX37" fmla="*/ 62441 w 940118"/>
                    <a:gd name="connsiteY37" fmla="*/ 546321 h 1580197"/>
                    <a:gd name="connsiteX38" fmla="*/ 62617 w 940118"/>
                    <a:gd name="connsiteY38" fmla="*/ 545909 h 1580197"/>
                    <a:gd name="connsiteX39" fmla="*/ 57150 w 940118"/>
                    <a:gd name="connsiteY39" fmla="*/ 542925 h 1580197"/>
                    <a:gd name="connsiteX40" fmla="*/ 107444 w 940118"/>
                    <a:gd name="connsiteY40" fmla="*/ 431896 h 1580197"/>
                    <a:gd name="connsiteX41" fmla="*/ 106680 w 940118"/>
                    <a:gd name="connsiteY41" fmla="*/ 431483 h 1580197"/>
                    <a:gd name="connsiteX42" fmla="*/ 161925 w 940118"/>
                    <a:gd name="connsiteY42" fmla="*/ 341948 h 1580197"/>
                    <a:gd name="connsiteX43" fmla="*/ 171758 w 940118"/>
                    <a:gd name="connsiteY43" fmla="*/ 347295 h 1580197"/>
                    <a:gd name="connsiteX44" fmla="*/ 171778 w 940118"/>
                    <a:gd name="connsiteY44" fmla="*/ 347270 h 1580197"/>
                    <a:gd name="connsiteX45" fmla="*/ 161925 w 940118"/>
                    <a:gd name="connsiteY45" fmla="*/ 341948 h 1580197"/>
                    <a:gd name="connsiteX46" fmla="*/ 227648 w 940118"/>
                    <a:gd name="connsiteY46" fmla="*/ 258128 h 1580197"/>
                    <a:gd name="connsiteX47" fmla="*/ 239906 w 940118"/>
                    <a:gd name="connsiteY47" fmla="*/ 264794 h 1580197"/>
                    <a:gd name="connsiteX48" fmla="*/ 240267 w 940118"/>
                    <a:gd name="connsiteY48" fmla="*/ 264453 h 1580197"/>
                    <a:gd name="connsiteX49" fmla="*/ 228600 w 940118"/>
                    <a:gd name="connsiteY49" fmla="*/ 258128 h 1580197"/>
                    <a:gd name="connsiteX50" fmla="*/ 242888 w 940118"/>
                    <a:gd name="connsiteY50" fmla="*/ 241935 h 1580197"/>
                    <a:gd name="connsiteX51" fmla="*/ 287315 w 940118"/>
                    <a:gd name="connsiteY51" fmla="*/ 198453 h 1580197"/>
                    <a:gd name="connsiteX52" fmla="*/ 286702 w 940118"/>
                    <a:gd name="connsiteY52" fmla="*/ 198120 h 1580197"/>
                    <a:gd name="connsiteX53" fmla="*/ 359092 w 940118"/>
                    <a:gd name="connsiteY53" fmla="*/ 140970 h 1580197"/>
                    <a:gd name="connsiteX54" fmla="*/ 378434 w 940118"/>
                    <a:gd name="connsiteY54" fmla="*/ 151488 h 1580197"/>
                    <a:gd name="connsiteX55" fmla="*/ 378837 w 940118"/>
                    <a:gd name="connsiteY55" fmla="*/ 151226 h 1580197"/>
                    <a:gd name="connsiteX56" fmla="*/ 360045 w 940118"/>
                    <a:gd name="connsiteY56" fmla="*/ 140970 h 1580197"/>
                    <a:gd name="connsiteX57" fmla="*/ 486263 w 940118"/>
                    <a:gd name="connsiteY57" fmla="*/ 68845 h 1580197"/>
                    <a:gd name="connsiteX58" fmla="*/ 485775 w 940118"/>
                    <a:gd name="connsiteY58" fmla="*/ 68580 h 1580197"/>
                    <a:gd name="connsiteX59" fmla="*/ 572452 w 940118"/>
                    <a:gd name="connsiteY59" fmla="*/ 32385 h 1580197"/>
                    <a:gd name="connsiteX60" fmla="*/ 595123 w 940118"/>
                    <a:gd name="connsiteY60" fmla="*/ 44713 h 1580197"/>
                    <a:gd name="connsiteX61" fmla="*/ 595672 w 940118"/>
                    <a:gd name="connsiteY61" fmla="*/ 44538 h 1580197"/>
                    <a:gd name="connsiteX62" fmla="*/ 573405 w 940118"/>
                    <a:gd name="connsiteY62" fmla="*/ 32385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592976 w 940118"/>
                    <a:gd name="connsiteY11" fmla="*/ 268101 h 1580197"/>
                    <a:gd name="connsiteX12" fmla="*/ 592932 w 940118"/>
                    <a:gd name="connsiteY12" fmla="*/ 268132 h 1580197"/>
                    <a:gd name="connsiteX13" fmla="*/ 620077 w 940118"/>
                    <a:gd name="connsiteY13" fmla="*/ 282893 h 1580197"/>
                    <a:gd name="connsiteX14" fmla="*/ 548076 w 940118"/>
                    <a:gd name="connsiteY14" fmla="*/ 339736 h 1580197"/>
                    <a:gd name="connsiteX15" fmla="*/ 548640 w 940118"/>
                    <a:gd name="connsiteY15" fmla="*/ 340043 h 1580197"/>
                    <a:gd name="connsiteX16" fmla="*/ 503873 w 940118"/>
                    <a:gd name="connsiteY16" fmla="*/ 383858 h 1580197"/>
                    <a:gd name="connsiteX17" fmla="*/ 488633 w 940118"/>
                    <a:gd name="connsiteY17" fmla="*/ 399098 h 1580197"/>
                    <a:gd name="connsiteX18" fmla="*/ 455232 w 940118"/>
                    <a:gd name="connsiteY18" fmla="*/ 380990 h 1580197"/>
                    <a:gd name="connsiteX19" fmla="*/ 488633 w 940118"/>
                    <a:gd name="connsiteY19" fmla="*/ 400050 h 1580197"/>
                    <a:gd name="connsiteX20" fmla="*/ 422910 w 940118"/>
                    <a:gd name="connsiteY20" fmla="*/ 482918 h 1580197"/>
                    <a:gd name="connsiteX21" fmla="*/ 391243 w 940118"/>
                    <a:gd name="connsiteY21" fmla="*/ 465814 h 1580197"/>
                    <a:gd name="connsiteX22" fmla="*/ 390818 w 940118"/>
                    <a:gd name="connsiteY22" fmla="*/ 466419 h 1580197"/>
                    <a:gd name="connsiteX23" fmla="*/ 422910 w 940118"/>
                    <a:gd name="connsiteY23" fmla="*/ 483870 h 1580197"/>
                    <a:gd name="connsiteX24" fmla="*/ 367665 w 940118"/>
                    <a:gd name="connsiteY24" fmla="*/ 572453 h 1580197"/>
                    <a:gd name="connsiteX25" fmla="*/ 368618 w 940118"/>
                    <a:gd name="connsiteY25" fmla="*/ 573405 h 1580197"/>
                    <a:gd name="connsiteX26" fmla="*/ 317183 w 940118"/>
                    <a:gd name="connsiteY26" fmla="*/ 684847 h 1580197"/>
                    <a:gd name="connsiteX27" fmla="*/ 305241 w 940118"/>
                    <a:gd name="connsiteY27" fmla="*/ 678329 h 1580197"/>
                    <a:gd name="connsiteX28" fmla="*/ 305235 w 940118"/>
                    <a:gd name="connsiteY28" fmla="*/ 678350 h 1580197"/>
                    <a:gd name="connsiteX29" fmla="*/ 317183 w 940118"/>
                    <a:gd name="connsiteY29" fmla="*/ 684847 h 1580197"/>
                    <a:gd name="connsiteX30" fmla="*/ 260985 w 940118"/>
                    <a:gd name="connsiteY30" fmla="*/ 1014413 h 1580197"/>
                    <a:gd name="connsiteX31" fmla="*/ 342900 w 940118"/>
                    <a:gd name="connsiteY31" fmla="*/ 1373505 h 1580197"/>
                    <a:gd name="connsiteX32" fmla="*/ 546735 w 940118"/>
                    <a:gd name="connsiteY32" fmla="*/ 1580197 h 1580197"/>
                    <a:gd name="connsiteX33" fmla="*/ 285750 w 940118"/>
                    <a:gd name="connsiteY33" fmla="*/ 1438275 h 1580197"/>
                    <a:gd name="connsiteX34" fmla="*/ 81915 w 940118"/>
                    <a:gd name="connsiteY34" fmla="*/ 1231583 h 1580197"/>
                    <a:gd name="connsiteX35" fmla="*/ 0 w 940118"/>
                    <a:gd name="connsiteY35" fmla="*/ 872490 h 1580197"/>
                    <a:gd name="connsiteX36" fmla="*/ 56197 w 940118"/>
                    <a:gd name="connsiteY36" fmla="*/ 542925 h 1580197"/>
                    <a:gd name="connsiteX37" fmla="*/ 62441 w 940118"/>
                    <a:gd name="connsiteY37" fmla="*/ 546321 h 1580197"/>
                    <a:gd name="connsiteX38" fmla="*/ 62617 w 940118"/>
                    <a:gd name="connsiteY38" fmla="*/ 545909 h 1580197"/>
                    <a:gd name="connsiteX39" fmla="*/ 57150 w 940118"/>
                    <a:gd name="connsiteY39" fmla="*/ 542925 h 1580197"/>
                    <a:gd name="connsiteX40" fmla="*/ 107444 w 940118"/>
                    <a:gd name="connsiteY40" fmla="*/ 431896 h 1580197"/>
                    <a:gd name="connsiteX41" fmla="*/ 106680 w 940118"/>
                    <a:gd name="connsiteY41" fmla="*/ 431483 h 1580197"/>
                    <a:gd name="connsiteX42" fmla="*/ 161925 w 940118"/>
                    <a:gd name="connsiteY42" fmla="*/ 341948 h 1580197"/>
                    <a:gd name="connsiteX43" fmla="*/ 171758 w 940118"/>
                    <a:gd name="connsiteY43" fmla="*/ 347295 h 1580197"/>
                    <a:gd name="connsiteX44" fmla="*/ 171778 w 940118"/>
                    <a:gd name="connsiteY44" fmla="*/ 347270 h 1580197"/>
                    <a:gd name="connsiteX45" fmla="*/ 161925 w 940118"/>
                    <a:gd name="connsiteY45" fmla="*/ 341948 h 1580197"/>
                    <a:gd name="connsiteX46" fmla="*/ 227648 w 940118"/>
                    <a:gd name="connsiteY46" fmla="*/ 258128 h 1580197"/>
                    <a:gd name="connsiteX47" fmla="*/ 239906 w 940118"/>
                    <a:gd name="connsiteY47" fmla="*/ 264794 h 1580197"/>
                    <a:gd name="connsiteX48" fmla="*/ 240267 w 940118"/>
                    <a:gd name="connsiteY48" fmla="*/ 264453 h 1580197"/>
                    <a:gd name="connsiteX49" fmla="*/ 228600 w 940118"/>
                    <a:gd name="connsiteY49" fmla="*/ 258128 h 1580197"/>
                    <a:gd name="connsiteX50" fmla="*/ 242888 w 940118"/>
                    <a:gd name="connsiteY50" fmla="*/ 241935 h 1580197"/>
                    <a:gd name="connsiteX51" fmla="*/ 287315 w 940118"/>
                    <a:gd name="connsiteY51" fmla="*/ 198453 h 1580197"/>
                    <a:gd name="connsiteX52" fmla="*/ 286702 w 940118"/>
                    <a:gd name="connsiteY52" fmla="*/ 198120 h 1580197"/>
                    <a:gd name="connsiteX53" fmla="*/ 359092 w 940118"/>
                    <a:gd name="connsiteY53" fmla="*/ 140970 h 1580197"/>
                    <a:gd name="connsiteX54" fmla="*/ 378434 w 940118"/>
                    <a:gd name="connsiteY54" fmla="*/ 151488 h 1580197"/>
                    <a:gd name="connsiteX55" fmla="*/ 378837 w 940118"/>
                    <a:gd name="connsiteY55" fmla="*/ 151226 h 1580197"/>
                    <a:gd name="connsiteX56" fmla="*/ 360045 w 940118"/>
                    <a:gd name="connsiteY56" fmla="*/ 140970 h 1580197"/>
                    <a:gd name="connsiteX57" fmla="*/ 486263 w 940118"/>
                    <a:gd name="connsiteY57" fmla="*/ 68845 h 1580197"/>
                    <a:gd name="connsiteX58" fmla="*/ 485775 w 940118"/>
                    <a:gd name="connsiteY58" fmla="*/ 68580 h 1580197"/>
                    <a:gd name="connsiteX59" fmla="*/ 572452 w 940118"/>
                    <a:gd name="connsiteY59" fmla="*/ 32385 h 1580197"/>
                    <a:gd name="connsiteX60" fmla="*/ 595123 w 940118"/>
                    <a:gd name="connsiteY60" fmla="*/ 44713 h 1580197"/>
                    <a:gd name="connsiteX61" fmla="*/ 595672 w 940118"/>
                    <a:gd name="connsiteY61" fmla="*/ 44538 h 1580197"/>
                    <a:gd name="connsiteX62" fmla="*/ 573405 w 940118"/>
                    <a:gd name="connsiteY62" fmla="*/ 32385 h 1580197"/>
                    <a:gd name="connsiteX63" fmla="*/ 679133 w 940118"/>
                    <a:gd name="connsiteY63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592976 w 940118"/>
                    <a:gd name="connsiteY11" fmla="*/ 268101 h 1580197"/>
                    <a:gd name="connsiteX12" fmla="*/ 592932 w 940118"/>
                    <a:gd name="connsiteY12" fmla="*/ 268132 h 1580197"/>
                    <a:gd name="connsiteX13" fmla="*/ 620077 w 940118"/>
                    <a:gd name="connsiteY13" fmla="*/ 282893 h 1580197"/>
                    <a:gd name="connsiteX14" fmla="*/ 548076 w 940118"/>
                    <a:gd name="connsiteY14" fmla="*/ 339736 h 1580197"/>
                    <a:gd name="connsiteX15" fmla="*/ 548640 w 940118"/>
                    <a:gd name="connsiteY15" fmla="*/ 340043 h 1580197"/>
                    <a:gd name="connsiteX16" fmla="*/ 503873 w 940118"/>
                    <a:gd name="connsiteY16" fmla="*/ 383858 h 1580197"/>
                    <a:gd name="connsiteX17" fmla="*/ 488633 w 940118"/>
                    <a:gd name="connsiteY17" fmla="*/ 399098 h 1580197"/>
                    <a:gd name="connsiteX18" fmla="*/ 455232 w 940118"/>
                    <a:gd name="connsiteY18" fmla="*/ 380990 h 1580197"/>
                    <a:gd name="connsiteX19" fmla="*/ 488633 w 940118"/>
                    <a:gd name="connsiteY19" fmla="*/ 400050 h 1580197"/>
                    <a:gd name="connsiteX20" fmla="*/ 422910 w 940118"/>
                    <a:gd name="connsiteY20" fmla="*/ 482918 h 1580197"/>
                    <a:gd name="connsiteX21" fmla="*/ 391243 w 940118"/>
                    <a:gd name="connsiteY21" fmla="*/ 465814 h 1580197"/>
                    <a:gd name="connsiteX22" fmla="*/ 422910 w 940118"/>
                    <a:gd name="connsiteY22" fmla="*/ 483870 h 1580197"/>
                    <a:gd name="connsiteX23" fmla="*/ 367665 w 940118"/>
                    <a:gd name="connsiteY23" fmla="*/ 572453 h 1580197"/>
                    <a:gd name="connsiteX24" fmla="*/ 368618 w 940118"/>
                    <a:gd name="connsiteY24" fmla="*/ 573405 h 1580197"/>
                    <a:gd name="connsiteX25" fmla="*/ 317183 w 940118"/>
                    <a:gd name="connsiteY25" fmla="*/ 684847 h 1580197"/>
                    <a:gd name="connsiteX26" fmla="*/ 305241 w 940118"/>
                    <a:gd name="connsiteY26" fmla="*/ 678329 h 1580197"/>
                    <a:gd name="connsiteX27" fmla="*/ 305235 w 940118"/>
                    <a:gd name="connsiteY27" fmla="*/ 678350 h 1580197"/>
                    <a:gd name="connsiteX28" fmla="*/ 317183 w 940118"/>
                    <a:gd name="connsiteY28" fmla="*/ 684847 h 1580197"/>
                    <a:gd name="connsiteX29" fmla="*/ 260985 w 940118"/>
                    <a:gd name="connsiteY29" fmla="*/ 1014413 h 1580197"/>
                    <a:gd name="connsiteX30" fmla="*/ 342900 w 940118"/>
                    <a:gd name="connsiteY30" fmla="*/ 1373505 h 1580197"/>
                    <a:gd name="connsiteX31" fmla="*/ 546735 w 940118"/>
                    <a:gd name="connsiteY31" fmla="*/ 1580197 h 1580197"/>
                    <a:gd name="connsiteX32" fmla="*/ 285750 w 940118"/>
                    <a:gd name="connsiteY32" fmla="*/ 1438275 h 1580197"/>
                    <a:gd name="connsiteX33" fmla="*/ 81915 w 940118"/>
                    <a:gd name="connsiteY33" fmla="*/ 1231583 h 1580197"/>
                    <a:gd name="connsiteX34" fmla="*/ 0 w 940118"/>
                    <a:gd name="connsiteY34" fmla="*/ 872490 h 1580197"/>
                    <a:gd name="connsiteX35" fmla="*/ 56197 w 940118"/>
                    <a:gd name="connsiteY35" fmla="*/ 542925 h 1580197"/>
                    <a:gd name="connsiteX36" fmla="*/ 62441 w 940118"/>
                    <a:gd name="connsiteY36" fmla="*/ 546321 h 1580197"/>
                    <a:gd name="connsiteX37" fmla="*/ 62617 w 940118"/>
                    <a:gd name="connsiteY37" fmla="*/ 545909 h 1580197"/>
                    <a:gd name="connsiteX38" fmla="*/ 57150 w 940118"/>
                    <a:gd name="connsiteY38" fmla="*/ 542925 h 1580197"/>
                    <a:gd name="connsiteX39" fmla="*/ 107444 w 940118"/>
                    <a:gd name="connsiteY39" fmla="*/ 431896 h 1580197"/>
                    <a:gd name="connsiteX40" fmla="*/ 106680 w 940118"/>
                    <a:gd name="connsiteY40" fmla="*/ 431483 h 1580197"/>
                    <a:gd name="connsiteX41" fmla="*/ 161925 w 940118"/>
                    <a:gd name="connsiteY41" fmla="*/ 341948 h 1580197"/>
                    <a:gd name="connsiteX42" fmla="*/ 171758 w 940118"/>
                    <a:gd name="connsiteY42" fmla="*/ 347295 h 1580197"/>
                    <a:gd name="connsiteX43" fmla="*/ 171778 w 940118"/>
                    <a:gd name="connsiteY43" fmla="*/ 347270 h 1580197"/>
                    <a:gd name="connsiteX44" fmla="*/ 161925 w 940118"/>
                    <a:gd name="connsiteY44" fmla="*/ 341948 h 1580197"/>
                    <a:gd name="connsiteX45" fmla="*/ 227648 w 940118"/>
                    <a:gd name="connsiteY45" fmla="*/ 258128 h 1580197"/>
                    <a:gd name="connsiteX46" fmla="*/ 239906 w 940118"/>
                    <a:gd name="connsiteY46" fmla="*/ 264794 h 1580197"/>
                    <a:gd name="connsiteX47" fmla="*/ 240267 w 940118"/>
                    <a:gd name="connsiteY47" fmla="*/ 264453 h 1580197"/>
                    <a:gd name="connsiteX48" fmla="*/ 228600 w 940118"/>
                    <a:gd name="connsiteY48" fmla="*/ 258128 h 1580197"/>
                    <a:gd name="connsiteX49" fmla="*/ 242888 w 940118"/>
                    <a:gd name="connsiteY49" fmla="*/ 241935 h 1580197"/>
                    <a:gd name="connsiteX50" fmla="*/ 287315 w 940118"/>
                    <a:gd name="connsiteY50" fmla="*/ 198453 h 1580197"/>
                    <a:gd name="connsiteX51" fmla="*/ 286702 w 940118"/>
                    <a:gd name="connsiteY51" fmla="*/ 198120 h 1580197"/>
                    <a:gd name="connsiteX52" fmla="*/ 359092 w 940118"/>
                    <a:gd name="connsiteY52" fmla="*/ 140970 h 1580197"/>
                    <a:gd name="connsiteX53" fmla="*/ 378434 w 940118"/>
                    <a:gd name="connsiteY53" fmla="*/ 151488 h 1580197"/>
                    <a:gd name="connsiteX54" fmla="*/ 378837 w 940118"/>
                    <a:gd name="connsiteY54" fmla="*/ 151226 h 1580197"/>
                    <a:gd name="connsiteX55" fmla="*/ 360045 w 940118"/>
                    <a:gd name="connsiteY55" fmla="*/ 140970 h 1580197"/>
                    <a:gd name="connsiteX56" fmla="*/ 486263 w 940118"/>
                    <a:gd name="connsiteY56" fmla="*/ 68845 h 1580197"/>
                    <a:gd name="connsiteX57" fmla="*/ 485775 w 940118"/>
                    <a:gd name="connsiteY57" fmla="*/ 68580 h 1580197"/>
                    <a:gd name="connsiteX58" fmla="*/ 572452 w 940118"/>
                    <a:gd name="connsiteY58" fmla="*/ 32385 h 1580197"/>
                    <a:gd name="connsiteX59" fmla="*/ 595123 w 940118"/>
                    <a:gd name="connsiteY59" fmla="*/ 44713 h 1580197"/>
                    <a:gd name="connsiteX60" fmla="*/ 595672 w 940118"/>
                    <a:gd name="connsiteY60" fmla="*/ 44538 h 1580197"/>
                    <a:gd name="connsiteX61" fmla="*/ 573405 w 940118"/>
                    <a:gd name="connsiteY61" fmla="*/ 32385 h 1580197"/>
                    <a:gd name="connsiteX62" fmla="*/ 679133 w 940118"/>
                    <a:gd name="connsiteY62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592976 w 940118"/>
                    <a:gd name="connsiteY11" fmla="*/ 268101 h 1580197"/>
                    <a:gd name="connsiteX12" fmla="*/ 592932 w 940118"/>
                    <a:gd name="connsiteY12" fmla="*/ 268132 h 1580197"/>
                    <a:gd name="connsiteX13" fmla="*/ 620077 w 940118"/>
                    <a:gd name="connsiteY13" fmla="*/ 282893 h 1580197"/>
                    <a:gd name="connsiteX14" fmla="*/ 548076 w 940118"/>
                    <a:gd name="connsiteY14" fmla="*/ 339736 h 1580197"/>
                    <a:gd name="connsiteX15" fmla="*/ 548640 w 940118"/>
                    <a:gd name="connsiteY15" fmla="*/ 340043 h 1580197"/>
                    <a:gd name="connsiteX16" fmla="*/ 503873 w 940118"/>
                    <a:gd name="connsiteY16" fmla="*/ 383858 h 1580197"/>
                    <a:gd name="connsiteX17" fmla="*/ 488633 w 940118"/>
                    <a:gd name="connsiteY17" fmla="*/ 399098 h 1580197"/>
                    <a:gd name="connsiteX18" fmla="*/ 488633 w 940118"/>
                    <a:gd name="connsiteY18" fmla="*/ 400050 h 1580197"/>
                    <a:gd name="connsiteX19" fmla="*/ 422910 w 940118"/>
                    <a:gd name="connsiteY19" fmla="*/ 482918 h 1580197"/>
                    <a:gd name="connsiteX20" fmla="*/ 391243 w 940118"/>
                    <a:gd name="connsiteY20" fmla="*/ 465814 h 1580197"/>
                    <a:gd name="connsiteX21" fmla="*/ 422910 w 940118"/>
                    <a:gd name="connsiteY21" fmla="*/ 483870 h 1580197"/>
                    <a:gd name="connsiteX22" fmla="*/ 367665 w 940118"/>
                    <a:gd name="connsiteY22" fmla="*/ 572453 h 1580197"/>
                    <a:gd name="connsiteX23" fmla="*/ 368618 w 940118"/>
                    <a:gd name="connsiteY23" fmla="*/ 573405 h 1580197"/>
                    <a:gd name="connsiteX24" fmla="*/ 317183 w 940118"/>
                    <a:gd name="connsiteY24" fmla="*/ 684847 h 1580197"/>
                    <a:gd name="connsiteX25" fmla="*/ 305241 w 940118"/>
                    <a:gd name="connsiteY25" fmla="*/ 678329 h 1580197"/>
                    <a:gd name="connsiteX26" fmla="*/ 305235 w 940118"/>
                    <a:gd name="connsiteY26" fmla="*/ 678350 h 1580197"/>
                    <a:gd name="connsiteX27" fmla="*/ 317183 w 940118"/>
                    <a:gd name="connsiteY27" fmla="*/ 684847 h 1580197"/>
                    <a:gd name="connsiteX28" fmla="*/ 260985 w 940118"/>
                    <a:gd name="connsiteY28" fmla="*/ 1014413 h 1580197"/>
                    <a:gd name="connsiteX29" fmla="*/ 342900 w 940118"/>
                    <a:gd name="connsiteY29" fmla="*/ 1373505 h 1580197"/>
                    <a:gd name="connsiteX30" fmla="*/ 546735 w 940118"/>
                    <a:gd name="connsiteY30" fmla="*/ 1580197 h 1580197"/>
                    <a:gd name="connsiteX31" fmla="*/ 285750 w 940118"/>
                    <a:gd name="connsiteY31" fmla="*/ 1438275 h 1580197"/>
                    <a:gd name="connsiteX32" fmla="*/ 81915 w 940118"/>
                    <a:gd name="connsiteY32" fmla="*/ 1231583 h 1580197"/>
                    <a:gd name="connsiteX33" fmla="*/ 0 w 940118"/>
                    <a:gd name="connsiteY33" fmla="*/ 872490 h 1580197"/>
                    <a:gd name="connsiteX34" fmla="*/ 56197 w 940118"/>
                    <a:gd name="connsiteY34" fmla="*/ 542925 h 1580197"/>
                    <a:gd name="connsiteX35" fmla="*/ 62441 w 940118"/>
                    <a:gd name="connsiteY35" fmla="*/ 546321 h 1580197"/>
                    <a:gd name="connsiteX36" fmla="*/ 62617 w 940118"/>
                    <a:gd name="connsiteY36" fmla="*/ 545909 h 1580197"/>
                    <a:gd name="connsiteX37" fmla="*/ 57150 w 940118"/>
                    <a:gd name="connsiteY37" fmla="*/ 542925 h 1580197"/>
                    <a:gd name="connsiteX38" fmla="*/ 107444 w 940118"/>
                    <a:gd name="connsiteY38" fmla="*/ 431896 h 1580197"/>
                    <a:gd name="connsiteX39" fmla="*/ 106680 w 940118"/>
                    <a:gd name="connsiteY39" fmla="*/ 431483 h 1580197"/>
                    <a:gd name="connsiteX40" fmla="*/ 161925 w 940118"/>
                    <a:gd name="connsiteY40" fmla="*/ 341948 h 1580197"/>
                    <a:gd name="connsiteX41" fmla="*/ 171758 w 940118"/>
                    <a:gd name="connsiteY41" fmla="*/ 347295 h 1580197"/>
                    <a:gd name="connsiteX42" fmla="*/ 171778 w 940118"/>
                    <a:gd name="connsiteY42" fmla="*/ 347270 h 1580197"/>
                    <a:gd name="connsiteX43" fmla="*/ 161925 w 940118"/>
                    <a:gd name="connsiteY43" fmla="*/ 341948 h 1580197"/>
                    <a:gd name="connsiteX44" fmla="*/ 227648 w 940118"/>
                    <a:gd name="connsiteY44" fmla="*/ 258128 h 1580197"/>
                    <a:gd name="connsiteX45" fmla="*/ 239906 w 940118"/>
                    <a:gd name="connsiteY45" fmla="*/ 264794 h 1580197"/>
                    <a:gd name="connsiteX46" fmla="*/ 240267 w 940118"/>
                    <a:gd name="connsiteY46" fmla="*/ 264453 h 1580197"/>
                    <a:gd name="connsiteX47" fmla="*/ 228600 w 940118"/>
                    <a:gd name="connsiteY47" fmla="*/ 258128 h 1580197"/>
                    <a:gd name="connsiteX48" fmla="*/ 242888 w 940118"/>
                    <a:gd name="connsiteY48" fmla="*/ 241935 h 1580197"/>
                    <a:gd name="connsiteX49" fmla="*/ 287315 w 940118"/>
                    <a:gd name="connsiteY49" fmla="*/ 198453 h 1580197"/>
                    <a:gd name="connsiteX50" fmla="*/ 286702 w 940118"/>
                    <a:gd name="connsiteY50" fmla="*/ 198120 h 1580197"/>
                    <a:gd name="connsiteX51" fmla="*/ 359092 w 940118"/>
                    <a:gd name="connsiteY51" fmla="*/ 140970 h 1580197"/>
                    <a:gd name="connsiteX52" fmla="*/ 378434 w 940118"/>
                    <a:gd name="connsiteY52" fmla="*/ 151488 h 1580197"/>
                    <a:gd name="connsiteX53" fmla="*/ 378837 w 940118"/>
                    <a:gd name="connsiteY53" fmla="*/ 151226 h 1580197"/>
                    <a:gd name="connsiteX54" fmla="*/ 360045 w 940118"/>
                    <a:gd name="connsiteY54" fmla="*/ 140970 h 1580197"/>
                    <a:gd name="connsiteX55" fmla="*/ 486263 w 940118"/>
                    <a:gd name="connsiteY55" fmla="*/ 68845 h 1580197"/>
                    <a:gd name="connsiteX56" fmla="*/ 485775 w 940118"/>
                    <a:gd name="connsiteY56" fmla="*/ 68580 h 1580197"/>
                    <a:gd name="connsiteX57" fmla="*/ 572452 w 940118"/>
                    <a:gd name="connsiteY57" fmla="*/ 32385 h 1580197"/>
                    <a:gd name="connsiteX58" fmla="*/ 595123 w 940118"/>
                    <a:gd name="connsiteY58" fmla="*/ 44713 h 1580197"/>
                    <a:gd name="connsiteX59" fmla="*/ 595672 w 940118"/>
                    <a:gd name="connsiteY59" fmla="*/ 44538 h 1580197"/>
                    <a:gd name="connsiteX60" fmla="*/ 573405 w 940118"/>
                    <a:gd name="connsiteY60" fmla="*/ 32385 h 1580197"/>
                    <a:gd name="connsiteX61" fmla="*/ 679133 w 940118"/>
                    <a:gd name="connsiteY61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592976 w 940118"/>
                    <a:gd name="connsiteY11" fmla="*/ 268101 h 1580197"/>
                    <a:gd name="connsiteX12" fmla="*/ 592932 w 940118"/>
                    <a:gd name="connsiteY12" fmla="*/ 268132 h 1580197"/>
                    <a:gd name="connsiteX13" fmla="*/ 620077 w 940118"/>
                    <a:gd name="connsiteY13" fmla="*/ 282893 h 1580197"/>
                    <a:gd name="connsiteX14" fmla="*/ 548076 w 940118"/>
                    <a:gd name="connsiteY14" fmla="*/ 339736 h 1580197"/>
                    <a:gd name="connsiteX15" fmla="*/ 548640 w 940118"/>
                    <a:gd name="connsiteY15" fmla="*/ 340043 h 1580197"/>
                    <a:gd name="connsiteX16" fmla="*/ 503873 w 940118"/>
                    <a:gd name="connsiteY16" fmla="*/ 383858 h 1580197"/>
                    <a:gd name="connsiteX17" fmla="*/ 488633 w 940118"/>
                    <a:gd name="connsiteY17" fmla="*/ 399098 h 1580197"/>
                    <a:gd name="connsiteX18" fmla="*/ 488633 w 940118"/>
                    <a:gd name="connsiteY18" fmla="*/ 400050 h 1580197"/>
                    <a:gd name="connsiteX19" fmla="*/ 422910 w 940118"/>
                    <a:gd name="connsiteY19" fmla="*/ 482918 h 1580197"/>
                    <a:gd name="connsiteX20" fmla="*/ 422910 w 940118"/>
                    <a:gd name="connsiteY20" fmla="*/ 483870 h 1580197"/>
                    <a:gd name="connsiteX21" fmla="*/ 367665 w 940118"/>
                    <a:gd name="connsiteY21" fmla="*/ 572453 h 1580197"/>
                    <a:gd name="connsiteX22" fmla="*/ 368618 w 940118"/>
                    <a:gd name="connsiteY22" fmla="*/ 573405 h 1580197"/>
                    <a:gd name="connsiteX23" fmla="*/ 317183 w 940118"/>
                    <a:gd name="connsiteY23" fmla="*/ 684847 h 1580197"/>
                    <a:gd name="connsiteX24" fmla="*/ 305241 w 940118"/>
                    <a:gd name="connsiteY24" fmla="*/ 678329 h 1580197"/>
                    <a:gd name="connsiteX25" fmla="*/ 305235 w 940118"/>
                    <a:gd name="connsiteY25" fmla="*/ 678350 h 1580197"/>
                    <a:gd name="connsiteX26" fmla="*/ 317183 w 940118"/>
                    <a:gd name="connsiteY26" fmla="*/ 684847 h 1580197"/>
                    <a:gd name="connsiteX27" fmla="*/ 260985 w 940118"/>
                    <a:gd name="connsiteY27" fmla="*/ 1014413 h 1580197"/>
                    <a:gd name="connsiteX28" fmla="*/ 342900 w 940118"/>
                    <a:gd name="connsiteY28" fmla="*/ 1373505 h 1580197"/>
                    <a:gd name="connsiteX29" fmla="*/ 546735 w 940118"/>
                    <a:gd name="connsiteY29" fmla="*/ 1580197 h 1580197"/>
                    <a:gd name="connsiteX30" fmla="*/ 285750 w 940118"/>
                    <a:gd name="connsiteY30" fmla="*/ 1438275 h 1580197"/>
                    <a:gd name="connsiteX31" fmla="*/ 81915 w 940118"/>
                    <a:gd name="connsiteY31" fmla="*/ 1231583 h 1580197"/>
                    <a:gd name="connsiteX32" fmla="*/ 0 w 940118"/>
                    <a:gd name="connsiteY32" fmla="*/ 872490 h 1580197"/>
                    <a:gd name="connsiteX33" fmla="*/ 56197 w 940118"/>
                    <a:gd name="connsiteY33" fmla="*/ 542925 h 1580197"/>
                    <a:gd name="connsiteX34" fmla="*/ 62441 w 940118"/>
                    <a:gd name="connsiteY34" fmla="*/ 546321 h 1580197"/>
                    <a:gd name="connsiteX35" fmla="*/ 62617 w 940118"/>
                    <a:gd name="connsiteY35" fmla="*/ 545909 h 1580197"/>
                    <a:gd name="connsiteX36" fmla="*/ 57150 w 940118"/>
                    <a:gd name="connsiteY36" fmla="*/ 542925 h 1580197"/>
                    <a:gd name="connsiteX37" fmla="*/ 107444 w 940118"/>
                    <a:gd name="connsiteY37" fmla="*/ 431896 h 1580197"/>
                    <a:gd name="connsiteX38" fmla="*/ 106680 w 940118"/>
                    <a:gd name="connsiteY38" fmla="*/ 431483 h 1580197"/>
                    <a:gd name="connsiteX39" fmla="*/ 161925 w 940118"/>
                    <a:gd name="connsiteY39" fmla="*/ 341948 h 1580197"/>
                    <a:gd name="connsiteX40" fmla="*/ 171758 w 940118"/>
                    <a:gd name="connsiteY40" fmla="*/ 347295 h 1580197"/>
                    <a:gd name="connsiteX41" fmla="*/ 171778 w 940118"/>
                    <a:gd name="connsiteY41" fmla="*/ 347270 h 1580197"/>
                    <a:gd name="connsiteX42" fmla="*/ 161925 w 940118"/>
                    <a:gd name="connsiteY42" fmla="*/ 341948 h 1580197"/>
                    <a:gd name="connsiteX43" fmla="*/ 227648 w 940118"/>
                    <a:gd name="connsiteY43" fmla="*/ 258128 h 1580197"/>
                    <a:gd name="connsiteX44" fmla="*/ 239906 w 940118"/>
                    <a:gd name="connsiteY44" fmla="*/ 264794 h 1580197"/>
                    <a:gd name="connsiteX45" fmla="*/ 240267 w 940118"/>
                    <a:gd name="connsiteY45" fmla="*/ 264453 h 1580197"/>
                    <a:gd name="connsiteX46" fmla="*/ 228600 w 940118"/>
                    <a:gd name="connsiteY46" fmla="*/ 258128 h 1580197"/>
                    <a:gd name="connsiteX47" fmla="*/ 242888 w 940118"/>
                    <a:gd name="connsiteY47" fmla="*/ 241935 h 1580197"/>
                    <a:gd name="connsiteX48" fmla="*/ 287315 w 940118"/>
                    <a:gd name="connsiteY48" fmla="*/ 198453 h 1580197"/>
                    <a:gd name="connsiteX49" fmla="*/ 286702 w 940118"/>
                    <a:gd name="connsiteY49" fmla="*/ 198120 h 1580197"/>
                    <a:gd name="connsiteX50" fmla="*/ 359092 w 940118"/>
                    <a:gd name="connsiteY50" fmla="*/ 140970 h 1580197"/>
                    <a:gd name="connsiteX51" fmla="*/ 378434 w 940118"/>
                    <a:gd name="connsiteY51" fmla="*/ 151488 h 1580197"/>
                    <a:gd name="connsiteX52" fmla="*/ 378837 w 940118"/>
                    <a:gd name="connsiteY52" fmla="*/ 151226 h 1580197"/>
                    <a:gd name="connsiteX53" fmla="*/ 360045 w 940118"/>
                    <a:gd name="connsiteY53" fmla="*/ 140970 h 1580197"/>
                    <a:gd name="connsiteX54" fmla="*/ 486263 w 940118"/>
                    <a:gd name="connsiteY54" fmla="*/ 68845 h 1580197"/>
                    <a:gd name="connsiteX55" fmla="*/ 485775 w 940118"/>
                    <a:gd name="connsiteY55" fmla="*/ 68580 h 1580197"/>
                    <a:gd name="connsiteX56" fmla="*/ 572452 w 940118"/>
                    <a:gd name="connsiteY56" fmla="*/ 32385 h 1580197"/>
                    <a:gd name="connsiteX57" fmla="*/ 595123 w 940118"/>
                    <a:gd name="connsiteY57" fmla="*/ 44713 h 1580197"/>
                    <a:gd name="connsiteX58" fmla="*/ 595672 w 940118"/>
                    <a:gd name="connsiteY58" fmla="*/ 44538 h 1580197"/>
                    <a:gd name="connsiteX59" fmla="*/ 573405 w 940118"/>
                    <a:gd name="connsiteY59" fmla="*/ 32385 h 1580197"/>
                    <a:gd name="connsiteX60" fmla="*/ 679133 w 940118"/>
                    <a:gd name="connsiteY60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592976 w 940118"/>
                    <a:gd name="connsiteY11" fmla="*/ 268101 h 1580197"/>
                    <a:gd name="connsiteX12" fmla="*/ 620077 w 940118"/>
                    <a:gd name="connsiteY12" fmla="*/ 282893 h 1580197"/>
                    <a:gd name="connsiteX13" fmla="*/ 548076 w 940118"/>
                    <a:gd name="connsiteY13" fmla="*/ 339736 h 1580197"/>
                    <a:gd name="connsiteX14" fmla="*/ 548640 w 940118"/>
                    <a:gd name="connsiteY14" fmla="*/ 340043 h 1580197"/>
                    <a:gd name="connsiteX15" fmla="*/ 503873 w 940118"/>
                    <a:gd name="connsiteY15" fmla="*/ 383858 h 1580197"/>
                    <a:gd name="connsiteX16" fmla="*/ 488633 w 940118"/>
                    <a:gd name="connsiteY16" fmla="*/ 399098 h 1580197"/>
                    <a:gd name="connsiteX17" fmla="*/ 488633 w 940118"/>
                    <a:gd name="connsiteY17" fmla="*/ 400050 h 1580197"/>
                    <a:gd name="connsiteX18" fmla="*/ 422910 w 940118"/>
                    <a:gd name="connsiteY18" fmla="*/ 482918 h 1580197"/>
                    <a:gd name="connsiteX19" fmla="*/ 422910 w 940118"/>
                    <a:gd name="connsiteY19" fmla="*/ 483870 h 1580197"/>
                    <a:gd name="connsiteX20" fmla="*/ 367665 w 940118"/>
                    <a:gd name="connsiteY20" fmla="*/ 572453 h 1580197"/>
                    <a:gd name="connsiteX21" fmla="*/ 368618 w 940118"/>
                    <a:gd name="connsiteY21" fmla="*/ 573405 h 1580197"/>
                    <a:gd name="connsiteX22" fmla="*/ 317183 w 940118"/>
                    <a:gd name="connsiteY22" fmla="*/ 684847 h 1580197"/>
                    <a:gd name="connsiteX23" fmla="*/ 305241 w 940118"/>
                    <a:gd name="connsiteY23" fmla="*/ 678329 h 1580197"/>
                    <a:gd name="connsiteX24" fmla="*/ 305235 w 940118"/>
                    <a:gd name="connsiteY24" fmla="*/ 678350 h 1580197"/>
                    <a:gd name="connsiteX25" fmla="*/ 317183 w 940118"/>
                    <a:gd name="connsiteY25" fmla="*/ 684847 h 1580197"/>
                    <a:gd name="connsiteX26" fmla="*/ 260985 w 940118"/>
                    <a:gd name="connsiteY26" fmla="*/ 1014413 h 1580197"/>
                    <a:gd name="connsiteX27" fmla="*/ 342900 w 940118"/>
                    <a:gd name="connsiteY27" fmla="*/ 1373505 h 1580197"/>
                    <a:gd name="connsiteX28" fmla="*/ 546735 w 940118"/>
                    <a:gd name="connsiteY28" fmla="*/ 1580197 h 1580197"/>
                    <a:gd name="connsiteX29" fmla="*/ 285750 w 940118"/>
                    <a:gd name="connsiteY29" fmla="*/ 1438275 h 1580197"/>
                    <a:gd name="connsiteX30" fmla="*/ 81915 w 940118"/>
                    <a:gd name="connsiteY30" fmla="*/ 1231583 h 1580197"/>
                    <a:gd name="connsiteX31" fmla="*/ 0 w 940118"/>
                    <a:gd name="connsiteY31" fmla="*/ 872490 h 1580197"/>
                    <a:gd name="connsiteX32" fmla="*/ 56197 w 940118"/>
                    <a:gd name="connsiteY32" fmla="*/ 542925 h 1580197"/>
                    <a:gd name="connsiteX33" fmla="*/ 62441 w 940118"/>
                    <a:gd name="connsiteY33" fmla="*/ 546321 h 1580197"/>
                    <a:gd name="connsiteX34" fmla="*/ 62617 w 940118"/>
                    <a:gd name="connsiteY34" fmla="*/ 545909 h 1580197"/>
                    <a:gd name="connsiteX35" fmla="*/ 57150 w 940118"/>
                    <a:gd name="connsiteY35" fmla="*/ 542925 h 1580197"/>
                    <a:gd name="connsiteX36" fmla="*/ 107444 w 940118"/>
                    <a:gd name="connsiteY36" fmla="*/ 431896 h 1580197"/>
                    <a:gd name="connsiteX37" fmla="*/ 106680 w 940118"/>
                    <a:gd name="connsiteY37" fmla="*/ 431483 h 1580197"/>
                    <a:gd name="connsiteX38" fmla="*/ 161925 w 940118"/>
                    <a:gd name="connsiteY38" fmla="*/ 341948 h 1580197"/>
                    <a:gd name="connsiteX39" fmla="*/ 171758 w 940118"/>
                    <a:gd name="connsiteY39" fmla="*/ 347295 h 1580197"/>
                    <a:gd name="connsiteX40" fmla="*/ 171778 w 940118"/>
                    <a:gd name="connsiteY40" fmla="*/ 347270 h 1580197"/>
                    <a:gd name="connsiteX41" fmla="*/ 161925 w 940118"/>
                    <a:gd name="connsiteY41" fmla="*/ 341948 h 1580197"/>
                    <a:gd name="connsiteX42" fmla="*/ 227648 w 940118"/>
                    <a:gd name="connsiteY42" fmla="*/ 258128 h 1580197"/>
                    <a:gd name="connsiteX43" fmla="*/ 239906 w 940118"/>
                    <a:gd name="connsiteY43" fmla="*/ 264794 h 1580197"/>
                    <a:gd name="connsiteX44" fmla="*/ 240267 w 940118"/>
                    <a:gd name="connsiteY44" fmla="*/ 264453 h 1580197"/>
                    <a:gd name="connsiteX45" fmla="*/ 228600 w 940118"/>
                    <a:gd name="connsiteY45" fmla="*/ 258128 h 1580197"/>
                    <a:gd name="connsiteX46" fmla="*/ 242888 w 940118"/>
                    <a:gd name="connsiteY46" fmla="*/ 241935 h 1580197"/>
                    <a:gd name="connsiteX47" fmla="*/ 287315 w 940118"/>
                    <a:gd name="connsiteY47" fmla="*/ 198453 h 1580197"/>
                    <a:gd name="connsiteX48" fmla="*/ 286702 w 940118"/>
                    <a:gd name="connsiteY48" fmla="*/ 198120 h 1580197"/>
                    <a:gd name="connsiteX49" fmla="*/ 359092 w 940118"/>
                    <a:gd name="connsiteY49" fmla="*/ 140970 h 1580197"/>
                    <a:gd name="connsiteX50" fmla="*/ 378434 w 940118"/>
                    <a:gd name="connsiteY50" fmla="*/ 151488 h 1580197"/>
                    <a:gd name="connsiteX51" fmla="*/ 378837 w 940118"/>
                    <a:gd name="connsiteY51" fmla="*/ 151226 h 1580197"/>
                    <a:gd name="connsiteX52" fmla="*/ 360045 w 940118"/>
                    <a:gd name="connsiteY52" fmla="*/ 140970 h 1580197"/>
                    <a:gd name="connsiteX53" fmla="*/ 486263 w 940118"/>
                    <a:gd name="connsiteY53" fmla="*/ 68845 h 1580197"/>
                    <a:gd name="connsiteX54" fmla="*/ 485775 w 940118"/>
                    <a:gd name="connsiteY54" fmla="*/ 68580 h 1580197"/>
                    <a:gd name="connsiteX55" fmla="*/ 572452 w 940118"/>
                    <a:gd name="connsiteY55" fmla="*/ 32385 h 1580197"/>
                    <a:gd name="connsiteX56" fmla="*/ 595123 w 940118"/>
                    <a:gd name="connsiteY56" fmla="*/ 44713 h 1580197"/>
                    <a:gd name="connsiteX57" fmla="*/ 595672 w 940118"/>
                    <a:gd name="connsiteY57" fmla="*/ 44538 h 1580197"/>
                    <a:gd name="connsiteX58" fmla="*/ 573405 w 940118"/>
                    <a:gd name="connsiteY58" fmla="*/ 32385 h 1580197"/>
                    <a:gd name="connsiteX59" fmla="*/ 679133 w 940118"/>
                    <a:gd name="connsiteY59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833437 w 940118"/>
                    <a:gd name="connsiteY7" fmla="*/ 174308 h 1580197"/>
                    <a:gd name="connsiteX8" fmla="*/ 747299 w 940118"/>
                    <a:gd name="connsiteY8" fmla="*/ 210278 h 1580197"/>
                    <a:gd name="connsiteX9" fmla="*/ 747713 w 940118"/>
                    <a:gd name="connsiteY9" fmla="*/ 210503 h 1580197"/>
                    <a:gd name="connsiteX10" fmla="*/ 620078 w 940118"/>
                    <a:gd name="connsiteY10" fmla="*/ 282893 h 1580197"/>
                    <a:gd name="connsiteX11" fmla="*/ 620077 w 940118"/>
                    <a:gd name="connsiteY11" fmla="*/ 282893 h 1580197"/>
                    <a:gd name="connsiteX12" fmla="*/ 548076 w 940118"/>
                    <a:gd name="connsiteY12" fmla="*/ 339736 h 1580197"/>
                    <a:gd name="connsiteX13" fmla="*/ 548640 w 940118"/>
                    <a:gd name="connsiteY13" fmla="*/ 340043 h 1580197"/>
                    <a:gd name="connsiteX14" fmla="*/ 503873 w 940118"/>
                    <a:gd name="connsiteY14" fmla="*/ 383858 h 1580197"/>
                    <a:gd name="connsiteX15" fmla="*/ 488633 w 940118"/>
                    <a:gd name="connsiteY15" fmla="*/ 399098 h 1580197"/>
                    <a:gd name="connsiteX16" fmla="*/ 488633 w 940118"/>
                    <a:gd name="connsiteY16" fmla="*/ 400050 h 1580197"/>
                    <a:gd name="connsiteX17" fmla="*/ 422910 w 940118"/>
                    <a:gd name="connsiteY17" fmla="*/ 482918 h 1580197"/>
                    <a:gd name="connsiteX18" fmla="*/ 422910 w 940118"/>
                    <a:gd name="connsiteY18" fmla="*/ 483870 h 1580197"/>
                    <a:gd name="connsiteX19" fmla="*/ 367665 w 940118"/>
                    <a:gd name="connsiteY19" fmla="*/ 572453 h 1580197"/>
                    <a:gd name="connsiteX20" fmla="*/ 368618 w 940118"/>
                    <a:gd name="connsiteY20" fmla="*/ 573405 h 1580197"/>
                    <a:gd name="connsiteX21" fmla="*/ 317183 w 940118"/>
                    <a:gd name="connsiteY21" fmla="*/ 684847 h 1580197"/>
                    <a:gd name="connsiteX22" fmla="*/ 305241 w 940118"/>
                    <a:gd name="connsiteY22" fmla="*/ 678329 h 1580197"/>
                    <a:gd name="connsiteX23" fmla="*/ 305235 w 940118"/>
                    <a:gd name="connsiteY23" fmla="*/ 678350 h 1580197"/>
                    <a:gd name="connsiteX24" fmla="*/ 317183 w 940118"/>
                    <a:gd name="connsiteY24" fmla="*/ 684847 h 1580197"/>
                    <a:gd name="connsiteX25" fmla="*/ 260985 w 940118"/>
                    <a:gd name="connsiteY25" fmla="*/ 1014413 h 1580197"/>
                    <a:gd name="connsiteX26" fmla="*/ 342900 w 940118"/>
                    <a:gd name="connsiteY26" fmla="*/ 1373505 h 1580197"/>
                    <a:gd name="connsiteX27" fmla="*/ 546735 w 940118"/>
                    <a:gd name="connsiteY27" fmla="*/ 1580197 h 1580197"/>
                    <a:gd name="connsiteX28" fmla="*/ 285750 w 940118"/>
                    <a:gd name="connsiteY28" fmla="*/ 1438275 h 1580197"/>
                    <a:gd name="connsiteX29" fmla="*/ 81915 w 940118"/>
                    <a:gd name="connsiteY29" fmla="*/ 1231583 h 1580197"/>
                    <a:gd name="connsiteX30" fmla="*/ 0 w 940118"/>
                    <a:gd name="connsiteY30" fmla="*/ 872490 h 1580197"/>
                    <a:gd name="connsiteX31" fmla="*/ 56197 w 940118"/>
                    <a:gd name="connsiteY31" fmla="*/ 542925 h 1580197"/>
                    <a:gd name="connsiteX32" fmla="*/ 62441 w 940118"/>
                    <a:gd name="connsiteY32" fmla="*/ 546321 h 1580197"/>
                    <a:gd name="connsiteX33" fmla="*/ 62617 w 940118"/>
                    <a:gd name="connsiteY33" fmla="*/ 545909 h 1580197"/>
                    <a:gd name="connsiteX34" fmla="*/ 57150 w 940118"/>
                    <a:gd name="connsiteY34" fmla="*/ 542925 h 1580197"/>
                    <a:gd name="connsiteX35" fmla="*/ 107444 w 940118"/>
                    <a:gd name="connsiteY35" fmla="*/ 431896 h 1580197"/>
                    <a:gd name="connsiteX36" fmla="*/ 106680 w 940118"/>
                    <a:gd name="connsiteY36" fmla="*/ 431483 h 1580197"/>
                    <a:gd name="connsiteX37" fmla="*/ 161925 w 940118"/>
                    <a:gd name="connsiteY37" fmla="*/ 341948 h 1580197"/>
                    <a:gd name="connsiteX38" fmla="*/ 171758 w 940118"/>
                    <a:gd name="connsiteY38" fmla="*/ 347295 h 1580197"/>
                    <a:gd name="connsiteX39" fmla="*/ 171778 w 940118"/>
                    <a:gd name="connsiteY39" fmla="*/ 347270 h 1580197"/>
                    <a:gd name="connsiteX40" fmla="*/ 161925 w 940118"/>
                    <a:gd name="connsiteY40" fmla="*/ 341948 h 1580197"/>
                    <a:gd name="connsiteX41" fmla="*/ 227648 w 940118"/>
                    <a:gd name="connsiteY41" fmla="*/ 258128 h 1580197"/>
                    <a:gd name="connsiteX42" fmla="*/ 239906 w 940118"/>
                    <a:gd name="connsiteY42" fmla="*/ 264794 h 1580197"/>
                    <a:gd name="connsiteX43" fmla="*/ 240267 w 940118"/>
                    <a:gd name="connsiteY43" fmla="*/ 264453 h 1580197"/>
                    <a:gd name="connsiteX44" fmla="*/ 228600 w 940118"/>
                    <a:gd name="connsiteY44" fmla="*/ 258128 h 1580197"/>
                    <a:gd name="connsiteX45" fmla="*/ 242888 w 940118"/>
                    <a:gd name="connsiteY45" fmla="*/ 241935 h 1580197"/>
                    <a:gd name="connsiteX46" fmla="*/ 287315 w 940118"/>
                    <a:gd name="connsiteY46" fmla="*/ 198453 h 1580197"/>
                    <a:gd name="connsiteX47" fmla="*/ 286702 w 940118"/>
                    <a:gd name="connsiteY47" fmla="*/ 198120 h 1580197"/>
                    <a:gd name="connsiteX48" fmla="*/ 359092 w 940118"/>
                    <a:gd name="connsiteY48" fmla="*/ 140970 h 1580197"/>
                    <a:gd name="connsiteX49" fmla="*/ 378434 w 940118"/>
                    <a:gd name="connsiteY49" fmla="*/ 151488 h 1580197"/>
                    <a:gd name="connsiteX50" fmla="*/ 378837 w 940118"/>
                    <a:gd name="connsiteY50" fmla="*/ 151226 h 1580197"/>
                    <a:gd name="connsiteX51" fmla="*/ 360045 w 940118"/>
                    <a:gd name="connsiteY51" fmla="*/ 140970 h 1580197"/>
                    <a:gd name="connsiteX52" fmla="*/ 486263 w 940118"/>
                    <a:gd name="connsiteY52" fmla="*/ 68845 h 1580197"/>
                    <a:gd name="connsiteX53" fmla="*/ 485775 w 940118"/>
                    <a:gd name="connsiteY53" fmla="*/ 68580 h 1580197"/>
                    <a:gd name="connsiteX54" fmla="*/ 572452 w 940118"/>
                    <a:gd name="connsiteY54" fmla="*/ 32385 h 1580197"/>
                    <a:gd name="connsiteX55" fmla="*/ 595123 w 940118"/>
                    <a:gd name="connsiteY55" fmla="*/ 44713 h 1580197"/>
                    <a:gd name="connsiteX56" fmla="*/ 595672 w 940118"/>
                    <a:gd name="connsiteY56" fmla="*/ 44538 h 1580197"/>
                    <a:gd name="connsiteX57" fmla="*/ 573405 w 940118"/>
                    <a:gd name="connsiteY57" fmla="*/ 32385 h 1580197"/>
                    <a:gd name="connsiteX58" fmla="*/ 679133 w 940118"/>
                    <a:gd name="connsiteY58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833438 w 940118"/>
                    <a:gd name="connsiteY6" fmla="*/ 174308 h 1580197"/>
                    <a:gd name="connsiteX7" fmla="*/ 747299 w 940118"/>
                    <a:gd name="connsiteY7" fmla="*/ 210278 h 1580197"/>
                    <a:gd name="connsiteX8" fmla="*/ 747713 w 940118"/>
                    <a:gd name="connsiteY8" fmla="*/ 210503 h 1580197"/>
                    <a:gd name="connsiteX9" fmla="*/ 620078 w 940118"/>
                    <a:gd name="connsiteY9" fmla="*/ 282893 h 1580197"/>
                    <a:gd name="connsiteX10" fmla="*/ 620077 w 940118"/>
                    <a:gd name="connsiteY10" fmla="*/ 282893 h 1580197"/>
                    <a:gd name="connsiteX11" fmla="*/ 548076 w 940118"/>
                    <a:gd name="connsiteY11" fmla="*/ 339736 h 1580197"/>
                    <a:gd name="connsiteX12" fmla="*/ 548640 w 940118"/>
                    <a:gd name="connsiteY12" fmla="*/ 340043 h 1580197"/>
                    <a:gd name="connsiteX13" fmla="*/ 503873 w 940118"/>
                    <a:gd name="connsiteY13" fmla="*/ 383858 h 1580197"/>
                    <a:gd name="connsiteX14" fmla="*/ 488633 w 940118"/>
                    <a:gd name="connsiteY14" fmla="*/ 399098 h 1580197"/>
                    <a:gd name="connsiteX15" fmla="*/ 488633 w 940118"/>
                    <a:gd name="connsiteY15" fmla="*/ 400050 h 1580197"/>
                    <a:gd name="connsiteX16" fmla="*/ 422910 w 940118"/>
                    <a:gd name="connsiteY16" fmla="*/ 482918 h 1580197"/>
                    <a:gd name="connsiteX17" fmla="*/ 422910 w 940118"/>
                    <a:gd name="connsiteY17" fmla="*/ 483870 h 1580197"/>
                    <a:gd name="connsiteX18" fmla="*/ 367665 w 940118"/>
                    <a:gd name="connsiteY18" fmla="*/ 572453 h 1580197"/>
                    <a:gd name="connsiteX19" fmla="*/ 368618 w 940118"/>
                    <a:gd name="connsiteY19" fmla="*/ 573405 h 1580197"/>
                    <a:gd name="connsiteX20" fmla="*/ 317183 w 940118"/>
                    <a:gd name="connsiteY20" fmla="*/ 684847 h 1580197"/>
                    <a:gd name="connsiteX21" fmla="*/ 305241 w 940118"/>
                    <a:gd name="connsiteY21" fmla="*/ 678329 h 1580197"/>
                    <a:gd name="connsiteX22" fmla="*/ 305235 w 940118"/>
                    <a:gd name="connsiteY22" fmla="*/ 678350 h 1580197"/>
                    <a:gd name="connsiteX23" fmla="*/ 317183 w 940118"/>
                    <a:gd name="connsiteY23" fmla="*/ 684847 h 1580197"/>
                    <a:gd name="connsiteX24" fmla="*/ 260985 w 940118"/>
                    <a:gd name="connsiteY24" fmla="*/ 1014413 h 1580197"/>
                    <a:gd name="connsiteX25" fmla="*/ 342900 w 940118"/>
                    <a:gd name="connsiteY25" fmla="*/ 1373505 h 1580197"/>
                    <a:gd name="connsiteX26" fmla="*/ 546735 w 940118"/>
                    <a:gd name="connsiteY26" fmla="*/ 1580197 h 1580197"/>
                    <a:gd name="connsiteX27" fmla="*/ 285750 w 940118"/>
                    <a:gd name="connsiteY27" fmla="*/ 1438275 h 1580197"/>
                    <a:gd name="connsiteX28" fmla="*/ 81915 w 940118"/>
                    <a:gd name="connsiteY28" fmla="*/ 1231583 h 1580197"/>
                    <a:gd name="connsiteX29" fmla="*/ 0 w 940118"/>
                    <a:gd name="connsiteY29" fmla="*/ 872490 h 1580197"/>
                    <a:gd name="connsiteX30" fmla="*/ 56197 w 940118"/>
                    <a:gd name="connsiteY30" fmla="*/ 542925 h 1580197"/>
                    <a:gd name="connsiteX31" fmla="*/ 62441 w 940118"/>
                    <a:gd name="connsiteY31" fmla="*/ 546321 h 1580197"/>
                    <a:gd name="connsiteX32" fmla="*/ 62617 w 940118"/>
                    <a:gd name="connsiteY32" fmla="*/ 545909 h 1580197"/>
                    <a:gd name="connsiteX33" fmla="*/ 57150 w 940118"/>
                    <a:gd name="connsiteY33" fmla="*/ 542925 h 1580197"/>
                    <a:gd name="connsiteX34" fmla="*/ 107444 w 940118"/>
                    <a:gd name="connsiteY34" fmla="*/ 431896 h 1580197"/>
                    <a:gd name="connsiteX35" fmla="*/ 106680 w 940118"/>
                    <a:gd name="connsiteY35" fmla="*/ 431483 h 1580197"/>
                    <a:gd name="connsiteX36" fmla="*/ 161925 w 940118"/>
                    <a:gd name="connsiteY36" fmla="*/ 341948 h 1580197"/>
                    <a:gd name="connsiteX37" fmla="*/ 171758 w 940118"/>
                    <a:gd name="connsiteY37" fmla="*/ 347295 h 1580197"/>
                    <a:gd name="connsiteX38" fmla="*/ 171778 w 940118"/>
                    <a:gd name="connsiteY38" fmla="*/ 347270 h 1580197"/>
                    <a:gd name="connsiteX39" fmla="*/ 161925 w 940118"/>
                    <a:gd name="connsiteY39" fmla="*/ 341948 h 1580197"/>
                    <a:gd name="connsiteX40" fmla="*/ 227648 w 940118"/>
                    <a:gd name="connsiteY40" fmla="*/ 258128 h 1580197"/>
                    <a:gd name="connsiteX41" fmla="*/ 239906 w 940118"/>
                    <a:gd name="connsiteY41" fmla="*/ 264794 h 1580197"/>
                    <a:gd name="connsiteX42" fmla="*/ 240267 w 940118"/>
                    <a:gd name="connsiteY42" fmla="*/ 264453 h 1580197"/>
                    <a:gd name="connsiteX43" fmla="*/ 228600 w 940118"/>
                    <a:gd name="connsiteY43" fmla="*/ 258128 h 1580197"/>
                    <a:gd name="connsiteX44" fmla="*/ 242888 w 940118"/>
                    <a:gd name="connsiteY44" fmla="*/ 241935 h 1580197"/>
                    <a:gd name="connsiteX45" fmla="*/ 287315 w 940118"/>
                    <a:gd name="connsiteY45" fmla="*/ 198453 h 1580197"/>
                    <a:gd name="connsiteX46" fmla="*/ 286702 w 940118"/>
                    <a:gd name="connsiteY46" fmla="*/ 198120 h 1580197"/>
                    <a:gd name="connsiteX47" fmla="*/ 359092 w 940118"/>
                    <a:gd name="connsiteY47" fmla="*/ 140970 h 1580197"/>
                    <a:gd name="connsiteX48" fmla="*/ 378434 w 940118"/>
                    <a:gd name="connsiteY48" fmla="*/ 151488 h 1580197"/>
                    <a:gd name="connsiteX49" fmla="*/ 378837 w 940118"/>
                    <a:gd name="connsiteY49" fmla="*/ 151226 h 1580197"/>
                    <a:gd name="connsiteX50" fmla="*/ 360045 w 940118"/>
                    <a:gd name="connsiteY50" fmla="*/ 140970 h 1580197"/>
                    <a:gd name="connsiteX51" fmla="*/ 486263 w 940118"/>
                    <a:gd name="connsiteY51" fmla="*/ 68845 h 1580197"/>
                    <a:gd name="connsiteX52" fmla="*/ 485775 w 940118"/>
                    <a:gd name="connsiteY52" fmla="*/ 68580 h 1580197"/>
                    <a:gd name="connsiteX53" fmla="*/ 572452 w 940118"/>
                    <a:gd name="connsiteY53" fmla="*/ 32385 h 1580197"/>
                    <a:gd name="connsiteX54" fmla="*/ 595123 w 940118"/>
                    <a:gd name="connsiteY54" fmla="*/ 44713 h 1580197"/>
                    <a:gd name="connsiteX55" fmla="*/ 595672 w 940118"/>
                    <a:gd name="connsiteY55" fmla="*/ 44538 h 1580197"/>
                    <a:gd name="connsiteX56" fmla="*/ 573405 w 940118"/>
                    <a:gd name="connsiteY56" fmla="*/ 32385 h 1580197"/>
                    <a:gd name="connsiteX57" fmla="*/ 679133 w 940118"/>
                    <a:gd name="connsiteY57" fmla="*/ 0 h 1580197"/>
                    <a:gd name="connsiteX0" fmla="*/ 812750 w 940118"/>
                    <a:gd name="connsiteY0" fmla="*/ 163017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812750 w 940118"/>
                    <a:gd name="connsiteY3" fmla="*/ 163017 h 1580197"/>
                    <a:gd name="connsiteX4" fmla="*/ 679133 w 940118"/>
                    <a:gd name="connsiteY4" fmla="*/ 0 h 1580197"/>
                    <a:gd name="connsiteX5" fmla="*/ 940118 w 940118"/>
                    <a:gd name="connsiteY5" fmla="*/ 140970 h 1580197"/>
                    <a:gd name="connsiteX6" fmla="*/ 747299 w 940118"/>
                    <a:gd name="connsiteY6" fmla="*/ 210278 h 1580197"/>
                    <a:gd name="connsiteX7" fmla="*/ 747713 w 940118"/>
                    <a:gd name="connsiteY7" fmla="*/ 210503 h 1580197"/>
                    <a:gd name="connsiteX8" fmla="*/ 620078 w 940118"/>
                    <a:gd name="connsiteY8" fmla="*/ 282893 h 1580197"/>
                    <a:gd name="connsiteX9" fmla="*/ 620077 w 940118"/>
                    <a:gd name="connsiteY9" fmla="*/ 282893 h 1580197"/>
                    <a:gd name="connsiteX10" fmla="*/ 548076 w 940118"/>
                    <a:gd name="connsiteY10" fmla="*/ 339736 h 1580197"/>
                    <a:gd name="connsiteX11" fmla="*/ 548640 w 940118"/>
                    <a:gd name="connsiteY11" fmla="*/ 340043 h 1580197"/>
                    <a:gd name="connsiteX12" fmla="*/ 503873 w 940118"/>
                    <a:gd name="connsiteY12" fmla="*/ 383858 h 1580197"/>
                    <a:gd name="connsiteX13" fmla="*/ 488633 w 940118"/>
                    <a:gd name="connsiteY13" fmla="*/ 399098 h 1580197"/>
                    <a:gd name="connsiteX14" fmla="*/ 488633 w 940118"/>
                    <a:gd name="connsiteY14" fmla="*/ 400050 h 1580197"/>
                    <a:gd name="connsiteX15" fmla="*/ 422910 w 940118"/>
                    <a:gd name="connsiteY15" fmla="*/ 482918 h 1580197"/>
                    <a:gd name="connsiteX16" fmla="*/ 422910 w 940118"/>
                    <a:gd name="connsiteY16" fmla="*/ 483870 h 1580197"/>
                    <a:gd name="connsiteX17" fmla="*/ 367665 w 940118"/>
                    <a:gd name="connsiteY17" fmla="*/ 572453 h 1580197"/>
                    <a:gd name="connsiteX18" fmla="*/ 368618 w 940118"/>
                    <a:gd name="connsiteY18" fmla="*/ 573405 h 1580197"/>
                    <a:gd name="connsiteX19" fmla="*/ 317183 w 940118"/>
                    <a:gd name="connsiteY19" fmla="*/ 684847 h 1580197"/>
                    <a:gd name="connsiteX20" fmla="*/ 305241 w 940118"/>
                    <a:gd name="connsiteY20" fmla="*/ 678329 h 1580197"/>
                    <a:gd name="connsiteX21" fmla="*/ 305235 w 940118"/>
                    <a:gd name="connsiteY21" fmla="*/ 678350 h 1580197"/>
                    <a:gd name="connsiteX22" fmla="*/ 317183 w 940118"/>
                    <a:gd name="connsiteY22" fmla="*/ 684847 h 1580197"/>
                    <a:gd name="connsiteX23" fmla="*/ 260985 w 940118"/>
                    <a:gd name="connsiteY23" fmla="*/ 1014413 h 1580197"/>
                    <a:gd name="connsiteX24" fmla="*/ 342900 w 940118"/>
                    <a:gd name="connsiteY24" fmla="*/ 1373505 h 1580197"/>
                    <a:gd name="connsiteX25" fmla="*/ 546735 w 940118"/>
                    <a:gd name="connsiteY25" fmla="*/ 1580197 h 1580197"/>
                    <a:gd name="connsiteX26" fmla="*/ 285750 w 940118"/>
                    <a:gd name="connsiteY26" fmla="*/ 1438275 h 1580197"/>
                    <a:gd name="connsiteX27" fmla="*/ 81915 w 940118"/>
                    <a:gd name="connsiteY27" fmla="*/ 1231583 h 1580197"/>
                    <a:gd name="connsiteX28" fmla="*/ 0 w 940118"/>
                    <a:gd name="connsiteY28" fmla="*/ 872490 h 1580197"/>
                    <a:gd name="connsiteX29" fmla="*/ 56197 w 940118"/>
                    <a:gd name="connsiteY29" fmla="*/ 542925 h 1580197"/>
                    <a:gd name="connsiteX30" fmla="*/ 62441 w 940118"/>
                    <a:gd name="connsiteY30" fmla="*/ 546321 h 1580197"/>
                    <a:gd name="connsiteX31" fmla="*/ 62617 w 940118"/>
                    <a:gd name="connsiteY31" fmla="*/ 545909 h 1580197"/>
                    <a:gd name="connsiteX32" fmla="*/ 57150 w 940118"/>
                    <a:gd name="connsiteY32" fmla="*/ 542925 h 1580197"/>
                    <a:gd name="connsiteX33" fmla="*/ 107444 w 940118"/>
                    <a:gd name="connsiteY33" fmla="*/ 431896 h 1580197"/>
                    <a:gd name="connsiteX34" fmla="*/ 106680 w 940118"/>
                    <a:gd name="connsiteY34" fmla="*/ 431483 h 1580197"/>
                    <a:gd name="connsiteX35" fmla="*/ 161925 w 940118"/>
                    <a:gd name="connsiteY35" fmla="*/ 341948 h 1580197"/>
                    <a:gd name="connsiteX36" fmla="*/ 171758 w 940118"/>
                    <a:gd name="connsiteY36" fmla="*/ 347295 h 1580197"/>
                    <a:gd name="connsiteX37" fmla="*/ 171778 w 940118"/>
                    <a:gd name="connsiteY37" fmla="*/ 347270 h 1580197"/>
                    <a:gd name="connsiteX38" fmla="*/ 161925 w 940118"/>
                    <a:gd name="connsiteY38" fmla="*/ 341948 h 1580197"/>
                    <a:gd name="connsiteX39" fmla="*/ 227648 w 940118"/>
                    <a:gd name="connsiteY39" fmla="*/ 258128 h 1580197"/>
                    <a:gd name="connsiteX40" fmla="*/ 239906 w 940118"/>
                    <a:gd name="connsiteY40" fmla="*/ 264794 h 1580197"/>
                    <a:gd name="connsiteX41" fmla="*/ 240267 w 940118"/>
                    <a:gd name="connsiteY41" fmla="*/ 264453 h 1580197"/>
                    <a:gd name="connsiteX42" fmla="*/ 228600 w 940118"/>
                    <a:gd name="connsiteY42" fmla="*/ 258128 h 1580197"/>
                    <a:gd name="connsiteX43" fmla="*/ 242888 w 940118"/>
                    <a:gd name="connsiteY43" fmla="*/ 241935 h 1580197"/>
                    <a:gd name="connsiteX44" fmla="*/ 287315 w 940118"/>
                    <a:gd name="connsiteY44" fmla="*/ 198453 h 1580197"/>
                    <a:gd name="connsiteX45" fmla="*/ 286702 w 940118"/>
                    <a:gd name="connsiteY45" fmla="*/ 198120 h 1580197"/>
                    <a:gd name="connsiteX46" fmla="*/ 359092 w 940118"/>
                    <a:gd name="connsiteY46" fmla="*/ 140970 h 1580197"/>
                    <a:gd name="connsiteX47" fmla="*/ 378434 w 940118"/>
                    <a:gd name="connsiteY47" fmla="*/ 151488 h 1580197"/>
                    <a:gd name="connsiteX48" fmla="*/ 378837 w 940118"/>
                    <a:gd name="connsiteY48" fmla="*/ 151226 h 1580197"/>
                    <a:gd name="connsiteX49" fmla="*/ 360045 w 940118"/>
                    <a:gd name="connsiteY49" fmla="*/ 140970 h 1580197"/>
                    <a:gd name="connsiteX50" fmla="*/ 486263 w 940118"/>
                    <a:gd name="connsiteY50" fmla="*/ 68845 h 1580197"/>
                    <a:gd name="connsiteX51" fmla="*/ 485775 w 940118"/>
                    <a:gd name="connsiteY51" fmla="*/ 68580 h 1580197"/>
                    <a:gd name="connsiteX52" fmla="*/ 572452 w 940118"/>
                    <a:gd name="connsiteY52" fmla="*/ 32385 h 1580197"/>
                    <a:gd name="connsiteX53" fmla="*/ 595123 w 940118"/>
                    <a:gd name="connsiteY53" fmla="*/ 44713 h 1580197"/>
                    <a:gd name="connsiteX54" fmla="*/ 595672 w 940118"/>
                    <a:gd name="connsiteY54" fmla="*/ 44538 h 1580197"/>
                    <a:gd name="connsiteX55" fmla="*/ 573405 w 940118"/>
                    <a:gd name="connsiteY55" fmla="*/ 32385 h 1580197"/>
                    <a:gd name="connsiteX56" fmla="*/ 679133 w 940118"/>
                    <a:gd name="connsiteY56" fmla="*/ 0 h 1580197"/>
                    <a:gd name="connsiteX0" fmla="*/ 832937 w 940118"/>
                    <a:gd name="connsiteY0" fmla="*/ 174035 h 1580197"/>
                    <a:gd name="connsiteX1" fmla="*/ 812706 w 940118"/>
                    <a:gd name="connsiteY1" fmla="*/ 163034 h 1580197"/>
                    <a:gd name="connsiteX2" fmla="*/ 832937 w 940118"/>
                    <a:gd name="connsiteY2" fmla="*/ 174035 h 1580197"/>
                    <a:gd name="connsiteX3" fmla="*/ 679133 w 940118"/>
                    <a:gd name="connsiteY3" fmla="*/ 0 h 1580197"/>
                    <a:gd name="connsiteX4" fmla="*/ 940118 w 940118"/>
                    <a:gd name="connsiteY4" fmla="*/ 140970 h 1580197"/>
                    <a:gd name="connsiteX5" fmla="*/ 747299 w 940118"/>
                    <a:gd name="connsiteY5" fmla="*/ 210278 h 1580197"/>
                    <a:gd name="connsiteX6" fmla="*/ 747713 w 940118"/>
                    <a:gd name="connsiteY6" fmla="*/ 210503 h 1580197"/>
                    <a:gd name="connsiteX7" fmla="*/ 620078 w 940118"/>
                    <a:gd name="connsiteY7" fmla="*/ 282893 h 1580197"/>
                    <a:gd name="connsiteX8" fmla="*/ 620077 w 940118"/>
                    <a:gd name="connsiteY8" fmla="*/ 282893 h 1580197"/>
                    <a:gd name="connsiteX9" fmla="*/ 548076 w 940118"/>
                    <a:gd name="connsiteY9" fmla="*/ 339736 h 1580197"/>
                    <a:gd name="connsiteX10" fmla="*/ 548640 w 940118"/>
                    <a:gd name="connsiteY10" fmla="*/ 340043 h 1580197"/>
                    <a:gd name="connsiteX11" fmla="*/ 503873 w 940118"/>
                    <a:gd name="connsiteY11" fmla="*/ 383858 h 1580197"/>
                    <a:gd name="connsiteX12" fmla="*/ 488633 w 940118"/>
                    <a:gd name="connsiteY12" fmla="*/ 399098 h 1580197"/>
                    <a:gd name="connsiteX13" fmla="*/ 488633 w 940118"/>
                    <a:gd name="connsiteY13" fmla="*/ 400050 h 1580197"/>
                    <a:gd name="connsiteX14" fmla="*/ 422910 w 940118"/>
                    <a:gd name="connsiteY14" fmla="*/ 482918 h 1580197"/>
                    <a:gd name="connsiteX15" fmla="*/ 422910 w 940118"/>
                    <a:gd name="connsiteY15" fmla="*/ 483870 h 1580197"/>
                    <a:gd name="connsiteX16" fmla="*/ 367665 w 940118"/>
                    <a:gd name="connsiteY16" fmla="*/ 572453 h 1580197"/>
                    <a:gd name="connsiteX17" fmla="*/ 368618 w 940118"/>
                    <a:gd name="connsiteY17" fmla="*/ 573405 h 1580197"/>
                    <a:gd name="connsiteX18" fmla="*/ 317183 w 940118"/>
                    <a:gd name="connsiteY18" fmla="*/ 684847 h 1580197"/>
                    <a:gd name="connsiteX19" fmla="*/ 305241 w 940118"/>
                    <a:gd name="connsiteY19" fmla="*/ 678329 h 1580197"/>
                    <a:gd name="connsiteX20" fmla="*/ 305235 w 940118"/>
                    <a:gd name="connsiteY20" fmla="*/ 678350 h 1580197"/>
                    <a:gd name="connsiteX21" fmla="*/ 317183 w 940118"/>
                    <a:gd name="connsiteY21" fmla="*/ 684847 h 1580197"/>
                    <a:gd name="connsiteX22" fmla="*/ 260985 w 940118"/>
                    <a:gd name="connsiteY22" fmla="*/ 1014413 h 1580197"/>
                    <a:gd name="connsiteX23" fmla="*/ 342900 w 940118"/>
                    <a:gd name="connsiteY23" fmla="*/ 1373505 h 1580197"/>
                    <a:gd name="connsiteX24" fmla="*/ 546735 w 940118"/>
                    <a:gd name="connsiteY24" fmla="*/ 1580197 h 1580197"/>
                    <a:gd name="connsiteX25" fmla="*/ 285750 w 940118"/>
                    <a:gd name="connsiteY25" fmla="*/ 1438275 h 1580197"/>
                    <a:gd name="connsiteX26" fmla="*/ 81915 w 940118"/>
                    <a:gd name="connsiteY26" fmla="*/ 1231583 h 1580197"/>
                    <a:gd name="connsiteX27" fmla="*/ 0 w 940118"/>
                    <a:gd name="connsiteY27" fmla="*/ 872490 h 1580197"/>
                    <a:gd name="connsiteX28" fmla="*/ 56197 w 940118"/>
                    <a:gd name="connsiteY28" fmla="*/ 542925 h 1580197"/>
                    <a:gd name="connsiteX29" fmla="*/ 62441 w 940118"/>
                    <a:gd name="connsiteY29" fmla="*/ 546321 h 1580197"/>
                    <a:gd name="connsiteX30" fmla="*/ 62617 w 940118"/>
                    <a:gd name="connsiteY30" fmla="*/ 545909 h 1580197"/>
                    <a:gd name="connsiteX31" fmla="*/ 57150 w 940118"/>
                    <a:gd name="connsiteY31" fmla="*/ 542925 h 1580197"/>
                    <a:gd name="connsiteX32" fmla="*/ 107444 w 940118"/>
                    <a:gd name="connsiteY32" fmla="*/ 431896 h 1580197"/>
                    <a:gd name="connsiteX33" fmla="*/ 106680 w 940118"/>
                    <a:gd name="connsiteY33" fmla="*/ 431483 h 1580197"/>
                    <a:gd name="connsiteX34" fmla="*/ 161925 w 940118"/>
                    <a:gd name="connsiteY34" fmla="*/ 341948 h 1580197"/>
                    <a:gd name="connsiteX35" fmla="*/ 171758 w 940118"/>
                    <a:gd name="connsiteY35" fmla="*/ 347295 h 1580197"/>
                    <a:gd name="connsiteX36" fmla="*/ 171778 w 940118"/>
                    <a:gd name="connsiteY36" fmla="*/ 347270 h 1580197"/>
                    <a:gd name="connsiteX37" fmla="*/ 161925 w 940118"/>
                    <a:gd name="connsiteY37" fmla="*/ 341948 h 1580197"/>
                    <a:gd name="connsiteX38" fmla="*/ 227648 w 940118"/>
                    <a:gd name="connsiteY38" fmla="*/ 258128 h 1580197"/>
                    <a:gd name="connsiteX39" fmla="*/ 239906 w 940118"/>
                    <a:gd name="connsiteY39" fmla="*/ 264794 h 1580197"/>
                    <a:gd name="connsiteX40" fmla="*/ 240267 w 940118"/>
                    <a:gd name="connsiteY40" fmla="*/ 264453 h 1580197"/>
                    <a:gd name="connsiteX41" fmla="*/ 228600 w 940118"/>
                    <a:gd name="connsiteY41" fmla="*/ 258128 h 1580197"/>
                    <a:gd name="connsiteX42" fmla="*/ 242888 w 940118"/>
                    <a:gd name="connsiteY42" fmla="*/ 241935 h 1580197"/>
                    <a:gd name="connsiteX43" fmla="*/ 287315 w 940118"/>
                    <a:gd name="connsiteY43" fmla="*/ 198453 h 1580197"/>
                    <a:gd name="connsiteX44" fmla="*/ 286702 w 940118"/>
                    <a:gd name="connsiteY44" fmla="*/ 198120 h 1580197"/>
                    <a:gd name="connsiteX45" fmla="*/ 359092 w 940118"/>
                    <a:gd name="connsiteY45" fmla="*/ 140970 h 1580197"/>
                    <a:gd name="connsiteX46" fmla="*/ 378434 w 940118"/>
                    <a:gd name="connsiteY46" fmla="*/ 151488 h 1580197"/>
                    <a:gd name="connsiteX47" fmla="*/ 378837 w 940118"/>
                    <a:gd name="connsiteY47" fmla="*/ 151226 h 1580197"/>
                    <a:gd name="connsiteX48" fmla="*/ 360045 w 940118"/>
                    <a:gd name="connsiteY48" fmla="*/ 140970 h 1580197"/>
                    <a:gd name="connsiteX49" fmla="*/ 486263 w 940118"/>
                    <a:gd name="connsiteY49" fmla="*/ 68845 h 1580197"/>
                    <a:gd name="connsiteX50" fmla="*/ 485775 w 940118"/>
                    <a:gd name="connsiteY50" fmla="*/ 68580 h 1580197"/>
                    <a:gd name="connsiteX51" fmla="*/ 572452 w 940118"/>
                    <a:gd name="connsiteY51" fmla="*/ 32385 h 1580197"/>
                    <a:gd name="connsiteX52" fmla="*/ 595123 w 940118"/>
                    <a:gd name="connsiteY52" fmla="*/ 44713 h 1580197"/>
                    <a:gd name="connsiteX53" fmla="*/ 595672 w 940118"/>
                    <a:gd name="connsiteY53" fmla="*/ 44538 h 1580197"/>
                    <a:gd name="connsiteX54" fmla="*/ 573405 w 940118"/>
                    <a:gd name="connsiteY54" fmla="*/ 32385 h 1580197"/>
                    <a:gd name="connsiteX55" fmla="*/ 679133 w 940118"/>
                    <a:gd name="connsiteY55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42888 w 940118"/>
                    <a:gd name="connsiteY39" fmla="*/ 241935 h 1580197"/>
                    <a:gd name="connsiteX40" fmla="*/ 287315 w 940118"/>
                    <a:gd name="connsiteY40" fmla="*/ 198453 h 1580197"/>
                    <a:gd name="connsiteX41" fmla="*/ 286702 w 940118"/>
                    <a:gd name="connsiteY41" fmla="*/ 198120 h 1580197"/>
                    <a:gd name="connsiteX42" fmla="*/ 359092 w 940118"/>
                    <a:gd name="connsiteY42" fmla="*/ 140970 h 1580197"/>
                    <a:gd name="connsiteX43" fmla="*/ 378434 w 940118"/>
                    <a:gd name="connsiteY43" fmla="*/ 151488 h 1580197"/>
                    <a:gd name="connsiteX44" fmla="*/ 378837 w 940118"/>
                    <a:gd name="connsiteY44" fmla="*/ 151226 h 1580197"/>
                    <a:gd name="connsiteX45" fmla="*/ 360045 w 940118"/>
                    <a:gd name="connsiteY45" fmla="*/ 140970 h 1580197"/>
                    <a:gd name="connsiteX46" fmla="*/ 486263 w 940118"/>
                    <a:gd name="connsiteY46" fmla="*/ 68845 h 1580197"/>
                    <a:gd name="connsiteX47" fmla="*/ 485775 w 940118"/>
                    <a:gd name="connsiteY47" fmla="*/ 68580 h 1580197"/>
                    <a:gd name="connsiteX48" fmla="*/ 572452 w 940118"/>
                    <a:gd name="connsiteY48" fmla="*/ 32385 h 1580197"/>
                    <a:gd name="connsiteX49" fmla="*/ 595123 w 940118"/>
                    <a:gd name="connsiteY49" fmla="*/ 44713 h 1580197"/>
                    <a:gd name="connsiteX50" fmla="*/ 595672 w 940118"/>
                    <a:gd name="connsiteY50" fmla="*/ 44538 h 1580197"/>
                    <a:gd name="connsiteX51" fmla="*/ 573405 w 940118"/>
                    <a:gd name="connsiteY51" fmla="*/ 32385 h 1580197"/>
                    <a:gd name="connsiteX52" fmla="*/ 679133 w 940118"/>
                    <a:gd name="connsiteY52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42888 w 940118"/>
                    <a:gd name="connsiteY39" fmla="*/ 241935 h 1580197"/>
                    <a:gd name="connsiteX40" fmla="*/ 287315 w 940118"/>
                    <a:gd name="connsiteY40" fmla="*/ 198453 h 1580197"/>
                    <a:gd name="connsiteX41" fmla="*/ 286702 w 940118"/>
                    <a:gd name="connsiteY41" fmla="*/ 198120 h 1580197"/>
                    <a:gd name="connsiteX42" fmla="*/ 359092 w 940118"/>
                    <a:gd name="connsiteY42" fmla="*/ 140970 h 1580197"/>
                    <a:gd name="connsiteX43" fmla="*/ 378434 w 940118"/>
                    <a:gd name="connsiteY43" fmla="*/ 151488 h 1580197"/>
                    <a:gd name="connsiteX44" fmla="*/ 378837 w 940118"/>
                    <a:gd name="connsiteY44" fmla="*/ 151226 h 1580197"/>
                    <a:gd name="connsiteX45" fmla="*/ 360045 w 940118"/>
                    <a:gd name="connsiteY45" fmla="*/ 140970 h 1580197"/>
                    <a:gd name="connsiteX46" fmla="*/ 486263 w 940118"/>
                    <a:gd name="connsiteY46" fmla="*/ 68845 h 1580197"/>
                    <a:gd name="connsiteX47" fmla="*/ 485775 w 940118"/>
                    <a:gd name="connsiteY47" fmla="*/ 68580 h 1580197"/>
                    <a:gd name="connsiteX48" fmla="*/ 572452 w 940118"/>
                    <a:gd name="connsiteY48" fmla="*/ 32385 h 1580197"/>
                    <a:gd name="connsiteX49" fmla="*/ 595123 w 940118"/>
                    <a:gd name="connsiteY49" fmla="*/ 44713 h 1580197"/>
                    <a:gd name="connsiteX50" fmla="*/ 573405 w 940118"/>
                    <a:gd name="connsiteY50" fmla="*/ 32385 h 1580197"/>
                    <a:gd name="connsiteX51" fmla="*/ 679133 w 940118"/>
                    <a:gd name="connsiteY51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42888 w 940118"/>
                    <a:gd name="connsiteY39" fmla="*/ 241935 h 1580197"/>
                    <a:gd name="connsiteX40" fmla="*/ 287315 w 940118"/>
                    <a:gd name="connsiteY40" fmla="*/ 198453 h 1580197"/>
                    <a:gd name="connsiteX41" fmla="*/ 286702 w 940118"/>
                    <a:gd name="connsiteY41" fmla="*/ 198120 h 1580197"/>
                    <a:gd name="connsiteX42" fmla="*/ 359092 w 940118"/>
                    <a:gd name="connsiteY42" fmla="*/ 140970 h 1580197"/>
                    <a:gd name="connsiteX43" fmla="*/ 378434 w 940118"/>
                    <a:gd name="connsiteY43" fmla="*/ 151488 h 1580197"/>
                    <a:gd name="connsiteX44" fmla="*/ 378837 w 940118"/>
                    <a:gd name="connsiteY44" fmla="*/ 151226 h 1580197"/>
                    <a:gd name="connsiteX45" fmla="*/ 486263 w 940118"/>
                    <a:gd name="connsiteY45" fmla="*/ 68845 h 1580197"/>
                    <a:gd name="connsiteX46" fmla="*/ 485775 w 940118"/>
                    <a:gd name="connsiteY46" fmla="*/ 68580 h 1580197"/>
                    <a:gd name="connsiteX47" fmla="*/ 572452 w 940118"/>
                    <a:gd name="connsiteY47" fmla="*/ 32385 h 1580197"/>
                    <a:gd name="connsiteX48" fmla="*/ 595123 w 940118"/>
                    <a:gd name="connsiteY48" fmla="*/ 44713 h 1580197"/>
                    <a:gd name="connsiteX49" fmla="*/ 573405 w 940118"/>
                    <a:gd name="connsiteY49" fmla="*/ 32385 h 1580197"/>
                    <a:gd name="connsiteX50" fmla="*/ 679133 w 940118"/>
                    <a:gd name="connsiteY50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42888 w 940118"/>
                    <a:gd name="connsiteY39" fmla="*/ 241935 h 1580197"/>
                    <a:gd name="connsiteX40" fmla="*/ 287315 w 940118"/>
                    <a:gd name="connsiteY40" fmla="*/ 198453 h 1580197"/>
                    <a:gd name="connsiteX41" fmla="*/ 286702 w 940118"/>
                    <a:gd name="connsiteY41" fmla="*/ 198120 h 1580197"/>
                    <a:gd name="connsiteX42" fmla="*/ 359092 w 940118"/>
                    <a:gd name="connsiteY42" fmla="*/ 140970 h 1580197"/>
                    <a:gd name="connsiteX43" fmla="*/ 378434 w 940118"/>
                    <a:gd name="connsiteY43" fmla="*/ 151488 h 1580197"/>
                    <a:gd name="connsiteX44" fmla="*/ 486263 w 940118"/>
                    <a:gd name="connsiteY44" fmla="*/ 68845 h 1580197"/>
                    <a:gd name="connsiteX45" fmla="*/ 485775 w 940118"/>
                    <a:gd name="connsiteY45" fmla="*/ 68580 h 1580197"/>
                    <a:gd name="connsiteX46" fmla="*/ 572452 w 940118"/>
                    <a:gd name="connsiteY46" fmla="*/ 32385 h 1580197"/>
                    <a:gd name="connsiteX47" fmla="*/ 595123 w 940118"/>
                    <a:gd name="connsiteY47" fmla="*/ 44713 h 1580197"/>
                    <a:gd name="connsiteX48" fmla="*/ 573405 w 940118"/>
                    <a:gd name="connsiteY48" fmla="*/ 32385 h 1580197"/>
                    <a:gd name="connsiteX49" fmla="*/ 679133 w 940118"/>
                    <a:gd name="connsiteY49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42888 w 940118"/>
                    <a:gd name="connsiteY39" fmla="*/ 241935 h 1580197"/>
                    <a:gd name="connsiteX40" fmla="*/ 287315 w 940118"/>
                    <a:gd name="connsiteY40" fmla="*/ 198453 h 1580197"/>
                    <a:gd name="connsiteX41" fmla="*/ 286702 w 940118"/>
                    <a:gd name="connsiteY41" fmla="*/ 198120 h 1580197"/>
                    <a:gd name="connsiteX42" fmla="*/ 359092 w 940118"/>
                    <a:gd name="connsiteY42" fmla="*/ 140970 h 1580197"/>
                    <a:gd name="connsiteX43" fmla="*/ 486263 w 940118"/>
                    <a:gd name="connsiteY43" fmla="*/ 68845 h 1580197"/>
                    <a:gd name="connsiteX44" fmla="*/ 485775 w 940118"/>
                    <a:gd name="connsiteY44" fmla="*/ 68580 h 1580197"/>
                    <a:gd name="connsiteX45" fmla="*/ 572452 w 940118"/>
                    <a:gd name="connsiteY45" fmla="*/ 32385 h 1580197"/>
                    <a:gd name="connsiteX46" fmla="*/ 595123 w 940118"/>
                    <a:gd name="connsiteY46" fmla="*/ 44713 h 1580197"/>
                    <a:gd name="connsiteX47" fmla="*/ 573405 w 940118"/>
                    <a:gd name="connsiteY47" fmla="*/ 32385 h 1580197"/>
                    <a:gd name="connsiteX48" fmla="*/ 679133 w 940118"/>
                    <a:gd name="connsiteY48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40267 w 940118"/>
                    <a:gd name="connsiteY37" fmla="*/ 264453 h 1580197"/>
                    <a:gd name="connsiteX38" fmla="*/ 228600 w 940118"/>
                    <a:gd name="connsiteY38" fmla="*/ 258128 h 1580197"/>
                    <a:gd name="connsiteX39" fmla="*/ 287315 w 940118"/>
                    <a:gd name="connsiteY39" fmla="*/ 198453 h 1580197"/>
                    <a:gd name="connsiteX40" fmla="*/ 286702 w 940118"/>
                    <a:gd name="connsiteY40" fmla="*/ 198120 h 1580197"/>
                    <a:gd name="connsiteX41" fmla="*/ 359092 w 940118"/>
                    <a:gd name="connsiteY41" fmla="*/ 140970 h 1580197"/>
                    <a:gd name="connsiteX42" fmla="*/ 486263 w 940118"/>
                    <a:gd name="connsiteY42" fmla="*/ 68845 h 1580197"/>
                    <a:gd name="connsiteX43" fmla="*/ 485775 w 940118"/>
                    <a:gd name="connsiteY43" fmla="*/ 68580 h 1580197"/>
                    <a:gd name="connsiteX44" fmla="*/ 572452 w 940118"/>
                    <a:gd name="connsiteY44" fmla="*/ 32385 h 1580197"/>
                    <a:gd name="connsiteX45" fmla="*/ 595123 w 940118"/>
                    <a:gd name="connsiteY45" fmla="*/ 44713 h 1580197"/>
                    <a:gd name="connsiteX46" fmla="*/ 573405 w 940118"/>
                    <a:gd name="connsiteY46" fmla="*/ 32385 h 1580197"/>
                    <a:gd name="connsiteX47" fmla="*/ 679133 w 940118"/>
                    <a:gd name="connsiteY47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28600 w 940118"/>
                    <a:gd name="connsiteY37" fmla="*/ 258128 h 1580197"/>
                    <a:gd name="connsiteX38" fmla="*/ 287315 w 940118"/>
                    <a:gd name="connsiteY38" fmla="*/ 198453 h 1580197"/>
                    <a:gd name="connsiteX39" fmla="*/ 286702 w 940118"/>
                    <a:gd name="connsiteY39" fmla="*/ 198120 h 1580197"/>
                    <a:gd name="connsiteX40" fmla="*/ 359092 w 940118"/>
                    <a:gd name="connsiteY40" fmla="*/ 140970 h 1580197"/>
                    <a:gd name="connsiteX41" fmla="*/ 486263 w 940118"/>
                    <a:gd name="connsiteY41" fmla="*/ 68845 h 1580197"/>
                    <a:gd name="connsiteX42" fmla="*/ 485775 w 940118"/>
                    <a:gd name="connsiteY42" fmla="*/ 68580 h 1580197"/>
                    <a:gd name="connsiteX43" fmla="*/ 572452 w 940118"/>
                    <a:gd name="connsiteY43" fmla="*/ 32385 h 1580197"/>
                    <a:gd name="connsiteX44" fmla="*/ 595123 w 940118"/>
                    <a:gd name="connsiteY44" fmla="*/ 44713 h 1580197"/>
                    <a:gd name="connsiteX45" fmla="*/ 573405 w 940118"/>
                    <a:gd name="connsiteY45" fmla="*/ 32385 h 1580197"/>
                    <a:gd name="connsiteX46" fmla="*/ 679133 w 940118"/>
                    <a:gd name="connsiteY46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39906 w 940118"/>
                    <a:gd name="connsiteY36" fmla="*/ 264794 h 1580197"/>
                    <a:gd name="connsiteX37" fmla="*/ 287315 w 940118"/>
                    <a:gd name="connsiteY37" fmla="*/ 198453 h 1580197"/>
                    <a:gd name="connsiteX38" fmla="*/ 286702 w 940118"/>
                    <a:gd name="connsiteY38" fmla="*/ 198120 h 1580197"/>
                    <a:gd name="connsiteX39" fmla="*/ 359092 w 940118"/>
                    <a:gd name="connsiteY39" fmla="*/ 140970 h 1580197"/>
                    <a:gd name="connsiteX40" fmla="*/ 486263 w 940118"/>
                    <a:gd name="connsiteY40" fmla="*/ 68845 h 1580197"/>
                    <a:gd name="connsiteX41" fmla="*/ 485775 w 940118"/>
                    <a:gd name="connsiteY41" fmla="*/ 68580 h 1580197"/>
                    <a:gd name="connsiteX42" fmla="*/ 572452 w 940118"/>
                    <a:gd name="connsiteY42" fmla="*/ 32385 h 1580197"/>
                    <a:gd name="connsiteX43" fmla="*/ 595123 w 940118"/>
                    <a:gd name="connsiteY43" fmla="*/ 44713 h 1580197"/>
                    <a:gd name="connsiteX44" fmla="*/ 573405 w 940118"/>
                    <a:gd name="connsiteY44" fmla="*/ 32385 h 1580197"/>
                    <a:gd name="connsiteX45" fmla="*/ 679133 w 940118"/>
                    <a:gd name="connsiteY45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71778 w 940118"/>
                    <a:gd name="connsiteY33" fmla="*/ 347270 h 1580197"/>
                    <a:gd name="connsiteX34" fmla="*/ 161925 w 940118"/>
                    <a:gd name="connsiteY34" fmla="*/ 341948 h 1580197"/>
                    <a:gd name="connsiteX35" fmla="*/ 227648 w 940118"/>
                    <a:gd name="connsiteY35" fmla="*/ 258128 h 1580197"/>
                    <a:gd name="connsiteX36" fmla="*/ 287315 w 940118"/>
                    <a:gd name="connsiteY36" fmla="*/ 198453 h 1580197"/>
                    <a:gd name="connsiteX37" fmla="*/ 286702 w 940118"/>
                    <a:gd name="connsiteY37" fmla="*/ 198120 h 1580197"/>
                    <a:gd name="connsiteX38" fmla="*/ 359092 w 940118"/>
                    <a:gd name="connsiteY38" fmla="*/ 140970 h 1580197"/>
                    <a:gd name="connsiteX39" fmla="*/ 486263 w 940118"/>
                    <a:gd name="connsiteY39" fmla="*/ 68845 h 1580197"/>
                    <a:gd name="connsiteX40" fmla="*/ 485775 w 940118"/>
                    <a:gd name="connsiteY40" fmla="*/ 68580 h 1580197"/>
                    <a:gd name="connsiteX41" fmla="*/ 572452 w 940118"/>
                    <a:gd name="connsiteY41" fmla="*/ 32385 h 1580197"/>
                    <a:gd name="connsiteX42" fmla="*/ 595123 w 940118"/>
                    <a:gd name="connsiteY42" fmla="*/ 44713 h 1580197"/>
                    <a:gd name="connsiteX43" fmla="*/ 573405 w 940118"/>
                    <a:gd name="connsiteY43" fmla="*/ 32385 h 1580197"/>
                    <a:gd name="connsiteX44" fmla="*/ 679133 w 940118"/>
                    <a:gd name="connsiteY44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161925 w 940118"/>
                    <a:gd name="connsiteY33" fmla="*/ 341948 h 1580197"/>
                    <a:gd name="connsiteX34" fmla="*/ 227648 w 940118"/>
                    <a:gd name="connsiteY34" fmla="*/ 258128 h 1580197"/>
                    <a:gd name="connsiteX35" fmla="*/ 287315 w 940118"/>
                    <a:gd name="connsiteY35" fmla="*/ 198453 h 1580197"/>
                    <a:gd name="connsiteX36" fmla="*/ 286702 w 940118"/>
                    <a:gd name="connsiteY36" fmla="*/ 198120 h 1580197"/>
                    <a:gd name="connsiteX37" fmla="*/ 359092 w 940118"/>
                    <a:gd name="connsiteY37" fmla="*/ 140970 h 1580197"/>
                    <a:gd name="connsiteX38" fmla="*/ 486263 w 940118"/>
                    <a:gd name="connsiteY38" fmla="*/ 68845 h 1580197"/>
                    <a:gd name="connsiteX39" fmla="*/ 485775 w 940118"/>
                    <a:gd name="connsiteY39" fmla="*/ 68580 h 1580197"/>
                    <a:gd name="connsiteX40" fmla="*/ 572452 w 940118"/>
                    <a:gd name="connsiteY40" fmla="*/ 32385 h 1580197"/>
                    <a:gd name="connsiteX41" fmla="*/ 595123 w 940118"/>
                    <a:gd name="connsiteY41" fmla="*/ 44713 h 1580197"/>
                    <a:gd name="connsiteX42" fmla="*/ 573405 w 940118"/>
                    <a:gd name="connsiteY42" fmla="*/ 32385 h 1580197"/>
                    <a:gd name="connsiteX43" fmla="*/ 679133 w 940118"/>
                    <a:gd name="connsiteY43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171758 w 940118"/>
                    <a:gd name="connsiteY32" fmla="*/ 347295 h 1580197"/>
                    <a:gd name="connsiteX33" fmla="*/ 227648 w 940118"/>
                    <a:gd name="connsiteY33" fmla="*/ 258128 h 1580197"/>
                    <a:gd name="connsiteX34" fmla="*/ 287315 w 940118"/>
                    <a:gd name="connsiteY34" fmla="*/ 198453 h 1580197"/>
                    <a:gd name="connsiteX35" fmla="*/ 286702 w 940118"/>
                    <a:gd name="connsiteY35" fmla="*/ 198120 h 1580197"/>
                    <a:gd name="connsiteX36" fmla="*/ 359092 w 940118"/>
                    <a:gd name="connsiteY36" fmla="*/ 140970 h 1580197"/>
                    <a:gd name="connsiteX37" fmla="*/ 486263 w 940118"/>
                    <a:gd name="connsiteY37" fmla="*/ 68845 h 1580197"/>
                    <a:gd name="connsiteX38" fmla="*/ 485775 w 940118"/>
                    <a:gd name="connsiteY38" fmla="*/ 68580 h 1580197"/>
                    <a:gd name="connsiteX39" fmla="*/ 572452 w 940118"/>
                    <a:gd name="connsiteY39" fmla="*/ 32385 h 1580197"/>
                    <a:gd name="connsiteX40" fmla="*/ 595123 w 940118"/>
                    <a:gd name="connsiteY40" fmla="*/ 44713 h 1580197"/>
                    <a:gd name="connsiteX41" fmla="*/ 573405 w 940118"/>
                    <a:gd name="connsiteY41" fmla="*/ 32385 h 1580197"/>
                    <a:gd name="connsiteX42" fmla="*/ 679133 w 940118"/>
                    <a:gd name="connsiteY42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161925 w 940118"/>
                    <a:gd name="connsiteY31" fmla="*/ 341948 h 1580197"/>
                    <a:gd name="connsiteX32" fmla="*/ 227648 w 940118"/>
                    <a:gd name="connsiteY32" fmla="*/ 258128 h 1580197"/>
                    <a:gd name="connsiteX33" fmla="*/ 287315 w 940118"/>
                    <a:gd name="connsiteY33" fmla="*/ 198453 h 1580197"/>
                    <a:gd name="connsiteX34" fmla="*/ 286702 w 940118"/>
                    <a:gd name="connsiteY34" fmla="*/ 198120 h 1580197"/>
                    <a:gd name="connsiteX35" fmla="*/ 359092 w 940118"/>
                    <a:gd name="connsiteY35" fmla="*/ 140970 h 1580197"/>
                    <a:gd name="connsiteX36" fmla="*/ 486263 w 940118"/>
                    <a:gd name="connsiteY36" fmla="*/ 68845 h 1580197"/>
                    <a:gd name="connsiteX37" fmla="*/ 485775 w 940118"/>
                    <a:gd name="connsiteY37" fmla="*/ 68580 h 1580197"/>
                    <a:gd name="connsiteX38" fmla="*/ 572452 w 940118"/>
                    <a:gd name="connsiteY38" fmla="*/ 32385 h 1580197"/>
                    <a:gd name="connsiteX39" fmla="*/ 595123 w 940118"/>
                    <a:gd name="connsiteY39" fmla="*/ 44713 h 1580197"/>
                    <a:gd name="connsiteX40" fmla="*/ 573405 w 940118"/>
                    <a:gd name="connsiteY40" fmla="*/ 32385 h 1580197"/>
                    <a:gd name="connsiteX41" fmla="*/ 679133 w 940118"/>
                    <a:gd name="connsiteY41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227648 w 940118"/>
                    <a:gd name="connsiteY31" fmla="*/ 258128 h 1580197"/>
                    <a:gd name="connsiteX32" fmla="*/ 287315 w 940118"/>
                    <a:gd name="connsiteY32" fmla="*/ 198453 h 1580197"/>
                    <a:gd name="connsiteX33" fmla="*/ 286702 w 940118"/>
                    <a:gd name="connsiteY33" fmla="*/ 198120 h 1580197"/>
                    <a:gd name="connsiteX34" fmla="*/ 359092 w 940118"/>
                    <a:gd name="connsiteY34" fmla="*/ 140970 h 1580197"/>
                    <a:gd name="connsiteX35" fmla="*/ 486263 w 940118"/>
                    <a:gd name="connsiteY35" fmla="*/ 68845 h 1580197"/>
                    <a:gd name="connsiteX36" fmla="*/ 485775 w 940118"/>
                    <a:gd name="connsiteY36" fmla="*/ 68580 h 1580197"/>
                    <a:gd name="connsiteX37" fmla="*/ 572452 w 940118"/>
                    <a:gd name="connsiteY37" fmla="*/ 32385 h 1580197"/>
                    <a:gd name="connsiteX38" fmla="*/ 595123 w 940118"/>
                    <a:gd name="connsiteY38" fmla="*/ 44713 h 1580197"/>
                    <a:gd name="connsiteX39" fmla="*/ 573405 w 940118"/>
                    <a:gd name="connsiteY39" fmla="*/ 32385 h 1580197"/>
                    <a:gd name="connsiteX40" fmla="*/ 679133 w 940118"/>
                    <a:gd name="connsiteY40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227648 w 940118"/>
                    <a:gd name="connsiteY31" fmla="*/ 258128 h 1580197"/>
                    <a:gd name="connsiteX32" fmla="*/ 287315 w 940118"/>
                    <a:gd name="connsiteY32" fmla="*/ 198453 h 1580197"/>
                    <a:gd name="connsiteX33" fmla="*/ 359092 w 940118"/>
                    <a:gd name="connsiteY33" fmla="*/ 140970 h 1580197"/>
                    <a:gd name="connsiteX34" fmla="*/ 486263 w 940118"/>
                    <a:gd name="connsiteY34" fmla="*/ 68845 h 1580197"/>
                    <a:gd name="connsiteX35" fmla="*/ 485775 w 940118"/>
                    <a:gd name="connsiteY35" fmla="*/ 68580 h 1580197"/>
                    <a:gd name="connsiteX36" fmla="*/ 572452 w 940118"/>
                    <a:gd name="connsiteY36" fmla="*/ 32385 h 1580197"/>
                    <a:gd name="connsiteX37" fmla="*/ 595123 w 940118"/>
                    <a:gd name="connsiteY37" fmla="*/ 44713 h 1580197"/>
                    <a:gd name="connsiteX38" fmla="*/ 573405 w 940118"/>
                    <a:gd name="connsiteY38" fmla="*/ 32385 h 1580197"/>
                    <a:gd name="connsiteX39" fmla="*/ 679133 w 940118"/>
                    <a:gd name="connsiteY39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503873 w 940118"/>
                    <a:gd name="connsiteY8" fmla="*/ 383858 h 1580197"/>
                    <a:gd name="connsiteX9" fmla="*/ 488633 w 940118"/>
                    <a:gd name="connsiteY9" fmla="*/ 399098 h 1580197"/>
                    <a:gd name="connsiteX10" fmla="*/ 488633 w 940118"/>
                    <a:gd name="connsiteY10" fmla="*/ 400050 h 1580197"/>
                    <a:gd name="connsiteX11" fmla="*/ 422910 w 940118"/>
                    <a:gd name="connsiteY11" fmla="*/ 482918 h 1580197"/>
                    <a:gd name="connsiteX12" fmla="*/ 422910 w 940118"/>
                    <a:gd name="connsiteY12" fmla="*/ 483870 h 1580197"/>
                    <a:gd name="connsiteX13" fmla="*/ 367665 w 940118"/>
                    <a:gd name="connsiteY13" fmla="*/ 572453 h 1580197"/>
                    <a:gd name="connsiteX14" fmla="*/ 368618 w 940118"/>
                    <a:gd name="connsiteY14" fmla="*/ 573405 h 1580197"/>
                    <a:gd name="connsiteX15" fmla="*/ 317183 w 940118"/>
                    <a:gd name="connsiteY15" fmla="*/ 684847 h 1580197"/>
                    <a:gd name="connsiteX16" fmla="*/ 305241 w 940118"/>
                    <a:gd name="connsiteY16" fmla="*/ 678329 h 1580197"/>
                    <a:gd name="connsiteX17" fmla="*/ 305235 w 940118"/>
                    <a:gd name="connsiteY17" fmla="*/ 678350 h 1580197"/>
                    <a:gd name="connsiteX18" fmla="*/ 317183 w 940118"/>
                    <a:gd name="connsiteY18" fmla="*/ 684847 h 1580197"/>
                    <a:gd name="connsiteX19" fmla="*/ 260985 w 940118"/>
                    <a:gd name="connsiteY19" fmla="*/ 1014413 h 1580197"/>
                    <a:gd name="connsiteX20" fmla="*/ 342900 w 940118"/>
                    <a:gd name="connsiteY20" fmla="*/ 1373505 h 1580197"/>
                    <a:gd name="connsiteX21" fmla="*/ 546735 w 940118"/>
                    <a:gd name="connsiteY21" fmla="*/ 1580197 h 1580197"/>
                    <a:gd name="connsiteX22" fmla="*/ 285750 w 940118"/>
                    <a:gd name="connsiteY22" fmla="*/ 1438275 h 1580197"/>
                    <a:gd name="connsiteX23" fmla="*/ 81915 w 940118"/>
                    <a:gd name="connsiteY23" fmla="*/ 1231583 h 1580197"/>
                    <a:gd name="connsiteX24" fmla="*/ 0 w 940118"/>
                    <a:gd name="connsiteY24" fmla="*/ 872490 h 1580197"/>
                    <a:gd name="connsiteX25" fmla="*/ 56197 w 940118"/>
                    <a:gd name="connsiteY25" fmla="*/ 542925 h 1580197"/>
                    <a:gd name="connsiteX26" fmla="*/ 62441 w 940118"/>
                    <a:gd name="connsiteY26" fmla="*/ 546321 h 1580197"/>
                    <a:gd name="connsiteX27" fmla="*/ 62617 w 940118"/>
                    <a:gd name="connsiteY27" fmla="*/ 545909 h 1580197"/>
                    <a:gd name="connsiteX28" fmla="*/ 57150 w 940118"/>
                    <a:gd name="connsiteY28" fmla="*/ 542925 h 1580197"/>
                    <a:gd name="connsiteX29" fmla="*/ 107444 w 940118"/>
                    <a:gd name="connsiteY29" fmla="*/ 431896 h 1580197"/>
                    <a:gd name="connsiteX30" fmla="*/ 106680 w 940118"/>
                    <a:gd name="connsiteY30" fmla="*/ 431483 h 1580197"/>
                    <a:gd name="connsiteX31" fmla="*/ 227648 w 940118"/>
                    <a:gd name="connsiteY31" fmla="*/ 258128 h 1580197"/>
                    <a:gd name="connsiteX32" fmla="*/ 287315 w 940118"/>
                    <a:gd name="connsiteY32" fmla="*/ 198453 h 1580197"/>
                    <a:gd name="connsiteX33" fmla="*/ 359092 w 940118"/>
                    <a:gd name="connsiteY33" fmla="*/ 140970 h 1580197"/>
                    <a:gd name="connsiteX34" fmla="*/ 486263 w 940118"/>
                    <a:gd name="connsiteY34" fmla="*/ 68845 h 1580197"/>
                    <a:gd name="connsiteX35" fmla="*/ 485775 w 940118"/>
                    <a:gd name="connsiteY35" fmla="*/ 68580 h 1580197"/>
                    <a:gd name="connsiteX36" fmla="*/ 572452 w 940118"/>
                    <a:gd name="connsiteY36" fmla="*/ 32385 h 1580197"/>
                    <a:gd name="connsiteX37" fmla="*/ 573405 w 940118"/>
                    <a:gd name="connsiteY37" fmla="*/ 32385 h 1580197"/>
                    <a:gd name="connsiteX38" fmla="*/ 679133 w 940118"/>
                    <a:gd name="connsiteY38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488633 w 940118"/>
                    <a:gd name="connsiteY8" fmla="*/ 399098 h 1580197"/>
                    <a:gd name="connsiteX9" fmla="*/ 488633 w 940118"/>
                    <a:gd name="connsiteY9" fmla="*/ 400050 h 1580197"/>
                    <a:gd name="connsiteX10" fmla="*/ 422910 w 940118"/>
                    <a:gd name="connsiteY10" fmla="*/ 482918 h 1580197"/>
                    <a:gd name="connsiteX11" fmla="*/ 422910 w 940118"/>
                    <a:gd name="connsiteY11" fmla="*/ 483870 h 1580197"/>
                    <a:gd name="connsiteX12" fmla="*/ 367665 w 940118"/>
                    <a:gd name="connsiteY12" fmla="*/ 572453 h 1580197"/>
                    <a:gd name="connsiteX13" fmla="*/ 368618 w 940118"/>
                    <a:gd name="connsiteY13" fmla="*/ 573405 h 1580197"/>
                    <a:gd name="connsiteX14" fmla="*/ 317183 w 940118"/>
                    <a:gd name="connsiteY14" fmla="*/ 684847 h 1580197"/>
                    <a:gd name="connsiteX15" fmla="*/ 305241 w 940118"/>
                    <a:gd name="connsiteY15" fmla="*/ 678329 h 1580197"/>
                    <a:gd name="connsiteX16" fmla="*/ 305235 w 940118"/>
                    <a:gd name="connsiteY16" fmla="*/ 678350 h 1580197"/>
                    <a:gd name="connsiteX17" fmla="*/ 317183 w 940118"/>
                    <a:gd name="connsiteY17" fmla="*/ 684847 h 1580197"/>
                    <a:gd name="connsiteX18" fmla="*/ 260985 w 940118"/>
                    <a:gd name="connsiteY18" fmla="*/ 1014413 h 1580197"/>
                    <a:gd name="connsiteX19" fmla="*/ 342900 w 940118"/>
                    <a:gd name="connsiteY19" fmla="*/ 1373505 h 1580197"/>
                    <a:gd name="connsiteX20" fmla="*/ 546735 w 940118"/>
                    <a:gd name="connsiteY20" fmla="*/ 1580197 h 1580197"/>
                    <a:gd name="connsiteX21" fmla="*/ 285750 w 940118"/>
                    <a:gd name="connsiteY21" fmla="*/ 1438275 h 1580197"/>
                    <a:gd name="connsiteX22" fmla="*/ 81915 w 940118"/>
                    <a:gd name="connsiteY22" fmla="*/ 1231583 h 1580197"/>
                    <a:gd name="connsiteX23" fmla="*/ 0 w 940118"/>
                    <a:gd name="connsiteY23" fmla="*/ 872490 h 1580197"/>
                    <a:gd name="connsiteX24" fmla="*/ 56197 w 940118"/>
                    <a:gd name="connsiteY24" fmla="*/ 542925 h 1580197"/>
                    <a:gd name="connsiteX25" fmla="*/ 62441 w 940118"/>
                    <a:gd name="connsiteY25" fmla="*/ 546321 h 1580197"/>
                    <a:gd name="connsiteX26" fmla="*/ 62617 w 940118"/>
                    <a:gd name="connsiteY26" fmla="*/ 545909 h 1580197"/>
                    <a:gd name="connsiteX27" fmla="*/ 57150 w 940118"/>
                    <a:gd name="connsiteY27" fmla="*/ 542925 h 1580197"/>
                    <a:gd name="connsiteX28" fmla="*/ 107444 w 940118"/>
                    <a:gd name="connsiteY28" fmla="*/ 431896 h 1580197"/>
                    <a:gd name="connsiteX29" fmla="*/ 106680 w 940118"/>
                    <a:gd name="connsiteY29" fmla="*/ 431483 h 1580197"/>
                    <a:gd name="connsiteX30" fmla="*/ 227648 w 940118"/>
                    <a:gd name="connsiteY30" fmla="*/ 258128 h 1580197"/>
                    <a:gd name="connsiteX31" fmla="*/ 287315 w 940118"/>
                    <a:gd name="connsiteY31" fmla="*/ 198453 h 1580197"/>
                    <a:gd name="connsiteX32" fmla="*/ 359092 w 940118"/>
                    <a:gd name="connsiteY32" fmla="*/ 140970 h 1580197"/>
                    <a:gd name="connsiteX33" fmla="*/ 486263 w 940118"/>
                    <a:gd name="connsiteY33" fmla="*/ 68845 h 1580197"/>
                    <a:gd name="connsiteX34" fmla="*/ 485775 w 940118"/>
                    <a:gd name="connsiteY34" fmla="*/ 68580 h 1580197"/>
                    <a:gd name="connsiteX35" fmla="*/ 572452 w 940118"/>
                    <a:gd name="connsiteY35" fmla="*/ 32385 h 1580197"/>
                    <a:gd name="connsiteX36" fmla="*/ 573405 w 940118"/>
                    <a:gd name="connsiteY36" fmla="*/ 32385 h 1580197"/>
                    <a:gd name="connsiteX37" fmla="*/ 679133 w 940118"/>
                    <a:gd name="connsiteY37" fmla="*/ 0 h 1580197"/>
                    <a:gd name="connsiteX0" fmla="*/ 679133 w 940118"/>
                    <a:gd name="connsiteY0" fmla="*/ 0 h 1580197"/>
                    <a:gd name="connsiteX1" fmla="*/ 940118 w 940118"/>
                    <a:gd name="connsiteY1" fmla="*/ 140970 h 1580197"/>
                    <a:gd name="connsiteX2" fmla="*/ 747299 w 940118"/>
                    <a:gd name="connsiteY2" fmla="*/ 210278 h 1580197"/>
                    <a:gd name="connsiteX3" fmla="*/ 747713 w 940118"/>
                    <a:gd name="connsiteY3" fmla="*/ 210503 h 1580197"/>
                    <a:gd name="connsiteX4" fmla="*/ 620078 w 940118"/>
                    <a:gd name="connsiteY4" fmla="*/ 282893 h 1580197"/>
                    <a:gd name="connsiteX5" fmla="*/ 620077 w 940118"/>
                    <a:gd name="connsiteY5" fmla="*/ 282893 h 1580197"/>
                    <a:gd name="connsiteX6" fmla="*/ 548076 w 940118"/>
                    <a:gd name="connsiteY6" fmla="*/ 339736 h 1580197"/>
                    <a:gd name="connsiteX7" fmla="*/ 548640 w 940118"/>
                    <a:gd name="connsiteY7" fmla="*/ 340043 h 1580197"/>
                    <a:gd name="connsiteX8" fmla="*/ 488633 w 940118"/>
                    <a:gd name="connsiteY8" fmla="*/ 399098 h 1580197"/>
                    <a:gd name="connsiteX9" fmla="*/ 488633 w 940118"/>
                    <a:gd name="connsiteY9" fmla="*/ 400050 h 1580197"/>
                    <a:gd name="connsiteX10" fmla="*/ 422910 w 940118"/>
                    <a:gd name="connsiteY10" fmla="*/ 482918 h 1580197"/>
                    <a:gd name="connsiteX11" fmla="*/ 422910 w 940118"/>
                    <a:gd name="connsiteY11" fmla="*/ 483870 h 1580197"/>
                    <a:gd name="connsiteX12" fmla="*/ 367665 w 940118"/>
                    <a:gd name="connsiteY12" fmla="*/ 572453 h 1580197"/>
                    <a:gd name="connsiteX13" fmla="*/ 368618 w 940118"/>
                    <a:gd name="connsiteY13" fmla="*/ 573405 h 1580197"/>
                    <a:gd name="connsiteX14" fmla="*/ 317183 w 940118"/>
                    <a:gd name="connsiteY14" fmla="*/ 684847 h 1580197"/>
                    <a:gd name="connsiteX15" fmla="*/ 305241 w 940118"/>
                    <a:gd name="connsiteY15" fmla="*/ 678329 h 1580197"/>
                    <a:gd name="connsiteX16" fmla="*/ 317183 w 940118"/>
                    <a:gd name="connsiteY16" fmla="*/ 684847 h 1580197"/>
                    <a:gd name="connsiteX17" fmla="*/ 260985 w 940118"/>
                    <a:gd name="connsiteY17" fmla="*/ 1014413 h 1580197"/>
                    <a:gd name="connsiteX18" fmla="*/ 342900 w 940118"/>
                    <a:gd name="connsiteY18" fmla="*/ 1373505 h 1580197"/>
                    <a:gd name="connsiteX19" fmla="*/ 546735 w 940118"/>
                    <a:gd name="connsiteY19" fmla="*/ 1580197 h 1580197"/>
                    <a:gd name="connsiteX20" fmla="*/ 285750 w 940118"/>
                    <a:gd name="connsiteY20" fmla="*/ 1438275 h 1580197"/>
                    <a:gd name="connsiteX21" fmla="*/ 81915 w 940118"/>
                    <a:gd name="connsiteY21" fmla="*/ 1231583 h 1580197"/>
                    <a:gd name="connsiteX22" fmla="*/ 0 w 940118"/>
                    <a:gd name="connsiteY22" fmla="*/ 872490 h 1580197"/>
                    <a:gd name="connsiteX23" fmla="*/ 56197 w 940118"/>
                    <a:gd name="connsiteY23" fmla="*/ 542925 h 1580197"/>
                    <a:gd name="connsiteX24" fmla="*/ 62441 w 940118"/>
                    <a:gd name="connsiteY24" fmla="*/ 546321 h 1580197"/>
                    <a:gd name="connsiteX25" fmla="*/ 62617 w 940118"/>
                    <a:gd name="connsiteY25" fmla="*/ 545909 h 1580197"/>
                    <a:gd name="connsiteX26" fmla="*/ 57150 w 940118"/>
                    <a:gd name="connsiteY26" fmla="*/ 542925 h 1580197"/>
                    <a:gd name="connsiteX27" fmla="*/ 107444 w 940118"/>
                    <a:gd name="connsiteY27" fmla="*/ 431896 h 1580197"/>
                    <a:gd name="connsiteX28" fmla="*/ 106680 w 940118"/>
                    <a:gd name="connsiteY28" fmla="*/ 431483 h 1580197"/>
                    <a:gd name="connsiteX29" fmla="*/ 227648 w 940118"/>
                    <a:gd name="connsiteY29" fmla="*/ 258128 h 1580197"/>
                    <a:gd name="connsiteX30" fmla="*/ 287315 w 940118"/>
                    <a:gd name="connsiteY30" fmla="*/ 198453 h 1580197"/>
                    <a:gd name="connsiteX31" fmla="*/ 359092 w 940118"/>
                    <a:gd name="connsiteY31" fmla="*/ 140970 h 1580197"/>
                    <a:gd name="connsiteX32" fmla="*/ 486263 w 940118"/>
                    <a:gd name="connsiteY32" fmla="*/ 68845 h 1580197"/>
                    <a:gd name="connsiteX33" fmla="*/ 485775 w 940118"/>
                    <a:gd name="connsiteY33" fmla="*/ 68580 h 1580197"/>
                    <a:gd name="connsiteX34" fmla="*/ 572452 w 940118"/>
                    <a:gd name="connsiteY34" fmla="*/ 32385 h 1580197"/>
                    <a:gd name="connsiteX35" fmla="*/ 573405 w 940118"/>
                    <a:gd name="connsiteY35" fmla="*/ 32385 h 1580197"/>
                    <a:gd name="connsiteX36" fmla="*/ 679133 w 940118"/>
                    <a:gd name="connsiteY36" fmla="*/ 0 h 15801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940118" h="1580197">
                      <a:moveTo>
                        <a:pt x="679133" y="0"/>
                      </a:moveTo>
                      <a:lnTo>
                        <a:pt x="940118" y="140970"/>
                      </a:lnTo>
                      <a:lnTo>
                        <a:pt x="747299" y="210278"/>
                      </a:lnTo>
                      <a:lnTo>
                        <a:pt x="747713" y="210503"/>
                      </a:lnTo>
                      <a:cubicBezTo>
                        <a:pt x="701040" y="232410"/>
                        <a:pt x="658178" y="256223"/>
                        <a:pt x="620078" y="282893"/>
                      </a:cubicBezTo>
                      <a:lnTo>
                        <a:pt x="620077" y="282893"/>
                      </a:lnTo>
                      <a:lnTo>
                        <a:pt x="548076" y="339736"/>
                      </a:lnTo>
                      <a:lnTo>
                        <a:pt x="548640" y="340043"/>
                      </a:lnTo>
                      <a:cubicBezTo>
                        <a:pt x="538733" y="349937"/>
                        <a:pt x="498634" y="389097"/>
                        <a:pt x="488633" y="399098"/>
                      </a:cubicBezTo>
                      <a:lnTo>
                        <a:pt x="488633" y="400050"/>
                      </a:lnTo>
                      <a:cubicBezTo>
                        <a:pt x="464820" y="426720"/>
                        <a:pt x="442913" y="454343"/>
                        <a:pt x="422910" y="482918"/>
                      </a:cubicBezTo>
                      <a:lnTo>
                        <a:pt x="422910" y="483870"/>
                      </a:lnTo>
                      <a:cubicBezTo>
                        <a:pt x="402908" y="512445"/>
                        <a:pt x="383858" y="541973"/>
                        <a:pt x="367665" y="572453"/>
                      </a:cubicBezTo>
                      <a:lnTo>
                        <a:pt x="368618" y="573405"/>
                      </a:lnTo>
                      <a:cubicBezTo>
                        <a:pt x="347663" y="608647"/>
                        <a:pt x="331470" y="645795"/>
                        <a:pt x="317183" y="684847"/>
                      </a:cubicBezTo>
                      <a:lnTo>
                        <a:pt x="305241" y="678329"/>
                      </a:lnTo>
                      <a:lnTo>
                        <a:pt x="317183" y="684847"/>
                      </a:lnTo>
                      <a:cubicBezTo>
                        <a:pt x="280035" y="786765"/>
                        <a:pt x="260985" y="896303"/>
                        <a:pt x="260985" y="1014413"/>
                      </a:cubicBezTo>
                      <a:cubicBezTo>
                        <a:pt x="260985" y="1152525"/>
                        <a:pt x="287655" y="1272540"/>
                        <a:pt x="342900" y="1373505"/>
                      </a:cubicBezTo>
                      <a:cubicBezTo>
                        <a:pt x="391478" y="1463993"/>
                        <a:pt x="460058" y="1532572"/>
                        <a:pt x="546735" y="1580197"/>
                      </a:cubicBezTo>
                      <a:lnTo>
                        <a:pt x="285750" y="1438275"/>
                      </a:lnTo>
                      <a:cubicBezTo>
                        <a:pt x="199073" y="1390650"/>
                        <a:pt x="130493" y="1322070"/>
                        <a:pt x="81915" y="1231583"/>
                      </a:cubicBezTo>
                      <a:cubicBezTo>
                        <a:pt x="27622" y="1130618"/>
                        <a:pt x="0" y="1010603"/>
                        <a:pt x="0" y="872490"/>
                      </a:cubicBezTo>
                      <a:cubicBezTo>
                        <a:pt x="0" y="754380"/>
                        <a:pt x="19050" y="644842"/>
                        <a:pt x="56197" y="542925"/>
                      </a:cubicBezTo>
                      <a:lnTo>
                        <a:pt x="62441" y="546321"/>
                      </a:lnTo>
                      <a:cubicBezTo>
                        <a:pt x="62500" y="546184"/>
                        <a:pt x="62558" y="546046"/>
                        <a:pt x="62617" y="545909"/>
                      </a:cubicBezTo>
                      <a:lnTo>
                        <a:pt x="57150" y="542925"/>
                      </a:lnTo>
                      <a:lnTo>
                        <a:pt x="107444" y="431896"/>
                      </a:lnTo>
                      <a:lnTo>
                        <a:pt x="106680" y="431483"/>
                      </a:lnTo>
                      <a:cubicBezTo>
                        <a:pt x="126714" y="402522"/>
                        <a:pt x="197542" y="296966"/>
                        <a:pt x="227648" y="258128"/>
                      </a:cubicBezTo>
                      <a:lnTo>
                        <a:pt x="287315" y="198453"/>
                      </a:lnTo>
                      <a:lnTo>
                        <a:pt x="359092" y="140970"/>
                      </a:lnTo>
                      <a:lnTo>
                        <a:pt x="486263" y="68845"/>
                      </a:lnTo>
                      <a:lnTo>
                        <a:pt x="485775" y="68580"/>
                      </a:lnTo>
                      <a:cubicBezTo>
                        <a:pt x="513398" y="55245"/>
                        <a:pt x="541973" y="43815"/>
                        <a:pt x="572452" y="32385"/>
                      </a:cubicBezTo>
                      <a:lnTo>
                        <a:pt x="573405" y="32385"/>
                      </a:lnTo>
                      <a:lnTo>
                        <a:pt x="679133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42" name="Freeform: Shape 141">
                  <a:extLst>
                    <a:ext uri="{FF2B5EF4-FFF2-40B4-BE49-F238E27FC236}">
                      <a16:creationId xmlns:a16="http://schemas.microsoft.com/office/drawing/2014/main" xmlns="" id="{4346DB45-5CD6-4EEB-AC2C-D34E208FF9E5}"/>
                    </a:ext>
                  </a:extLst>
                </p:cNvPr>
                <p:cNvSpPr/>
                <p:nvPr/>
              </p:nvSpPr>
              <p:spPr>
                <a:xfrm>
                  <a:off x="2714531" y="1811829"/>
                  <a:ext cx="257174" cy="304801"/>
                </a:xfrm>
                <a:custGeom>
                  <a:avLst/>
                  <a:gdLst>
                    <a:gd name="connsiteX0" fmla="*/ 260985 w 257175"/>
                    <a:gd name="connsiteY0" fmla="*/ 311468 h 304800"/>
                    <a:gd name="connsiteX1" fmla="*/ 0 w 257175"/>
                    <a:gd name="connsiteY1" fmla="*/ 170497 h 304800"/>
                    <a:gd name="connsiteX2" fmla="*/ 952 w 257175"/>
                    <a:gd name="connsiteY2" fmla="*/ 0 h 304800"/>
                    <a:gd name="connsiteX3" fmla="*/ 260985 w 257175"/>
                    <a:gd name="connsiteY3" fmla="*/ 140970 h 304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7175" h="304800">
                      <a:moveTo>
                        <a:pt x="260985" y="311468"/>
                      </a:moveTo>
                      <a:lnTo>
                        <a:pt x="0" y="170497"/>
                      </a:lnTo>
                      <a:lnTo>
                        <a:pt x="952" y="0"/>
                      </a:lnTo>
                      <a:lnTo>
                        <a:pt x="260985" y="14097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685749"/>
                  <a:endParaRPr lang="en-US" sz="1400">
                    <a:solidFill>
                      <a:prstClr val="black"/>
                    </a:solidFill>
                  </a:endParaRPr>
                </a:p>
              </p:txBody>
            </p:sp>
          </p:grpSp>
        </p:grpSp>
      </p:grpSp>
      <p:sp>
        <p:nvSpPr>
          <p:cNvPr id="10" name="矩形 9"/>
          <p:cNvSpPr/>
          <p:nvPr userDrawn="1"/>
        </p:nvSpPr>
        <p:spPr>
          <a:xfrm>
            <a:off x="1619671" y="-20536"/>
            <a:ext cx="7524000" cy="5184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91434" tIns="45717" rIns="91434" bIns="45717" rtlCol="0" anchor="ctr"/>
          <a:lstStyle/>
          <a:p>
            <a:pPr algn="ctr"/>
            <a:endParaRPr lang="zh-TW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385505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layout">
    <p:bg>
      <p:bgPr>
        <a:gradFill>
          <a:gsLst>
            <a:gs pos="0">
              <a:schemeClr val="accent2">
                <a:lumMod val="20000"/>
                <a:lumOff val="80000"/>
              </a:schemeClr>
            </a:gs>
            <a:gs pos="40000">
              <a:schemeClr val="accent2"/>
            </a:gs>
            <a:gs pos="70000">
              <a:schemeClr val="accent2">
                <a:lumMod val="60000"/>
                <a:lumOff val="40000"/>
              </a:schemeClr>
            </a:gs>
            <a:gs pos="100000">
              <a:schemeClr val="accent2">
                <a:lumMod val="20000"/>
                <a:lumOff val="8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936813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 xmlns="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19673" y="2"/>
            <a:ext cx="7524328" cy="884466"/>
          </a:xfrm>
          <a:prstGeom prst="rect">
            <a:avLst/>
          </a:prstGeom>
        </p:spPr>
        <p:txBody>
          <a:bodyPr lIns="91434" tIns="45717" rIns="91434" bIns="45717" anchor="ctr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ko-KR" dirty="0"/>
              <a:t> Click to edit title</a:t>
            </a:r>
            <a:endParaRPr lang="ko-KR" alt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979712" y="987576"/>
            <a:ext cx="6912768" cy="460648"/>
          </a:xfrm>
          <a:prstGeom prst="rect">
            <a:avLst/>
          </a:prstGeom>
        </p:spPr>
        <p:txBody>
          <a:bodyPr lIns="91434" tIns="45717" rIns="91434" bIns="45717" anchor="ctr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0"/>
          </p:nvPr>
        </p:nvSpPr>
        <p:spPr>
          <a:xfrm>
            <a:off x="1990056" y="1664249"/>
            <a:ext cx="6912768" cy="2995737"/>
          </a:xfrm>
          <a:prstGeom prst="rect">
            <a:avLst/>
          </a:prstGeom>
        </p:spPr>
        <p:txBody>
          <a:bodyPr lIns="395970" tIns="45717" rIns="91434" bIns="45717" anchor="t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  <p:pic>
        <p:nvPicPr>
          <p:cNvPr id="6" name="圖片 5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xmlns=""/>
              </a:ext>
            </a:extLst>
          </a:blip>
          <a:stretch>
            <a:fillRect/>
          </a:stretch>
        </p:blipFill>
        <p:spPr>
          <a:xfrm>
            <a:off x="251520" y="4785997"/>
            <a:ext cx="2160240" cy="237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072787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5"/>
            <a:ext cx="7772400" cy="1102519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8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3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DBCC6-7A5C-400B-8BE5-D924627116F3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012572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ea typeface="標楷體" panose="03000509000000000000" pitchFamily="65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D9843-F50F-4261-95E1-7B6BA8578337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xmlns="" id="{30EC2DC7-54C8-D46F-2E4B-0D4395422A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/>
        </p:blipFill>
        <p:spPr>
          <a:xfrm>
            <a:off x="7140933" y="-20537"/>
            <a:ext cx="2022175" cy="5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338404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6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3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49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66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82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99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1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FC528-7484-4FD6-85FF-E6617082460F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757370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ABCBD-F199-4D82-AC7F-BA904431C4D4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21398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66" indent="0">
              <a:buNone/>
              <a:defRPr sz="2000" b="1"/>
            </a:lvl2pPr>
            <a:lvl3pPr marL="914333" indent="0">
              <a:buNone/>
              <a:defRPr sz="1800" b="1"/>
            </a:lvl3pPr>
            <a:lvl4pPr marL="1371498" indent="0">
              <a:buNone/>
              <a:defRPr sz="1600" b="1"/>
            </a:lvl4pPr>
            <a:lvl5pPr marL="1828664" indent="0">
              <a:buNone/>
              <a:defRPr sz="1600" b="1"/>
            </a:lvl5pPr>
            <a:lvl6pPr marL="2285829" indent="0">
              <a:buNone/>
              <a:defRPr sz="1600" b="1"/>
            </a:lvl6pPr>
            <a:lvl7pPr marL="2742995" indent="0">
              <a:buNone/>
              <a:defRPr sz="1600" b="1"/>
            </a:lvl7pPr>
            <a:lvl8pPr marL="3200160" indent="0">
              <a:buNone/>
              <a:defRPr sz="1600" b="1"/>
            </a:lvl8pPr>
            <a:lvl9pPr marL="3657326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3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66" indent="0">
              <a:buNone/>
              <a:defRPr sz="2000" b="1"/>
            </a:lvl2pPr>
            <a:lvl3pPr marL="914333" indent="0">
              <a:buNone/>
              <a:defRPr sz="1800" b="1"/>
            </a:lvl3pPr>
            <a:lvl4pPr marL="1371498" indent="0">
              <a:buNone/>
              <a:defRPr sz="1600" b="1"/>
            </a:lvl4pPr>
            <a:lvl5pPr marL="1828664" indent="0">
              <a:buNone/>
              <a:defRPr sz="1600" b="1"/>
            </a:lvl5pPr>
            <a:lvl6pPr marL="2285829" indent="0">
              <a:buNone/>
              <a:defRPr sz="1600" b="1"/>
            </a:lvl6pPr>
            <a:lvl7pPr marL="2742995" indent="0">
              <a:buNone/>
              <a:defRPr sz="1600" b="1"/>
            </a:lvl7pPr>
            <a:lvl8pPr marL="3200160" indent="0">
              <a:buNone/>
              <a:defRPr sz="1600" b="1"/>
            </a:lvl8pPr>
            <a:lvl9pPr marL="3657326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3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46116-2C76-4A74-85C3-43E390405613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809667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6102DD-8FEE-487D-BDE8-56F8145FF0CD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7047147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B8A98-FA7E-4C53-B3EA-D8047704EDF7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610021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8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4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8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166" indent="0">
              <a:buNone/>
              <a:defRPr sz="1200"/>
            </a:lvl2pPr>
            <a:lvl3pPr marL="914333" indent="0">
              <a:buNone/>
              <a:defRPr sz="1000"/>
            </a:lvl3pPr>
            <a:lvl4pPr marL="1371498" indent="0">
              <a:buNone/>
              <a:defRPr sz="900"/>
            </a:lvl4pPr>
            <a:lvl5pPr marL="1828664" indent="0">
              <a:buNone/>
              <a:defRPr sz="900"/>
            </a:lvl5pPr>
            <a:lvl6pPr marL="2285829" indent="0">
              <a:buNone/>
              <a:defRPr sz="900"/>
            </a:lvl6pPr>
            <a:lvl7pPr marL="2742995" indent="0">
              <a:buNone/>
              <a:defRPr sz="900"/>
            </a:lvl7pPr>
            <a:lvl8pPr marL="3200160" indent="0">
              <a:buNone/>
              <a:defRPr sz="900"/>
            </a:lvl8pPr>
            <a:lvl9pPr marL="3657326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7F595-D492-43A4-A598-5350851B727C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835704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166" indent="0">
              <a:buNone/>
              <a:defRPr sz="2800"/>
            </a:lvl2pPr>
            <a:lvl3pPr marL="914333" indent="0">
              <a:buNone/>
              <a:defRPr sz="2400"/>
            </a:lvl3pPr>
            <a:lvl4pPr marL="1371498" indent="0">
              <a:buNone/>
              <a:defRPr sz="2000"/>
            </a:lvl4pPr>
            <a:lvl5pPr marL="1828664" indent="0">
              <a:buNone/>
              <a:defRPr sz="2000"/>
            </a:lvl5pPr>
            <a:lvl6pPr marL="2285829" indent="0">
              <a:buNone/>
              <a:defRPr sz="2000"/>
            </a:lvl6pPr>
            <a:lvl7pPr marL="2742995" indent="0">
              <a:buNone/>
              <a:defRPr sz="2000"/>
            </a:lvl7pPr>
            <a:lvl8pPr marL="3200160" indent="0">
              <a:buNone/>
              <a:defRPr sz="2000"/>
            </a:lvl8pPr>
            <a:lvl9pPr marL="3657326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9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166" indent="0">
              <a:buNone/>
              <a:defRPr sz="1200"/>
            </a:lvl2pPr>
            <a:lvl3pPr marL="914333" indent="0">
              <a:buNone/>
              <a:defRPr sz="1000"/>
            </a:lvl3pPr>
            <a:lvl4pPr marL="1371498" indent="0">
              <a:buNone/>
              <a:defRPr sz="900"/>
            </a:lvl4pPr>
            <a:lvl5pPr marL="1828664" indent="0">
              <a:buNone/>
              <a:defRPr sz="900"/>
            </a:lvl5pPr>
            <a:lvl6pPr marL="2285829" indent="0">
              <a:buNone/>
              <a:defRPr sz="900"/>
            </a:lvl6pPr>
            <a:lvl7pPr marL="2742995" indent="0">
              <a:buNone/>
              <a:defRPr sz="900"/>
            </a:lvl7pPr>
            <a:lvl8pPr marL="3200160" indent="0">
              <a:buNone/>
              <a:defRPr sz="900"/>
            </a:lvl8pPr>
            <a:lvl9pPr marL="3657326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B4DE1-F8F6-45C1-B285-BA9EA9ADA3CC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9701265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F5428-47E8-4987-BADC-77E7E1A536F4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924780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11C37-9B4C-4138-ACA4-F212C3C5E7F6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7995228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841773"/>
            <a:ext cx="6858000" cy="1790700"/>
          </a:xfrm>
        </p:spPr>
        <p:txBody>
          <a:bodyPr anchor="b"/>
          <a:lstStyle>
            <a:lvl1pPr algn="ctr">
              <a:defRPr sz="431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821"/>
          </a:xfrm>
        </p:spPr>
        <p:txBody>
          <a:bodyPr/>
          <a:lstStyle>
            <a:lvl1pPr marL="0" indent="0" algn="ctr">
              <a:buNone/>
              <a:defRPr sz="1726"/>
            </a:lvl1pPr>
            <a:lvl2pPr marL="328851" indent="0" algn="ctr">
              <a:buNone/>
              <a:defRPr sz="1438"/>
            </a:lvl2pPr>
            <a:lvl3pPr marL="657701" indent="0" algn="ctr">
              <a:buNone/>
              <a:defRPr sz="1295"/>
            </a:lvl3pPr>
            <a:lvl4pPr marL="986552" indent="0" algn="ctr">
              <a:buNone/>
              <a:defRPr sz="1151"/>
            </a:lvl4pPr>
            <a:lvl5pPr marL="1315403" indent="0" algn="ctr">
              <a:buNone/>
              <a:defRPr sz="1151"/>
            </a:lvl5pPr>
            <a:lvl6pPr marL="1644254" indent="0" algn="ctr">
              <a:buNone/>
              <a:defRPr sz="1151"/>
            </a:lvl6pPr>
            <a:lvl7pPr marL="1973104" indent="0" algn="ctr">
              <a:buNone/>
              <a:defRPr sz="1151"/>
            </a:lvl7pPr>
            <a:lvl8pPr marL="2301955" indent="0" algn="ctr">
              <a:buNone/>
              <a:defRPr sz="1151"/>
            </a:lvl8pPr>
            <a:lvl9pPr marL="2630805" indent="0" algn="ctr">
              <a:buNone/>
              <a:defRPr sz="1151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47FDA20-9E2C-4ECA-9E58-D2FBE6BB0442}" type="datetime1">
              <a:rPr lang="zh-CN" altLang="en-US" smtClean="0"/>
              <a:pPr>
                <a:defRPr/>
              </a:pPr>
              <a:t>2023/10/16</a:t>
            </a:fld>
            <a:endParaRPr lang="zh-CN" altLang="en-US"/>
          </a:p>
        </p:txBody>
      </p:sp>
      <p:sp>
        <p:nvSpPr>
          <p:cNvPr id="5" name="页脚占位符 4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644B6F-B6BE-4E5F-9CAB-A99A0B7A0C5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473578641"/>
      </p:ext>
    </p:extLst>
  </p:cSld>
  <p:clrMapOvr>
    <a:masterClrMapping/>
  </p:clrMapOvr>
  <p:transition spd="slow" advTm="3000">
    <p:wip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17BBB7-E7FA-4EDE-8688-74DBCF22A417}" type="datetime1">
              <a:rPr lang="zh-CN" altLang="en-US" smtClean="0"/>
              <a:pPr>
                <a:defRPr/>
              </a:pPr>
              <a:t>2023/10/16</a:t>
            </a:fld>
            <a:endParaRPr lang="zh-CN" altLang="en-US"/>
          </a:p>
        </p:txBody>
      </p:sp>
      <p:sp>
        <p:nvSpPr>
          <p:cNvPr id="5" name="页脚占位符 4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2402B5E-6715-4E28-884B-90C0B75BBA61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2508906689"/>
      </p:ext>
    </p:extLst>
  </p:cSld>
  <p:clrMapOvr>
    <a:masterClrMapping/>
  </p:clrMapOvr>
  <p:transition spd="slow" advTm="3000">
    <p:wip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282308"/>
            <a:ext cx="7886700" cy="2139552"/>
          </a:xfrm>
        </p:spPr>
        <p:txBody>
          <a:bodyPr anchor="b"/>
          <a:lstStyle>
            <a:lvl1pPr>
              <a:defRPr sz="431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3442101"/>
            <a:ext cx="7886700" cy="1125140"/>
          </a:xfrm>
        </p:spPr>
        <p:txBody>
          <a:bodyPr/>
          <a:lstStyle>
            <a:lvl1pPr marL="0" indent="0">
              <a:buNone/>
              <a:defRPr sz="1726"/>
            </a:lvl1pPr>
            <a:lvl2pPr marL="328851" indent="0">
              <a:buNone/>
              <a:defRPr sz="1438"/>
            </a:lvl2pPr>
            <a:lvl3pPr marL="657701" indent="0">
              <a:buNone/>
              <a:defRPr sz="1295"/>
            </a:lvl3pPr>
            <a:lvl4pPr marL="986552" indent="0">
              <a:buNone/>
              <a:defRPr sz="1151"/>
            </a:lvl4pPr>
            <a:lvl5pPr marL="1315403" indent="0">
              <a:buNone/>
              <a:defRPr sz="1151"/>
            </a:lvl5pPr>
            <a:lvl6pPr marL="1644254" indent="0">
              <a:buNone/>
              <a:defRPr sz="1151"/>
            </a:lvl6pPr>
            <a:lvl7pPr marL="1973104" indent="0">
              <a:buNone/>
              <a:defRPr sz="1151"/>
            </a:lvl7pPr>
            <a:lvl8pPr marL="2301955" indent="0">
              <a:buNone/>
              <a:defRPr sz="1151"/>
            </a:lvl8pPr>
            <a:lvl9pPr marL="2630805" indent="0">
              <a:buNone/>
              <a:defRPr sz="115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6C4AC3-3691-4609-9FEE-AB6813C55830}" type="datetime1">
              <a:rPr lang="zh-CN" altLang="en-US" smtClean="0"/>
              <a:pPr>
                <a:defRPr/>
              </a:pPr>
              <a:t>2023/10/16</a:t>
            </a:fld>
            <a:endParaRPr lang="zh-CN" altLang="en-US"/>
          </a:p>
        </p:txBody>
      </p:sp>
      <p:sp>
        <p:nvSpPr>
          <p:cNvPr id="5" name="页脚占位符 4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2E2CE2-A86E-4DDE-A447-92F90C0AC168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399321984"/>
      </p:ext>
    </p:extLst>
  </p:cSld>
  <p:clrMapOvr>
    <a:masterClrMapping/>
  </p:clrMapOvr>
  <p:transition spd="slow" advTm="3000">
    <p:wip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3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8D6C8A-CFFE-494F-B5D4-81E724E26487}" type="datetime1">
              <a:rPr lang="zh-CN" altLang="en-US" smtClean="0"/>
              <a:pPr>
                <a:defRPr/>
              </a:pPr>
              <a:t>2023/10/16</a:t>
            </a:fld>
            <a:endParaRPr lang="zh-CN" altLang="en-US"/>
          </a:p>
        </p:txBody>
      </p:sp>
      <p:sp>
        <p:nvSpPr>
          <p:cNvPr id="6" name="页脚占位符 4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EFBCF1F-104A-4838-8001-672F377BF055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54555021"/>
      </p:ext>
    </p:extLst>
  </p:cSld>
  <p:clrMapOvr>
    <a:masterClrMapping/>
  </p:clrMapOvr>
  <p:transition spd="slow" advTm="3000">
    <p:wip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2" y="273846"/>
            <a:ext cx="7886700" cy="99417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4" y="1260872"/>
            <a:ext cx="3868341" cy="617934"/>
          </a:xfrm>
        </p:spPr>
        <p:txBody>
          <a:bodyPr anchor="b"/>
          <a:lstStyle>
            <a:lvl1pPr marL="0" indent="0">
              <a:buNone/>
              <a:defRPr sz="1726" b="1"/>
            </a:lvl1pPr>
            <a:lvl2pPr marL="328851" indent="0">
              <a:buNone/>
              <a:defRPr sz="1438" b="1"/>
            </a:lvl2pPr>
            <a:lvl3pPr marL="657701" indent="0">
              <a:buNone/>
              <a:defRPr sz="1295" b="1"/>
            </a:lvl3pPr>
            <a:lvl4pPr marL="986552" indent="0">
              <a:buNone/>
              <a:defRPr sz="1151" b="1"/>
            </a:lvl4pPr>
            <a:lvl5pPr marL="1315403" indent="0">
              <a:buNone/>
              <a:defRPr sz="1151" b="1"/>
            </a:lvl5pPr>
            <a:lvl6pPr marL="1644254" indent="0">
              <a:buNone/>
              <a:defRPr sz="1151" b="1"/>
            </a:lvl6pPr>
            <a:lvl7pPr marL="1973104" indent="0">
              <a:buNone/>
              <a:defRPr sz="1151" b="1"/>
            </a:lvl7pPr>
            <a:lvl8pPr marL="2301955" indent="0">
              <a:buNone/>
              <a:defRPr sz="1151" b="1"/>
            </a:lvl8pPr>
            <a:lvl9pPr marL="2630805" indent="0">
              <a:buNone/>
              <a:defRPr sz="1151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4" y="1878807"/>
            <a:ext cx="386834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4" y="1260872"/>
            <a:ext cx="3887391" cy="617934"/>
          </a:xfrm>
        </p:spPr>
        <p:txBody>
          <a:bodyPr anchor="b"/>
          <a:lstStyle>
            <a:lvl1pPr marL="0" indent="0">
              <a:buNone/>
              <a:defRPr sz="1726" b="1"/>
            </a:lvl1pPr>
            <a:lvl2pPr marL="328851" indent="0">
              <a:buNone/>
              <a:defRPr sz="1438" b="1"/>
            </a:lvl2pPr>
            <a:lvl3pPr marL="657701" indent="0">
              <a:buNone/>
              <a:defRPr sz="1295" b="1"/>
            </a:lvl3pPr>
            <a:lvl4pPr marL="986552" indent="0">
              <a:buNone/>
              <a:defRPr sz="1151" b="1"/>
            </a:lvl4pPr>
            <a:lvl5pPr marL="1315403" indent="0">
              <a:buNone/>
              <a:defRPr sz="1151" b="1"/>
            </a:lvl5pPr>
            <a:lvl6pPr marL="1644254" indent="0">
              <a:buNone/>
              <a:defRPr sz="1151" b="1"/>
            </a:lvl6pPr>
            <a:lvl7pPr marL="1973104" indent="0">
              <a:buNone/>
              <a:defRPr sz="1151" b="1"/>
            </a:lvl7pPr>
            <a:lvl8pPr marL="2301955" indent="0">
              <a:buNone/>
              <a:defRPr sz="1151" b="1"/>
            </a:lvl8pPr>
            <a:lvl9pPr marL="2630805" indent="0">
              <a:buNone/>
              <a:defRPr sz="1151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4" y="1878807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3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20A49B-C8E3-416A-AEEC-8E93474AA465}" type="datetime1">
              <a:rPr lang="zh-CN" altLang="en-US" smtClean="0"/>
              <a:pPr>
                <a:defRPr/>
              </a:pPr>
              <a:t>2023/10/16</a:t>
            </a:fld>
            <a:endParaRPr lang="zh-CN" altLang="en-US"/>
          </a:p>
        </p:txBody>
      </p:sp>
      <p:sp>
        <p:nvSpPr>
          <p:cNvPr id="8" name="页脚占位符 4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3E4429-EFA0-4D6B-8302-A525EF68D74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978156972"/>
      </p:ext>
    </p:extLst>
  </p:cSld>
  <p:clrMapOvr>
    <a:masterClrMapping/>
  </p:clrMapOvr>
  <p:transition spd="slow" advTm="3000">
    <p:wip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36A283-C588-42CA-AE61-94CB3A341198}" type="datetime1">
              <a:rPr lang="zh-CN" altLang="en-US" smtClean="0"/>
              <a:pPr>
                <a:defRPr/>
              </a:pPr>
              <a:t>2023/10/16</a:t>
            </a:fld>
            <a:endParaRPr lang="zh-CN" altLang="en-US"/>
          </a:p>
        </p:txBody>
      </p:sp>
      <p:sp>
        <p:nvSpPr>
          <p:cNvPr id="4" name="页脚占位符 4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8BBE092-8233-47C1-A387-BBE277A1F2BF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462842654"/>
      </p:ext>
    </p:extLst>
  </p:cSld>
  <p:clrMapOvr>
    <a:masterClrMapping/>
  </p:clrMapOvr>
  <p:transition spd="slow" advTm="3000">
    <p:wip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BEA10A3-BD5D-4C08-9FB7-25C87AC75679}" type="datetime1">
              <a:rPr lang="zh-CN" altLang="en-US" smtClean="0"/>
              <a:pPr>
                <a:defRPr/>
              </a:pPr>
              <a:t>2023/10/16</a:t>
            </a:fld>
            <a:endParaRPr lang="zh-CN" altLang="en-US"/>
          </a:p>
        </p:txBody>
      </p:sp>
      <p:sp>
        <p:nvSpPr>
          <p:cNvPr id="3" name="页脚占位符 4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7168069-9E9E-4B49-949A-AF1D912EB498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93A6F294-AA02-4844-A4DA-263FB8B2DE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/>
        </p:blipFill>
        <p:spPr>
          <a:xfrm>
            <a:off x="7140933" y="-20537"/>
            <a:ext cx="2022175" cy="5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310171617"/>
      </p:ext>
    </p:extLst>
  </p:cSld>
  <p:clrMapOvr>
    <a:masterClrMapping/>
  </p:clrMapOvr>
  <p:transition spd="slow" advTm="3000">
    <p:wip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30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740573"/>
            <a:ext cx="4629150" cy="3655219"/>
          </a:xfrm>
        </p:spPr>
        <p:txBody>
          <a:bodyPr/>
          <a:lstStyle>
            <a:lvl1pPr>
              <a:defRPr sz="2301"/>
            </a:lvl1pPr>
            <a:lvl2pPr>
              <a:defRPr sz="2014"/>
            </a:lvl2pPr>
            <a:lvl3pPr>
              <a:defRPr sz="1726"/>
            </a:lvl3pPr>
            <a:lvl4pPr>
              <a:defRPr sz="1438"/>
            </a:lvl4pPr>
            <a:lvl5pPr>
              <a:defRPr sz="1438"/>
            </a:lvl5pPr>
            <a:lvl6pPr>
              <a:defRPr sz="1438"/>
            </a:lvl6pPr>
            <a:lvl7pPr>
              <a:defRPr sz="1438"/>
            </a:lvl7pPr>
            <a:lvl8pPr>
              <a:defRPr sz="1438"/>
            </a:lvl8pPr>
            <a:lvl9pPr>
              <a:defRPr sz="1438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151"/>
            </a:lvl1pPr>
            <a:lvl2pPr marL="328851" indent="0">
              <a:buNone/>
              <a:defRPr sz="1007"/>
            </a:lvl2pPr>
            <a:lvl3pPr marL="657701" indent="0">
              <a:buNone/>
              <a:defRPr sz="863"/>
            </a:lvl3pPr>
            <a:lvl4pPr marL="986552" indent="0">
              <a:buNone/>
              <a:defRPr sz="719"/>
            </a:lvl4pPr>
            <a:lvl5pPr marL="1315403" indent="0">
              <a:buNone/>
              <a:defRPr sz="719"/>
            </a:lvl5pPr>
            <a:lvl6pPr marL="1644254" indent="0">
              <a:buNone/>
              <a:defRPr sz="719"/>
            </a:lvl6pPr>
            <a:lvl7pPr marL="1973104" indent="0">
              <a:buNone/>
              <a:defRPr sz="719"/>
            </a:lvl7pPr>
            <a:lvl8pPr marL="2301955" indent="0">
              <a:buNone/>
              <a:defRPr sz="719"/>
            </a:lvl8pPr>
            <a:lvl9pPr marL="2630805" indent="0">
              <a:buNone/>
              <a:defRPr sz="71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3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B90B94-3D14-471A-8B92-DE5B65F0BB3A}" type="datetime1">
              <a:rPr lang="zh-CN" altLang="en-US" smtClean="0"/>
              <a:pPr>
                <a:defRPr/>
              </a:pPr>
              <a:t>2023/10/16</a:t>
            </a:fld>
            <a:endParaRPr lang="zh-CN" altLang="en-US"/>
          </a:p>
        </p:txBody>
      </p:sp>
      <p:sp>
        <p:nvSpPr>
          <p:cNvPr id="6" name="页脚占位符 4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944513-A35B-40D8-959F-5759B3F327C5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494756583"/>
      </p:ext>
    </p:extLst>
  </p:cSld>
  <p:clrMapOvr>
    <a:masterClrMapping/>
  </p:clrMapOvr>
  <p:transition spd="slow" advTm="3000">
    <p:wip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30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740573"/>
            <a:ext cx="4629150" cy="3655219"/>
          </a:xfrm>
        </p:spPr>
        <p:txBody>
          <a:bodyPr/>
          <a:lstStyle>
            <a:lvl1pPr marL="0" indent="0">
              <a:buNone/>
              <a:defRPr sz="2301"/>
            </a:lvl1pPr>
            <a:lvl2pPr marL="328851" indent="0">
              <a:buNone/>
              <a:defRPr sz="2014"/>
            </a:lvl2pPr>
            <a:lvl3pPr marL="657701" indent="0">
              <a:buNone/>
              <a:defRPr sz="1726"/>
            </a:lvl3pPr>
            <a:lvl4pPr marL="986552" indent="0">
              <a:buNone/>
              <a:defRPr sz="1438"/>
            </a:lvl4pPr>
            <a:lvl5pPr marL="1315403" indent="0">
              <a:buNone/>
              <a:defRPr sz="1438"/>
            </a:lvl5pPr>
            <a:lvl6pPr marL="1644254" indent="0">
              <a:buNone/>
              <a:defRPr sz="1438"/>
            </a:lvl6pPr>
            <a:lvl7pPr marL="1973104" indent="0">
              <a:buNone/>
              <a:defRPr sz="1438"/>
            </a:lvl7pPr>
            <a:lvl8pPr marL="2301955" indent="0">
              <a:buNone/>
              <a:defRPr sz="1438"/>
            </a:lvl8pPr>
            <a:lvl9pPr marL="2630805" indent="0">
              <a:buNone/>
              <a:defRPr sz="1438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151"/>
            </a:lvl1pPr>
            <a:lvl2pPr marL="328851" indent="0">
              <a:buNone/>
              <a:defRPr sz="1007"/>
            </a:lvl2pPr>
            <a:lvl3pPr marL="657701" indent="0">
              <a:buNone/>
              <a:defRPr sz="863"/>
            </a:lvl3pPr>
            <a:lvl4pPr marL="986552" indent="0">
              <a:buNone/>
              <a:defRPr sz="719"/>
            </a:lvl4pPr>
            <a:lvl5pPr marL="1315403" indent="0">
              <a:buNone/>
              <a:defRPr sz="719"/>
            </a:lvl5pPr>
            <a:lvl6pPr marL="1644254" indent="0">
              <a:buNone/>
              <a:defRPr sz="719"/>
            </a:lvl6pPr>
            <a:lvl7pPr marL="1973104" indent="0">
              <a:buNone/>
              <a:defRPr sz="719"/>
            </a:lvl7pPr>
            <a:lvl8pPr marL="2301955" indent="0">
              <a:buNone/>
              <a:defRPr sz="719"/>
            </a:lvl8pPr>
            <a:lvl9pPr marL="2630805" indent="0">
              <a:buNone/>
              <a:defRPr sz="71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3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BC0F2-C8FC-4F88-BA48-B87C08391688}" type="datetime1">
              <a:rPr lang="zh-CN" altLang="en-US" smtClean="0"/>
              <a:pPr>
                <a:defRPr/>
              </a:pPr>
              <a:t>2023/10/16</a:t>
            </a:fld>
            <a:endParaRPr lang="zh-CN" altLang="en-US"/>
          </a:p>
        </p:txBody>
      </p:sp>
      <p:sp>
        <p:nvSpPr>
          <p:cNvPr id="6" name="页脚占位符 4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0DD7F05-0F2E-4496-BAAA-0B8ACE2109A7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4227744890"/>
      </p:ext>
    </p:extLst>
  </p:cSld>
  <p:clrMapOvr>
    <a:masterClrMapping/>
  </p:clrMapOvr>
  <p:transition spd="slow" advTm="3000">
    <p:wip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236DA6-AF7C-409A-8881-5631F6EA3256}" type="datetime1">
              <a:rPr lang="zh-CN" altLang="en-US" smtClean="0"/>
              <a:pPr>
                <a:defRPr/>
              </a:pPr>
              <a:t>2023/10/16</a:t>
            </a:fld>
            <a:endParaRPr lang="zh-CN" altLang="en-US"/>
          </a:p>
        </p:txBody>
      </p:sp>
      <p:sp>
        <p:nvSpPr>
          <p:cNvPr id="5" name="页脚占位符 4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9F603A-3968-416B-89B1-ACC87AE351AC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4111132978"/>
      </p:ext>
    </p:extLst>
  </p:cSld>
  <p:clrMapOvr>
    <a:masterClrMapping/>
  </p:clrMapOvr>
  <p:transition spd="slow" advTm="3000">
    <p:wip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6" y="273844"/>
            <a:ext cx="1971675" cy="435887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3" y="273844"/>
            <a:ext cx="5800725" cy="435887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B67AE59-48DD-4CE6-95FB-42042B92363C}" type="datetime1">
              <a:rPr lang="zh-CN" altLang="en-US" smtClean="0"/>
              <a:pPr>
                <a:defRPr/>
              </a:pPr>
              <a:t>2023/10/16</a:t>
            </a:fld>
            <a:endParaRPr lang="zh-CN" altLang="en-US"/>
          </a:p>
        </p:txBody>
      </p:sp>
      <p:sp>
        <p:nvSpPr>
          <p:cNvPr id="5" name="页脚占位符 4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91C51C4-4553-4FE7-8204-D465DB6BDD6B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469360765"/>
      </p:ext>
    </p:extLst>
  </p:cSld>
  <p:clrMapOvr>
    <a:masterClrMapping/>
  </p:clrMapOvr>
  <p:transition spd="slow" advTm="3000">
    <p:wip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xmlns="" id="{7EBCD8F5-B952-4024-B2F0-53E21A9D48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51472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452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xmlns="" id="{CE2BB9C2-E1D2-4E0C-BFE1-64849A73E12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151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xmlns="" val="31959360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0">
          <a:blip r:embed="rId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xmlns="" id="{FF5E85DA-20D4-CAF7-2777-9A8343C3678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/>
        </p:blipFill>
        <p:spPr>
          <a:xfrm>
            <a:off x="7140933" y="-20537"/>
            <a:ext cx="2022175" cy="5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68810132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0">
          <a:blip r:embed="rId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84466"/>
          </a:xfrm>
          <a:prstGeom prst="rect">
            <a:avLst/>
          </a:prstGeom>
        </p:spPr>
        <p:txBody>
          <a:bodyPr lIns="121926" tIns="60963" rIns="121926" bIns="60963" anchor="ctr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ko-KR" alt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95536" y="1131591"/>
            <a:ext cx="8496944" cy="460648"/>
          </a:xfrm>
          <a:prstGeom prst="rect">
            <a:avLst/>
          </a:prstGeom>
        </p:spPr>
        <p:txBody>
          <a:bodyPr lIns="121926" tIns="60963" rIns="121926" bIns="60963" anchor="ctr"/>
          <a:lstStyle>
            <a:lvl1pPr marL="0" indent="0">
              <a:buNone/>
              <a:defRPr sz="2025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0"/>
          </p:nvPr>
        </p:nvSpPr>
        <p:spPr>
          <a:xfrm>
            <a:off x="405880" y="1808261"/>
            <a:ext cx="8496944" cy="2995737"/>
          </a:xfrm>
          <a:prstGeom prst="rect">
            <a:avLst/>
          </a:prstGeom>
        </p:spPr>
        <p:txBody>
          <a:bodyPr lIns="528026" tIns="60963" rIns="121926" bIns="60963" anchor="t"/>
          <a:lstStyle>
            <a:lvl1pPr marL="0" indent="0">
              <a:buNone/>
              <a:defRPr sz="1425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xmlns="" val="25440689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blipFill dpi="0" rotWithShape="0">
          <a:blip r:embed="rId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1">
            <a:extLst>
              <a:ext uri="{FF2B5EF4-FFF2-40B4-BE49-F238E27FC236}">
                <a16:creationId xmlns:a16="http://schemas.microsoft.com/office/drawing/2014/main" xmlns="" id="{80E49FB5-BF3A-94B9-DA5A-C58BB58552F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251189" y="4786313"/>
            <a:ext cx="2160703" cy="2369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9672" y="0"/>
            <a:ext cx="7524328" cy="884466"/>
          </a:xfrm>
          <a:prstGeom prst="rect">
            <a:avLst/>
          </a:prstGeom>
        </p:spPr>
        <p:txBody>
          <a:bodyPr lIns="121926" tIns="60963" rIns="121926" bIns="60963" anchor="ctr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ko-KR" alt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979713" y="987575"/>
            <a:ext cx="6912768" cy="460648"/>
          </a:xfrm>
          <a:prstGeom prst="rect">
            <a:avLst/>
          </a:prstGeom>
        </p:spPr>
        <p:txBody>
          <a:bodyPr lIns="121926" tIns="60963" rIns="121926" bIns="60963" anchor="ctr"/>
          <a:lstStyle>
            <a:lvl1pPr marL="0" indent="0">
              <a:buNone/>
              <a:defRPr sz="2025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0"/>
          </p:nvPr>
        </p:nvSpPr>
        <p:spPr>
          <a:xfrm>
            <a:off x="1990056" y="1664246"/>
            <a:ext cx="6912768" cy="2995737"/>
          </a:xfrm>
          <a:prstGeom prst="rect">
            <a:avLst/>
          </a:prstGeom>
        </p:spPr>
        <p:txBody>
          <a:bodyPr lIns="528026" tIns="60963" rIns="121926" bIns="60963" anchor="t"/>
          <a:lstStyle>
            <a:lvl1pPr marL="0" indent="0">
              <a:buNone/>
              <a:defRPr sz="1425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ko-KR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xmlns="" val="1882263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2.xml"/><Relationship Id="rId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30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284668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</p:sldLayoutIdLst>
  <p:hf hdr="0" ftr="0" dt="0"/>
  <p:txStyles>
    <p:titleStyle>
      <a:lvl1pPr algn="l" defTabSz="685749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38" indent="-171438" algn="l" defTabSz="685749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1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186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60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35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09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684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558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43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75" algn="l" defTabSz="6857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49" algn="l" defTabSz="6857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24" algn="l" defTabSz="6857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498" algn="l" defTabSz="6857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73" algn="l" defTabSz="6857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46" algn="l" defTabSz="6857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20" algn="l" defTabSz="6857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2995" algn="l" defTabSz="6857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34" tIns="45717" rIns="91434" bIns="45717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34" tIns="45717" rIns="91434" bIns="45717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34" tIns="45717" rIns="91434" bIns="45717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E51B73-83D8-423B-8B56-5B987DD9D600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2023/10/16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34" tIns="45717" rIns="91434" bIns="45717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34" tIns="45717" rIns="91434" bIns="45717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32224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  <p:sldLayoutId id="2147483724" r:id="rId8"/>
    <p:sldLayoutId id="2147483725" r:id="rId9"/>
    <p:sldLayoutId id="2147483726" r:id="rId10"/>
    <p:sldLayoutId id="2147483727" r:id="rId11"/>
  </p:sldLayoutIdLst>
  <p:hf hdr="0" ftr="0" dt="0"/>
  <p:txStyles>
    <p:titleStyle>
      <a:lvl1pPr algn="ctr" defTabSz="914333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75" indent="-342875" algn="l" defTabSz="914333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95" indent="-285729" algn="l" defTabSz="914333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15" indent="-228582" algn="l" defTabSz="914333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80" indent="-228582" algn="l" defTabSz="914333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46" indent="-228582" algn="l" defTabSz="914333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11" indent="-228582" algn="l" defTabSz="91433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2" algn="l" defTabSz="91433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2" algn="l" defTabSz="91433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09" indent="-228582" algn="l" defTabSz="91433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6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3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29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5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6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/>
          </p:nvPr>
        </p:nvSpPr>
        <p:spPr bwMode="auto">
          <a:xfrm>
            <a:off x="628650" y="273846"/>
            <a:ext cx="7886700" cy="9941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zh-CN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8650" y="1369219"/>
            <a:ext cx="7886700" cy="32635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zh-CN"/>
              <a:t>单击此处编辑母版文本样式</a:t>
            </a:r>
          </a:p>
          <a:p>
            <a:pPr lvl="1"/>
            <a:r>
              <a:rPr lang="zh-CN" altLang="zh-CN"/>
              <a:t>第二级</a:t>
            </a:r>
          </a:p>
          <a:p>
            <a:pPr lvl="2"/>
            <a:r>
              <a:rPr lang="zh-CN" altLang="zh-CN"/>
              <a:t>第三级</a:t>
            </a:r>
          </a:p>
          <a:p>
            <a:pPr lvl="3"/>
            <a:r>
              <a:rPr lang="zh-CN" altLang="zh-CN"/>
              <a:t>第四级</a:t>
            </a:r>
          </a:p>
          <a:p>
            <a:pPr lvl="4"/>
            <a:r>
              <a:rPr lang="zh-CN" altLang="zh-CN"/>
              <a:t>第五级</a:t>
            </a:r>
          </a:p>
        </p:txBody>
      </p:sp>
      <p:sp>
        <p:nvSpPr>
          <p:cNvPr id="1028" name="日期占位符 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28650" y="4767267"/>
            <a:ext cx="2057400" cy="2738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buFont typeface="Arial" panose="020B0604020202020204" pitchFamily="34" charset="0"/>
              <a:buNone/>
              <a:defRPr sz="863">
                <a:solidFill>
                  <a:srgbClr val="898989"/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3229563C-A9D7-4E68-BDCC-E66F8F0D5D97}" type="datetime1">
              <a:rPr lang="zh-CN" altLang="en-US" smtClean="0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2023/10/16</a:t>
            </a:fld>
            <a:endParaRPr lang="zh-CN" altLang="en-US"/>
          </a:p>
        </p:txBody>
      </p:sp>
      <p:sp>
        <p:nvSpPr>
          <p:cNvPr id="1029" name="页脚占位符 4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028950" y="4767267"/>
            <a:ext cx="3086100" cy="2738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buFont typeface="Arial" panose="020B0604020202020204" pitchFamily="34" charset="0"/>
              <a:buNone/>
              <a:defRPr sz="863">
                <a:solidFill>
                  <a:srgbClr val="898989"/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/>
          </a:p>
        </p:txBody>
      </p:sp>
      <p:sp>
        <p:nvSpPr>
          <p:cNvPr id="1030" name="灯片编号占位符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457950" y="4767267"/>
            <a:ext cx="2057400" cy="2738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buFont typeface="Arial" panose="020B0604020202020204" pitchFamily="34" charset="0"/>
              <a:buNone/>
              <a:defRPr sz="863">
                <a:solidFill>
                  <a:srgbClr val="898989"/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D1A37D46-A488-43BA-92FA-D70788232BC1}" type="slidenum">
              <a:rPr lang="zh-CN" altLang="en-US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572625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  <p:sldLayoutId id="2147483779" r:id="rId12"/>
  </p:sldLayoutIdLst>
  <p:transition spd="slow" advTm="3000">
    <p:wipe/>
  </p:transition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164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164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164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164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164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5pPr>
      <a:lvl6pPr marL="328851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164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6pPr>
      <a:lvl7pPr marL="657701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164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7pPr>
      <a:lvl8pPr marL="986552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164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8pPr>
      <a:lvl9pPr marL="1315403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164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9pPr>
    </p:titleStyle>
    <p:bodyStyle>
      <a:lvl1pPr marL="164425" indent="-164425" algn="l" rtl="0" eaLnBrk="0" fontAlgn="base" hangingPunct="0">
        <a:lnSpc>
          <a:spcPct val="90000"/>
        </a:lnSpc>
        <a:spcBef>
          <a:spcPts val="719"/>
        </a:spcBef>
        <a:spcAft>
          <a:spcPct val="0"/>
        </a:spcAft>
        <a:buFont typeface="Arial" panose="020B0604020202020204" pitchFamily="34" charset="0"/>
        <a:buChar char="•"/>
        <a:defRPr sz="2014" kern="1200">
          <a:solidFill>
            <a:schemeClr val="tx1"/>
          </a:solidFill>
          <a:latin typeface="+mn-lt"/>
          <a:ea typeface="+mn-ea"/>
          <a:cs typeface="+mn-cs"/>
        </a:defRPr>
      </a:lvl1pPr>
      <a:lvl2pPr marL="493276" indent="-164425" algn="l" rtl="0" eaLnBrk="0" fontAlgn="base" hangingPunct="0">
        <a:lnSpc>
          <a:spcPct val="90000"/>
        </a:lnSpc>
        <a:spcBef>
          <a:spcPts val="360"/>
        </a:spcBef>
        <a:spcAft>
          <a:spcPct val="0"/>
        </a:spcAft>
        <a:buFont typeface="Arial" panose="020B0604020202020204" pitchFamily="34" charset="0"/>
        <a:buChar char="•"/>
        <a:defRPr sz="1726" kern="1200">
          <a:solidFill>
            <a:schemeClr val="tx1"/>
          </a:solidFill>
          <a:latin typeface="+mn-lt"/>
          <a:ea typeface="+mn-ea"/>
          <a:cs typeface="+mn-cs"/>
        </a:defRPr>
      </a:lvl2pPr>
      <a:lvl3pPr marL="822126" indent="-164425" algn="l" rtl="0" eaLnBrk="0" fontAlgn="base" hangingPunct="0">
        <a:lnSpc>
          <a:spcPct val="90000"/>
        </a:lnSpc>
        <a:spcBef>
          <a:spcPts val="360"/>
        </a:spcBef>
        <a:spcAft>
          <a:spcPct val="0"/>
        </a:spcAft>
        <a:buFont typeface="Arial" panose="020B0604020202020204" pitchFamily="34" charset="0"/>
        <a:buChar char="•"/>
        <a:defRPr sz="1438" kern="1200">
          <a:solidFill>
            <a:schemeClr val="tx1"/>
          </a:solidFill>
          <a:latin typeface="+mn-lt"/>
          <a:ea typeface="+mn-ea"/>
          <a:cs typeface="+mn-cs"/>
        </a:defRPr>
      </a:lvl3pPr>
      <a:lvl4pPr marL="1150977" indent="-164425" algn="l" rtl="0" eaLnBrk="0" fontAlgn="base" hangingPunct="0">
        <a:lnSpc>
          <a:spcPct val="90000"/>
        </a:lnSpc>
        <a:spcBef>
          <a:spcPts val="36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1479828" indent="-164425" algn="l" rtl="0" eaLnBrk="0" fontAlgn="base" hangingPunct="0">
        <a:lnSpc>
          <a:spcPct val="90000"/>
        </a:lnSpc>
        <a:spcBef>
          <a:spcPts val="36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1808678" indent="-164425" algn="l" defTabSz="657701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295" kern="1200">
          <a:solidFill>
            <a:schemeClr val="tx1"/>
          </a:solidFill>
          <a:latin typeface="+mn-lt"/>
          <a:ea typeface="+mn-ea"/>
          <a:cs typeface="+mn-cs"/>
        </a:defRPr>
      </a:lvl6pPr>
      <a:lvl7pPr marL="2137529" indent="-164425" algn="l" defTabSz="657701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295" kern="1200">
          <a:solidFill>
            <a:schemeClr val="tx1"/>
          </a:solidFill>
          <a:latin typeface="+mn-lt"/>
          <a:ea typeface="+mn-ea"/>
          <a:cs typeface="+mn-cs"/>
        </a:defRPr>
      </a:lvl7pPr>
      <a:lvl8pPr marL="2466380" indent="-164425" algn="l" defTabSz="657701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295" kern="1200">
          <a:solidFill>
            <a:schemeClr val="tx1"/>
          </a:solidFill>
          <a:latin typeface="+mn-lt"/>
          <a:ea typeface="+mn-ea"/>
          <a:cs typeface="+mn-cs"/>
        </a:defRPr>
      </a:lvl8pPr>
      <a:lvl9pPr marL="2795231" indent="-164425" algn="l" defTabSz="657701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2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57701" rtl="0" eaLnBrk="1" latinLnBrk="0" hangingPunct="1">
        <a:defRPr sz="1295" kern="1200">
          <a:solidFill>
            <a:schemeClr val="tx1"/>
          </a:solidFill>
          <a:latin typeface="+mn-lt"/>
          <a:ea typeface="+mn-ea"/>
          <a:cs typeface="+mn-cs"/>
        </a:defRPr>
      </a:lvl1pPr>
      <a:lvl2pPr marL="328851" algn="l" defTabSz="657701" rtl="0" eaLnBrk="1" latinLnBrk="0" hangingPunct="1">
        <a:defRPr sz="1295" kern="1200">
          <a:solidFill>
            <a:schemeClr val="tx1"/>
          </a:solidFill>
          <a:latin typeface="+mn-lt"/>
          <a:ea typeface="+mn-ea"/>
          <a:cs typeface="+mn-cs"/>
        </a:defRPr>
      </a:lvl2pPr>
      <a:lvl3pPr marL="657701" algn="l" defTabSz="657701" rtl="0" eaLnBrk="1" latinLnBrk="0" hangingPunct="1">
        <a:defRPr sz="1295" kern="1200">
          <a:solidFill>
            <a:schemeClr val="tx1"/>
          </a:solidFill>
          <a:latin typeface="+mn-lt"/>
          <a:ea typeface="+mn-ea"/>
          <a:cs typeface="+mn-cs"/>
        </a:defRPr>
      </a:lvl3pPr>
      <a:lvl4pPr marL="986552" algn="l" defTabSz="657701" rtl="0" eaLnBrk="1" latinLnBrk="0" hangingPunct="1">
        <a:defRPr sz="1295" kern="1200">
          <a:solidFill>
            <a:schemeClr val="tx1"/>
          </a:solidFill>
          <a:latin typeface="+mn-lt"/>
          <a:ea typeface="+mn-ea"/>
          <a:cs typeface="+mn-cs"/>
        </a:defRPr>
      </a:lvl4pPr>
      <a:lvl5pPr marL="1315403" algn="l" defTabSz="657701" rtl="0" eaLnBrk="1" latinLnBrk="0" hangingPunct="1">
        <a:defRPr sz="1295" kern="1200">
          <a:solidFill>
            <a:schemeClr val="tx1"/>
          </a:solidFill>
          <a:latin typeface="+mn-lt"/>
          <a:ea typeface="+mn-ea"/>
          <a:cs typeface="+mn-cs"/>
        </a:defRPr>
      </a:lvl5pPr>
      <a:lvl6pPr marL="1644254" algn="l" defTabSz="657701" rtl="0" eaLnBrk="1" latinLnBrk="0" hangingPunct="1">
        <a:defRPr sz="1295" kern="1200">
          <a:solidFill>
            <a:schemeClr val="tx1"/>
          </a:solidFill>
          <a:latin typeface="+mn-lt"/>
          <a:ea typeface="+mn-ea"/>
          <a:cs typeface="+mn-cs"/>
        </a:defRPr>
      </a:lvl6pPr>
      <a:lvl7pPr marL="1973104" algn="l" defTabSz="657701" rtl="0" eaLnBrk="1" latinLnBrk="0" hangingPunct="1">
        <a:defRPr sz="1295" kern="1200">
          <a:solidFill>
            <a:schemeClr val="tx1"/>
          </a:solidFill>
          <a:latin typeface="+mn-lt"/>
          <a:ea typeface="+mn-ea"/>
          <a:cs typeface="+mn-cs"/>
        </a:defRPr>
      </a:lvl7pPr>
      <a:lvl8pPr marL="2301955" algn="l" defTabSz="657701" rtl="0" eaLnBrk="1" latinLnBrk="0" hangingPunct="1">
        <a:defRPr sz="1295" kern="1200">
          <a:solidFill>
            <a:schemeClr val="tx1"/>
          </a:solidFill>
          <a:latin typeface="+mn-lt"/>
          <a:ea typeface="+mn-ea"/>
          <a:cs typeface="+mn-cs"/>
        </a:defRPr>
      </a:lvl8pPr>
      <a:lvl9pPr marL="2630805" algn="l" defTabSz="657701" rtl="0" eaLnBrk="1" latinLnBrk="0" hangingPunct="1">
        <a:defRPr sz="12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677410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</p:sldLayoutIdLst>
  <p:hf hdr="0" ftr="0" dt="0"/>
  <p:txStyles>
    <p:titleStyle>
      <a:lvl1pPr algn="ctr" defTabSz="914278" rtl="0" fontAlgn="base" latinLnBrk="1">
        <a:spcBef>
          <a:spcPct val="0"/>
        </a:spcBef>
        <a:spcAft>
          <a:spcPct val="0"/>
        </a:spcAft>
        <a:defRPr sz="36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ctr" defTabSz="914278" rtl="0" fontAlgn="base" latinLnBrk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defTabSz="914278" rtl="0" fontAlgn="base" latinLnBrk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defTabSz="914278" rtl="0" fontAlgn="base" latinLnBrk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defTabSz="914278" rtl="0" fontAlgn="base" latinLnBrk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342854" algn="ctr" defTabSz="914278" rtl="0" fontAlgn="base" latinLnBrk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685709" algn="ctr" defTabSz="914278" rtl="0" fontAlgn="base" latinLnBrk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028563" algn="ctr" defTabSz="914278" rtl="0" fontAlgn="base" latinLnBrk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371417" algn="ctr" defTabSz="914278" rtl="0" fontAlgn="base" latinLnBrk="1">
        <a:spcBef>
          <a:spcPct val="0"/>
        </a:spcBef>
        <a:spcAft>
          <a:spcPct val="0"/>
        </a:spcAft>
        <a:defRPr sz="36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854" indent="-342854" algn="l" defTabSz="914278" rtl="0" fontAlgn="base" latinLnBrk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25" kern="1200">
          <a:solidFill>
            <a:schemeClr val="tx1"/>
          </a:solidFill>
          <a:latin typeface="Malgun Gothic" panose="020B0503020000020004" pitchFamily="34" charset="-127"/>
          <a:ea typeface="+mn-ea"/>
          <a:cs typeface="+mn-cs"/>
        </a:defRPr>
      </a:lvl1pPr>
      <a:lvl2pPr marL="742851" indent="-285712" algn="l" defTabSz="914278" rtl="0" fontAlgn="base" latinLnBrk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775" kern="1200">
          <a:solidFill>
            <a:schemeClr val="tx1"/>
          </a:solidFill>
          <a:latin typeface="Malgun Gothic" panose="020B0503020000020004" pitchFamily="34" charset="-127"/>
          <a:ea typeface="+mn-ea"/>
          <a:cs typeface="+mn-cs"/>
        </a:defRPr>
      </a:lvl2pPr>
      <a:lvl3pPr marL="1142848" indent="-228570" algn="l" defTabSz="914278" rtl="0" fontAlgn="base" latinLnBrk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algun Gothic" panose="020B0503020000020004" pitchFamily="34" charset="-127"/>
          <a:ea typeface="+mn-ea"/>
          <a:cs typeface="+mn-cs"/>
        </a:defRPr>
      </a:lvl3pPr>
      <a:lvl4pPr marL="1599987" indent="-228570" algn="l" defTabSz="914278" rtl="0" fontAlgn="base" latinLnBrk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25" kern="1200">
          <a:solidFill>
            <a:schemeClr val="tx1"/>
          </a:solidFill>
          <a:latin typeface="Malgun Gothic" panose="020B0503020000020004" pitchFamily="34" charset="-127"/>
          <a:ea typeface="+mn-ea"/>
          <a:cs typeface="+mn-cs"/>
        </a:defRPr>
      </a:lvl4pPr>
      <a:lvl5pPr marL="2057126" indent="-228570" algn="l" defTabSz="914278" rtl="0" fontAlgn="base" latinLnBrk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25" kern="1200">
          <a:solidFill>
            <a:schemeClr val="tx1"/>
          </a:solidFill>
          <a:latin typeface="Malgun Gothic" panose="020B0503020000020004" pitchFamily="34" charset="-127"/>
          <a:ea typeface="+mn-ea"/>
          <a:cs typeface="+mn-cs"/>
        </a:defRPr>
      </a:lvl5pPr>
      <a:lvl6pPr marL="2514391" indent="-228581" algn="l" defTabSz="914324" rtl="0" eaLnBrk="1" latinLnBrk="1" hangingPunct="1">
        <a:spcBef>
          <a:spcPct val="20000"/>
        </a:spcBef>
        <a:buFont typeface="Arial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2971552" indent="-228581" algn="l" defTabSz="914324" rtl="0" eaLnBrk="1" latinLnBrk="1" hangingPunct="1">
        <a:spcBef>
          <a:spcPct val="20000"/>
        </a:spcBef>
        <a:buFont typeface="Arial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428715" indent="-228581" algn="l" defTabSz="914324" rtl="0" eaLnBrk="1" latinLnBrk="1" hangingPunct="1">
        <a:spcBef>
          <a:spcPct val="20000"/>
        </a:spcBef>
        <a:buFont typeface="Arial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3885876" indent="-228581" algn="l" defTabSz="914324" rtl="0" eaLnBrk="1" latinLnBrk="1" hangingPunct="1">
        <a:spcBef>
          <a:spcPct val="20000"/>
        </a:spcBef>
        <a:buFont typeface="Arial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32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2" algn="l" defTabSz="91432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24" algn="l" defTabSz="91432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85" algn="l" defTabSz="91432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48" algn="l" defTabSz="91432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09" algn="l" defTabSz="91432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71" algn="l" defTabSz="91432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33" algn="l" defTabSz="91432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95" algn="l" defTabSz="91432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2" cstate="email">
            <a:extLst>
              <a:ext uri="{28A0092B-C50C-407E-A947-70E740481C1C}">
                <a14:useLocalDpi xmlns:a14="http://schemas.microsoft.com/office/drawing/2010/main" xmlns="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>
            <a:extLst>
              <a:ext uri="{FF2B5EF4-FFF2-40B4-BE49-F238E27FC236}">
                <a16:creationId xmlns:a16="http://schemas.microsoft.com/office/drawing/2014/main" xmlns="" id="{9C0EA9CE-DE4E-4D5F-8B76-14FF70558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 bwMode="auto">
          <a:xfrm>
            <a:off x="187762" y="509867"/>
            <a:ext cx="8768164" cy="420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441" name="文本框 9"/>
          <p:cNvSpPr txBox="1">
            <a:spLocks noChangeArrowheads="1"/>
          </p:cNvSpPr>
          <p:nvPr/>
        </p:nvSpPr>
        <p:spPr bwMode="auto">
          <a:xfrm>
            <a:off x="5827026" y="3795886"/>
            <a:ext cx="295232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defTabSz="657701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TW" altLang="en-US" sz="2400" dirty="0" smtClean="0">
                <a:solidFill>
                  <a:srgbClr val="000000"/>
                </a:solidFill>
                <a:latin typeface="GenSenRounded JP B" panose="020B0800000000000000" pitchFamily="34" charset="-128"/>
                <a:ea typeface="GenSenRounded JP B" panose="020B0800000000000000" pitchFamily="34" charset="-128"/>
              </a:rPr>
              <a:t>林照陽</a:t>
            </a:r>
            <a:endParaRPr lang="zh-TW" altLang="en-US" sz="2400" dirty="0">
              <a:solidFill>
                <a:srgbClr val="000000"/>
              </a:solidFill>
              <a:latin typeface="GenSenRounded JP B" panose="020B0800000000000000" pitchFamily="34" charset="-128"/>
              <a:ea typeface="GenSenRounded JP B" panose="020B0800000000000000" pitchFamily="34" charset="-128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xmlns="" id="{199D4E85-A945-42BC-9B84-AD58B2846AE8}"/>
              </a:ext>
            </a:extLst>
          </p:cNvPr>
          <p:cNvSpPr txBox="1"/>
          <p:nvPr/>
        </p:nvSpPr>
        <p:spPr>
          <a:xfrm>
            <a:off x="2343987" y="1851670"/>
            <a:ext cx="44557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5770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sz="2800" dirty="0" smtClean="0"/>
              <a:t>Python</a:t>
            </a:r>
            <a:r>
              <a:rPr lang="zh-TW" altLang="en-US" sz="2800" dirty="0" smtClean="0"/>
              <a:t>視覺辨識與</a:t>
            </a:r>
            <a:r>
              <a:rPr lang="zh-TW" altLang="en-US" sz="2800" dirty="0" smtClean="0"/>
              <a:t>機器學習</a:t>
            </a:r>
            <a:endParaRPr lang="en-US" altLang="zh-TW" sz="2800" dirty="0" smtClean="0"/>
          </a:p>
          <a:p>
            <a:pPr algn="ctr" defTabSz="65770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en-US" sz="2800" b="1" dirty="0" smtClean="0">
                <a:solidFill>
                  <a:srgbClr val="000000"/>
                </a:solidFill>
                <a:latin typeface="GenSenRounded JP B" panose="020B0800000000000000" pitchFamily="34" charset="-128"/>
                <a:ea typeface="GenSenRounded JP B" panose="020B0800000000000000" pitchFamily="34" charset="-128"/>
              </a:rPr>
              <a:t>結業作品發表會</a:t>
            </a:r>
            <a:endParaRPr lang="en-US" altLang="zh-TW" sz="2800" b="1" dirty="0">
              <a:solidFill>
                <a:srgbClr val="000000"/>
              </a:solidFill>
              <a:latin typeface="GenSenRounded JP B" panose="020B0800000000000000" pitchFamily="34" charset="-128"/>
              <a:ea typeface="GenSenRounded JP B" panose="020B0800000000000000" pitchFamily="34" charset="-128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4034B38A-1D05-340E-5785-92A6831AD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168069-9E9E-4B49-949A-AF1D912EB498}" type="slidenum">
              <a:rPr lang="zh-CN" altLang="en-US" smtClean="0"/>
              <a:pPr>
                <a:defRPr/>
              </a:pPr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69251471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xmlns="" Requires="p15">
      <p:transition xmlns:p14="http://schemas.microsoft.com/office/powerpoint/2010/main" spd="slow" p14:dur="1250">
        <p15:prstTrans prst="airplane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">
            <a:extLst>
              <a:ext uri="{FF2B5EF4-FFF2-40B4-BE49-F238E27FC236}">
                <a16:creationId xmlns:a16="http://schemas.microsoft.com/office/drawing/2014/main" xmlns="" id="{828782A1-51B8-8743-9F54-F4CEF0FE0050}"/>
              </a:ext>
            </a:extLst>
          </p:cNvPr>
          <p:cNvGrpSpPr/>
          <p:nvPr/>
        </p:nvGrpSpPr>
        <p:grpSpPr>
          <a:xfrm>
            <a:off x="6876256" y="2859783"/>
            <a:ext cx="2280056" cy="2280304"/>
            <a:chOff x="10311837" y="1884914"/>
            <a:chExt cx="2821596" cy="2757275"/>
          </a:xfrm>
        </p:grpSpPr>
        <p:cxnSp>
          <p:nvCxnSpPr>
            <p:cNvPr id="26" name="直接连接符 41">
              <a:extLst>
                <a:ext uri="{FF2B5EF4-FFF2-40B4-BE49-F238E27FC236}">
                  <a16:creationId xmlns:a16="http://schemas.microsoft.com/office/drawing/2014/main" xmlns="" id="{ABDF922E-539B-D886-6FC1-9F8D79DA4390}"/>
                </a:ext>
              </a:extLst>
            </p:cNvPr>
            <p:cNvCxnSpPr/>
            <p:nvPr/>
          </p:nvCxnSpPr>
          <p:spPr>
            <a:xfrm flipH="1">
              <a:off x="10311837" y="2462433"/>
              <a:ext cx="2592288" cy="2179756"/>
            </a:xfrm>
            <a:prstGeom prst="line">
              <a:avLst/>
            </a:prstGeom>
            <a:ln/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7" name="直接连接符 42">
              <a:extLst>
                <a:ext uri="{FF2B5EF4-FFF2-40B4-BE49-F238E27FC236}">
                  <a16:creationId xmlns:a16="http://schemas.microsoft.com/office/drawing/2014/main" xmlns="" id="{EF4A5747-B8DE-7CCA-6008-91A0BCF21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49586" y="1884914"/>
              <a:ext cx="2183847" cy="1822973"/>
            </a:xfrm>
            <a:prstGeom prst="line">
              <a:avLst/>
            </a:prstGeom>
            <a:ln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</p:grpSp>
      <p:sp>
        <p:nvSpPr>
          <p:cNvPr id="24" name="object 2">
            <a:extLst>
              <a:ext uri="{FF2B5EF4-FFF2-40B4-BE49-F238E27FC236}">
                <a16:creationId xmlns:a16="http://schemas.microsoft.com/office/drawing/2014/main" xmlns="" id="{86C48BCE-3C91-6FE1-AA30-C7A3F1A39EF3}"/>
              </a:ext>
            </a:extLst>
          </p:cNvPr>
          <p:cNvSpPr/>
          <p:nvPr/>
        </p:nvSpPr>
        <p:spPr>
          <a:xfrm>
            <a:off x="22717" y="3487487"/>
            <a:ext cx="1334008" cy="2991759"/>
          </a:xfrm>
          <a:custGeom>
            <a:avLst/>
            <a:gdLst/>
            <a:ahLst/>
            <a:cxnLst/>
            <a:rect l="l" t="t" r="r" b="b"/>
            <a:pathLst>
              <a:path w="2164080" h="4156075">
                <a:moveTo>
                  <a:pt x="0" y="0"/>
                </a:moveTo>
                <a:lnTo>
                  <a:pt x="2164080" y="2163998"/>
                </a:lnTo>
                <a:lnTo>
                  <a:pt x="172600" y="4155483"/>
                </a:lnTo>
              </a:path>
            </a:pathLst>
          </a:custGeom>
          <a:ln w="19050">
            <a:solidFill>
              <a:schemeClr val="accent4">
                <a:lumMod val="20000"/>
                <a:lumOff val="80000"/>
              </a:schemeClr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25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object 3">
            <a:extLst>
              <a:ext uri="{FF2B5EF4-FFF2-40B4-BE49-F238E27FC236}">
                <a16:creationId xmlns:a16="http://schemas.microsoft.com/office/drawing/2014/main" xmlns="" id="{CDD69C67-7A01-6749-7797-D31F976E6432}"/>
              </a:ext>
            </a:extLst>
          </p:cNvPr>
          <p:cNvSpPr/>
          <p:nvPr/>
        </p:nvSpPr>
        <p:spPr>
          <a:xfrm>
            <a:off x="2368058" y="-326060"/>
            <a:ext cx="6753225" cy="5689600"/>
          </a:xfrm>
          <a:custGeom>
            <a:avLst/>
            <a:gdLst/>
            <a:ahLst/>
            <a:cxnLst/>
            <a:rect l="l" t="t" r="r" b="b"/>
            <a:pathLst>
              <a:path w="6753225" h="5689600">
                <a:moveTo>
                  <a:pt x="4090416" y="0"/>
                </a:moveTo>
                <a:lnTo>
                  <a:pt x="6752844" y="2662428"/>
                </a:lnTo>
                <a:lnTo>
                  <a:pt x="3725672" y="5689561"/>
                </a:lnTo>
                <a:lnTo>
                  <a:pt x="0" y="1963801"/>
                </a:lnTo>
                <a:lnTo>
                  <a:pt x="1963883" y="0"/>
                </a:lnTo>
              </a:path>
            </a:pathLst>
          </a:custGeom>
          <a:ln w="19049">
            <a:solidFill>
              <a:schemeClr val="accent4">
                <a:lumMod val="20000"/>
                <a:lumOff val="80000"/>
              </a:schemeClr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25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8">
            <a:extLst>
              <a:ext uri="{FF2B5EF4-FFF2-40B4-BE49-F238E27FC236}">
                <a16:creationId xmlns:a16="http://schemas.microsoft.com/office/drawing/2014/main" xmlns="" id="{AE8CEED7-8726-5494-8B15-5311298BC366}"/>
              </a:ext>
            </a:extLst>
          </p:cNvPr>
          <p:cNvSpPr>
            <a:spLocks noChangeArrowheads="1"/>
          </p:cNvSpPr>
          <p:nvPr/>
        </p:nvSpPr>
        <p:spPr bwMode="gray">
          <a:xfrm>
            <a:off x="1277952" y="509154"/>
            <a:ext cx="6102360" cy="27169"/>
          </a:xfrm>
          <a:prstGeom prst="rect">
            <a:avLst/>
          </a:prstGeom>
          <a:gradFill rotWithShape="0">
            <a:gsLst>
              <a:gs pos="0">
                <a:srgbClr val="1C1C1C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TW" altLang="zh-TW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itchFamily="34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xmlns="" id="{B2270A35-76D0-453D-B9CA-23AFE8ED32A3}"/>
              </a:ext>
            </a:extLst>
          </p:cNvPr>
          <p:cNvSpPr txBox="1"/>
          <p:nvPr/>
        </p:nvSpPr>
        <p:spPr>
          <a:xfrm>
            <a:off x="2411760" y="58486"/>
            <a:ext cx="3504840" cy="523216"/>
          </a:xfrm>
          <a:prstGeom prst="rect">
            <a:avLst/>
          </a:prstGeom>
          <a:noFill/>
        </p:spPr>
        <p:txBody>
          <a:bodyPr wrap="square" lIns="91436" tIns="45718" rIns="91436" bIns="45718" rtlCol="0">
            <a:spAutoFit/>
          </a:bodyPr>
          <a:lstStyle/>
          <a:p>
            <a:pPr defTabSz="914355"/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程式類 結訓作品發表 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xmlns="" id="{2AE36BA1-7E05-F10F-6F0D-028CC06AE8B9}"/>
              </a:ext>
            </a:extLst>
          </p:cNvPr>
          <p:cNvSpPr txBox="1"/>
          <p:nvPr/>
        </p:nvSpPr>
        <p:spPr>
          <a:xfrm>
            <a:off x="2915816" y="536194"/>
            <a:ext cx="54546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sym typeface="Wingdings" panose="05000000000000000000" pitchFamily="2" charset="2"/>
              </a:rPr>
              <a:t></a:t>
            </a:r>
            <a:r>
              <a:rPr lang="zh-TW" altLang="en-US" sz="1400" dirty="0"/>
              <a:t>模擬推薦面試的作品集，日後要面試稍微拿來修改就可以用</a:t>
            </a:r>
            <a:r>
              <a:rPr lang="en-US" altLang="zh-TW" sz="1400" dirty="0"/>
              <a:t>!</a:t>
            </a:r>
            <a:endParaRPr lang="zh-TW" altLang="en-US" sz="1400" dirty="0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xmlns="" id="{A8396AB1-8449-4F20-95CB-9840AC4493FB}"/>
              </a:ext>
            </a:extLst>
          </p:cNvPr>
          <p:cNvSpPr/>
          <p:nvPr/>
        </p:nvSpPr>
        <p:spPr>
          <a:xfrm>
            <a:off x="532707" y="1041987"/>
            <a:ext cx="8341614" cy="58766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1.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繳交作品</a:t>
            </a:r>
            <a:r>
              <a:rPr lang="en-US" altLang="zh-TW" dirty="0">
                <a:solidFill>
                  <a:prstClr val="black"/>
                </a:solidFill>
                <a:latin typeface="新細明體" panose="02020500000000000000" pitchFamily="18" charset="-120"/>
                <a:ea typeface="新細明體" panose="02020500000000000000" pitchFamily="18" charset="-120"/>
                <a:cs typeface="Gen Jyuu GothicX Bold" panose="020B0602020203020207" pitchFamily="34" charset="-120"/>
              </a:rPr>
              <a:t>【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可執行格式的執行檔</a:t>
            </a:r>
            <a:r>
              <a:rPr lang="en-US" altLang="zh-TW" dirty="0">
                <a:solidFill>
                  <a:prstClr val="black"/>
                </a:solidFill>
                <a:latin typeface="新細明體" panose="02020500000000000000" pitchFamily="18" charset="-120"/>
                <a:ea typeface="新細明體" panose="02020500000000000000" pitchFamily="18" charset="-120"/>
                <a:cs typeface="Gen Jyuu GothicX Bold" panose="020B0602020203020207" pitchFamily="34" charset="-120"/>
              </a:rPr>
              <a:t>】</a:t>
            </a:r>
            <a:r>
              <a:rPr lang="zh-TW" altLang="en-US" dirty="0">
                <a:solidFill>
                  <a:prstClr val="black"/>
                </a:solidFill>
                <a:latin typeface="新細明體" panose="02020500000000000000" pitchFamily="18" charset="-120"/>
                <a:ea typeface="新細明體" panose="02020500000000000000" pitchFamily="18" charset="-120"/>
                <a:cs typeface="Gen Jyuu GothicX Bold" panose="020B0602020203020207" pitchFamily="34" charset="-120"/>
              </a:rPr>
              <a:t>，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一般電腦可正常開啟的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.exe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檔案格式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xmlns="" id="{28F2FBDE-17AA-961A-D659-E226B214FA98}"/>
              </a:ext>
            </a:extLst>
          </p:cNvPr>
          <p:cNvSpPr/>
          <p:nvPr/>
        </p:nvSpPr>
        <p:spPr>
          <a:xfrm>
            <a:off x="532707" y="1827927"/>
            <a:ext cx="8341614" cy="58766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2.</a:t>
            </a:r>
            <a:r>
              <a:rPr lang="en-US" altLang="zh-TW" dirty="0">
                <a:solidFill>
                  <a:prstClr val="black"/>
                </a:solidFill>
                <a:latin typeface="新細明體" panose="02020500000000000000" pitchFamily="18" charset="-120"/>
                <a:ea typeface="新細明體" panose="02020500000000000000" pitchFamily="18" charset="-120"/>
                <a:cs typeface="Gen Jyuu GothicX Bold" panose="020B0602020203020207" pitchFamily="34" charset="-120"/>
              </a:rPr>
              <a:t>【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操作錄影檔</a:t>
            </a:r>
            <a:r>
              <a:rPr lang="en-US" altLang="zh-TW" dirty="0">
                <a:solidFill>
                  <a:prstClr val="black"/>
                </a:solidFill>
                <a:latin typeface="新細明體" panose="02020500000000000000" pitchFamily="18" charset="-120"/>
                <a:ea typeface="新細明體" panose="02020500000000000000" pitchFamily="18" charset="-120"/>
                <a:cs typeface="Gen Jyuu GothicX Bold" panose="020B0602020203020207" pitchFamily="34" charset="-120"/>
              </a:rPr>
              <a:t>】</a:t>
            </a:r>
            <a:r>
              <a:rPr lang="zh-TW" altLang="en-US" dirty="0">
                <a:solidFill>
                  <a:prstClr val="black"/>
                </a:solidFill>
                <a:latin typeface="新細明體" panose="02020500000000000000" pitchFamily="18" charset="-120"/>
                <a:ea typeface="新細明體" panose="02020500000000000000" pitchFamily="18" charset="-120"/>
                <a:cs typeface="Gen Jyuu GothicX Bold" panose="020B0602020203020207" pitchFamily="34" charset="-120"/>
              </a:rPr>
              <a:t>，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在家用手機先拍攝起來，到教室再上傳即可</a:t>
            </a:r>
            <a:endParaRPr lang="en-US" altLang="zh-TW" dirty="0">
              <a:solidFill>
                <a:prstClr val="black"/>
              </a:solidFill>
              <a:latin typeface="Gen Jyuu GothicX Bold" panose="020B0602020203020207" pitchFamily="34" charset="-120"/>
              <a:ea typeface="Gen Jyuu GothicX Bold" panose="020B0602020203020207" pitchFamily="34" charset="-120"/>
              <a:cs typeface="Gen Jyuu GothicX Bold" panose="020B0602020203020207" pitchFamily="34" charset="-120"/>
            </a:endParaRP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xmlns="" id="{6FCA4E98-DBF7-0143-BD6C-66B4ECEF6FC8}"/>
              </a:ext>
            </a:extLst>
          </p:cNvPr>
          <p:cNvSpPr/>
          <p:nvPr/>
        </p:nvSpPr>
        <p:spPr>
          <a:xfrm>
            <a:off x="470043" y="2607660"/>
            <a:ext cx="8341614" cy="2340354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3.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說明簡報檔：</a:t>
            </a:r>
          </a:p>
          <a:p>
            <a:pPr marL="351000" defTabSz="685800"/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(1)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作品名稱、介紹作品</a:t>
            </a:r>
          </a:p>
          <a:p>
            <a:pPr marL="351000" defTabSz="685800"/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(2)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透過這門課，我學會了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… (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簡述即可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)</a:t>
            </a:r>
          </a:p>
          <a:p>
            <a:pPr marL="351000" defTabSz="685800"/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(3)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做作品時遇到了什麼問題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簡述即可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)</a:t>
            </a:r>
          </a:p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(4)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承上題，後來如何解決 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簡述即可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)</a:t>
            </a:r>
          </a:p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     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例如：老師有給什麼建議 或 操作上課軟體的什麼功能就做出來了</a:t>
            </a:r>
          </a:p>
          <a:p>
            <a:pPr marL="351000" defTabSz="685800"/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(5)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截圖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2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張作品畫面，一張具代表的執行畫面、另一張是局部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code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碼</a:t>
            </a:r>
            <a:endParaRPr lang="en-US" altLang="zh-TW" dirty="0">
              <a:solidFill>
                <a:prstClr val="black"/>
              </a:solidFill>
              <a:latin typeface="Gen Jyuu GothicX Bold" panose="020B0602020203020207" pitchFamily="34" charset="-120"/>
              <a:ea typeface="Gen Jyuu GothicX Bold" panose="020B0602020203020207" pitchFamily="34" charset="-120"/>
              <a:cs typeface="Gen Jyuu GothicX Bold" panose="020B0602020203020207" pitchFamily="34" charset="-120"/>
            </a:endParaRPr>
          </a:p>
        </p:txBody>
      </p:sp>
      <p:pic>
        <p:nvPicPr>
          <p:cNvPr id="5" name="Picture 2" descr="D:\尹碩\聯成\##站前\$站前_10705啟用\0排課&amp;講師管理\2021 站前班務管理\遊戲動畫-1091020 遊戲動畫設計專班-1100311 ZB==OK\8.課程結案報告表單\圈圈-去背.png">
            <a:extLst>
              <a:ext uri="{FF2B5EF4-FFF2-40B4-BE49-F238E27FC236}">
                <a16:creationId xmlns:a16="http://schemas.microsoft.com/office/drawing/2014/main" xmlns="" id="{AADBA014-F1E5-DB51-C1CE-DDBA14DE1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64925" y="868407"/>
            <a:ext cx="814637" cy="798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D:\尹碩\聯成\##站前\$站前_10705啟用\0排課&amp;講師管理\2021 站前班務管理\遊戲動畫-1091020 遊戲動畫設計專班-1100311 ZB==OK\8.課程結案報告表單\圈圈-去背.png">
            <a:extLst>
              <a:ext uri="{FF2B5EF4-FFF2-40B4-BE49-F238E27FC236}">
                <a16:creationId xmlns:a16="http://schemas.microsoft.com/office/drawing/2014/main" xmlns="" id="{06B29B43-6B0F-3D48-6542-A9D47CF90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70108" y="1784977"/>
            <a:ext cx="814637" cy="798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D:\尹碩\聯成\##站前\$站前_10705啟用\0排課&amp;講師管理\2021 站前班務管理\遊戲動畫-1091020 遊戲動畫設計專班-1100311 ZB==OK\8.課程結案報告表單\圈圈-去背.png">
            <a:extLst>
              <a:ext uri="{FF2B5EF4-FFF2-40B4-BE49-F238E27FC236}">
                <a16:creationId xmlns:a16="http://schemas.microsoft.com/office/drawing/2014/main" xmlns="" id="{0CAF07F4-A60F-2BB3-656D-6DD97A534E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25388" y="2738970"/>
            <a:ext cx="814637" cy="798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投影片編號版面配置區 13">
            <a:extLst>
              <a:ext uri="{FF2B5EF4-FFF2-40B4-BE49-F238E27FC236}">
                <a16:creationId xmlns:a16="http://schemas.microsoft.com/office/drawing/2014/main" xmlns="" id="{74D9460D-0497-999D-2673-2C73F0818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xmlns="" id="{A8A8DA12-A360-4083-792D-751A070EDD5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xmlns=""/>
              </a:ext>
            </a:extLst>
          </a:blip>
          <a:stretch>
            <a:fillRect/>
          </a:stretch>
        </p:blipFill>
        <p:spPr>
          <a:xfrm>
            <a:off x="263933" y="-279986"/>
            <a:ext cx="2194316" cy="1465734"/>
          </a:xfrm>
          <a:prstGeom prst="rect">
            <a:avLst/>
          </a:prstGeom>
        </p:spPr>
      </p:pic>
      <p:pic>
        <p:nvPicPr>
          <p:cNvPr id="39" name="图片 51">
            <a:extLst>
              <a:ext uri="{FF2B5EF4-FFF2-40B4-BE49-F238E27FC236}">
                <a16:creationId xmlns:a16="http://schemas.microsoft.com/office/drawing/2014/main" xmlns="" id="{F20ABB44-5C39-4FE8-A3BD-F4F9495A87E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 rot="617128">
            <a:off x="6252390" y="3135482"/>
            <a:ext cx="1066665" cy="9086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xmlns="" val="241525503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xmlns="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1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1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1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1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8107 -0.02438 C -0.08402 0.01049 -0.10902 -0.01265 -0.12361 0.00401 C -0.13941 0.02778 -0.18229 -0.09722 -0.20364 -0.06482 C -0.22465 -0.03395 -0.22604 0.13981 -0.25538 0.1642 C -0.29843 0.19691 -0.35329 0.12068 -0.36909 0.1321 " pathEditMode="relative" rAng="840000" ptsTypes="AAAAA">
                                      <p:cBhvr>
                                        <p:cTn id="21" dur="2250" spd="-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444" y="8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6E423DD5-E0D7-4847-9279-ED13F6651F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35496" y="71940"/>
            <a:ext cx="576064" cy="576064"/>
          </a:xfrm>
          <a:prstGeom prst="rect">
            <a:avLst/>
          </a:prstGeom>
          <a:effectLst/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xmlns="" id="{B2270A35-76D0-453D-B9CA-23AFE8ED32A3}"/>
              </a:ext>
            </a:extLst>
          </p:cNvPr>
          <p:cNvSpPr txBox="1"/>
          <p:nvPr/>
        </p:nvSpPr>
        <p:spPr>
          <a:xfrm>
            <a:off x="683568" y="71938"/>
            <a:ext cx="7560840" cy="523216"/>
          </a:xfrm>
          <a:prstGeom prst="rect">
            <a:avLst/>
          </a:prstGeom>
          <a:noFill/>
        </p:spPr>
        <p:txBody>
          <a:bodyPr wrap="square" lIns="91436" tIns="45718" rIns="91436" bIns="45718" rtlCol="0">
            <a:spAutoFit/>
          </a:bodyPr>
          <a:lstStyle/>
          <a:p>
            <a:pPr defTabSz="914355"/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123456789 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鄭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O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碩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 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&lt;==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改成自己的</a:t>
            </a: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xmlns="" id="{BF6E478C-D75F-4A9A-8971-454DEB738AF7}"/>
              </a:ext>
            </a:extLst>
          </p:cNvPr>
          <p:cNvCxnSpPr>
            <a:cxnSpLocks/>
          </p:cNvCxnSpPr>
          <p:nvPr/>
        </p:nvCxnSpPr>
        <p:spPr>
          <a:xfrm>
            <a:off x="683568" y="555526"/>
            <a:ext cx="7128000" cy="0"/>
          </a:xfrm>
          <a:prstGeom prst="line">
            <a:avLst/>
          </a:prstGeom>
          <a:noFill/>
          <a:ln w="25400" cap="rnd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</a:ln>
          <a:effectLst/>
        </p:spPr>
      </p:cxn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xmlns="" id="{6CB91A2D-7F93-0108-4FFB-12FE9034D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3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xmlns="" id="{803CC8A8-65F6-22F8-6D1A-484FF2C6D42F}"/>
              </a:ext>
            </a:extLst>
          </p:cNvPr>
          <p:cNvSpPr/>
          <p:nvPr/>
        </p:nvSpPr>
        <p:spPr>
          <a:xfrm>
            <a:off x="470043" y="699542"/>
            <a:ext cx="8341614" cy="7200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3.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說明簡報檔：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範例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)</a:t>
            </a:r>
            <a:endParaRPr lang="zh-TW" altLang="en-US" dirty="0">
              <a:solidFill>
                <a:prstClr val="black"/>
              </a:solidFill>
              <a:latin typeface="Gen Jyuu GothicX Bold" panose="020B0602020203020207" pitchFamily="34" charset="-120"/>
              <a:ea typeface="Gen Jyuu GothicX Bold" panose="020B0602020203020207" pitchFamily="34" charset="-120"/>
              <a:cs typeface="Gen Jyuu GothicX Bold" panose="020B0602020203020207" pitchFamily="34" charset="-120"/>
            </a:endParaRPr>
          </a:p>
          <a:p>
            <a:pPr marL="351000" defTabSz="685800"/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(1)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作品名稱、介紹作品</a:t>
            </a:r>
          </a:p>
        </p:txBody>
      </p:sp>
    </p:spTree>
    <p:extLst>
      <p:ext uri="{BB962C8B-B14F-4D97-AF65-F5344CB8AC3E}">
        <p14:creationId xmlns:p14="http://schemas.microsoft.com/office/powerpoint/2010/main" xmlns="" val="21192673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xmlns="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6E423DD5-E0D7-4847-9279-ED13F6651F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35496" y="71940"/>
            <a:ext cx="576064" cy="576064"/>
          </a:xfrm>
          <a:prstGeom prst="rect">
            <a:avLst/>
          </a:prstGeom>
          <a:effectLst/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xmlns="" id="{B2270A35-76D0-453D-B9CA-23AFE8ED32A3}"/>
              </a:ext>
            </a:extLst>
          </p:cNvPr>
          <p:cNvSpPr txBox="1"/>
          <p:nvPr/>
        </p:nvSpPr>
        <p:spPr>
          <a:xfrm>
            <a:off x="683568" y="71938"/>
            <a:ext cx="7560840" cy="523216"/>
          </a:xfrm>
          <a:prstGeom prst="rect">
            <a:avLst/>
          </a:prstGeom>
          <a:noFill/>
        </p:spPr>
        <p:txBody>
          <a:bodyPr wrap="square" lIns="91436" tIns="45718" rIns="91436" bIns="45718" rtlCol="0">
            <a:spAutoFit/>
          </a:bodyPr>
          <a:lstStyle/>
          <a:p>
            <a:pPr defTabSz="914355"/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123456789 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鄭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O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碩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 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&lt;==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改成自己的</a:t>
            </a: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xmlns="" id="{BF6E478C-D75F-4A9A-8971-454DEB738AF7}"/>
              </a:ext>
            </a:extLst>
          </p:cNvPr>
          <p:cNvCxnSpPr>
            <a:cxnSpLocks/>
          </p:cNvCxnSpPr>
          <p:nvPr/>
        </p:nvCxnSpPr>
        <p:spPr>
          <a:xfrm>
            <a:off x="683568" y="555526"/>
            <a:ext cx="7128000" cy="0"/>
          </a:xfrm>
          <a:prstGeom prst="line">
            <a:avLst/>
          </a:prstGeom>
          <a:noFill/>
          <a:ln w="25400" cap="rnd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</a:ln>
          <a:effectLst/>
        </p:spPr>
      </p:cxn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xmlns="" id="{6CB91A2D-7F93-0108-4FFB-12FE9034D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xmlns="" id="{803CC8A8-65F6-22F8-6D1A-484FF2C6D42F}"/>
              </a:ext>
            </a:extLst>
          </p:cNvPr>
          <p:cNvSpPr/>
          <p:nvPr/>
        </p:nvSpPr>
        <p:spPr>
          <a:xfrm>
            <a:off x="470043" y="699542"/>
            <a:ext cx="8341614" cy="7200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3.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說明簡報檔：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範例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)</a:t>
            </a:r>
            <a:endParaRPr lang="zh-TW" altLang="en-US" dirty="0">
              <a:solidFill>
                <a:prstClr val="black"/>
              </a:solidFill>
              <a:latin typeface="Gen Jyuu GothicX Bold" panose="020B0602020203020207" pitchFamily="34" charset="-120"/>
              <a:ea typeface="Gen Jyuu GothicX Bold" panose="020B0602020203020207" pitchFamily="34" charset="-120"/>
              <a:cs typeface="Gen Jyuu GothicX Bold" panose="020B0602020203020207" pitchFamily="34" charset="-120"/>
            </a:endParaRPr>
          </a:p>
          <a:p>
            <a:pPr marL="351000" defTabSz="685800"/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(2)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透過這門課，我學會了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… (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簡述即可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xmlns="" val="359789107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xmlns="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6E423DD5-E0D7-4847-9279-ED13F6651F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35496" y="71940"/>
            <a:ext cx="576064" cy="576064"/>
          </a:xfrm>
          <a:prstGeom prst="rect">
            <a:avLst/>
          </a:prstGeom>
          <a:effectLst/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xmlns="" id="{B2270A35-76D0-453D-B9CA-23AFE8ED32A3}"/>
              </a:ext>
            </a:extLst>
          </p:cNvPr>
          <p:cNvSpPr txBox="1"/>
          <p:nvPr/>
        </p:nvSpPr>
        <p:spPr>
          <a:xfrm>
            <a:off x="683568" y="71938"/>
            <a:ext cx="7560840" cy="523216"/>
          </a:xfrm>
          <a:prstGeom prst="rect">
            <a:avLst/>
          </a:prstGeom>
          <a:noFill/>
        </p:spPr>
        <p:txBody>
          <a:bodyPr wrap="square" lIns="91436" tIns="45718" rIns="91436" bIns="45718" rtlCol="0">
            <a:spAutoFit/>
          </a:bodyPr>
          <a:lstStyle/>
          <a:p>
            <a:pPr defTabSz="914355"/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123456789 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鄭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O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碩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 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&lt;==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改成自己的</a:t>
            </a: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xmlns="" id="{BF6E478C-D75F-4A9A-8971-454DEB738AF7}"/>
              </a:ext>
            </a:extLst>
          </p:cNvPr>
          <p:cNvCxnSpPr>
            <a:cxnSpLocks/>
          </p:cNvCxnSpPr>
          <p:nvPr/>
        </p:nvCxnSpPr>
        <p:spPr>
          <a:xfrm>
            <a:off x="683568" y="555526"/>
            <a:ext cx="7128000" cy="0"/>
          </a:xfrm>
          <a:prstGeom prst="line">
            <a:avLst/>
          </a:prstGeom>
          <a:noFill/>
          <a:ln w="25400" cap="rnd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</a:ln>
          <a:effectLst/>
        </p:spPr>
      </p:cxn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xmlns="" id="{6CB91A2D-7F93-0108-4FFB-12FE9034D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xmlns="" id="{803CC8A8-65F6-22F8-6D1A-484FF2C6D42F}"/>
              </a:ext>
            </a:extLst>
          </p:cNvPr>
          <p:cNvSpPr/>
          <p:nvPr/>
        </p:nvSpPr>
        <p:spPr>
          <a:xfrm>
            <a:off x="470043" y="699542"/>
            <a:ext cx="8341614" cy="12600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3.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說明簡報檔：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範例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)</a:t>
            </a:r>
            <a:endParaRPr lang="zh-TW" altLang="en-US" dirty="0">
              <a:solidFill>
                <a:prstClr val="black"/>
              </a:solidFill>
              <a:latin typeface="Gen Jyuu GothicX Bold" panose="020B0602020203020207" pitchFamily="34" charset="-120"/>
              <a:ea typeface="Gen Jyuu GothicX Bold" panose="020B0602020203020207" pitchFamily="34" charset="-120"/>
              <a:cs typeface="Gen Jyuu GothicX Bold" panose="020B0602020203020207" pitchFamily="34" charset="-120"/>
            </a:endParaRPr>
          </a:p>
          <a:p>
            <a:pPr marL="351000" defTabSz="685800"/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(3)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做作品時遇到了什麼問題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簡述即可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)</a:t>
            </a:r>
          </a:p>
          <a:p>
            <a:pPr marL="351000" defTabSz="685800"/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(4)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承上題，後來如何解決 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簡述即可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)</a:t>
            </a:r>
          </a:p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     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例如：老師有給什麼建議 或 操作上課軟體的什麼功能就做出來了</a:t>
            </a:r>
          </a:p>
        </p:txBody>
      </p:sp>
    </p:spTree>
    <p:extLst>
      <p:ext uri="{BB962C8B-B14F-4D97-AF65-F5344CB8AC3E}">
        <p14:creationId xmlns:p14="http://schemas.microsoft.com/office/powerpoint/2010/main" xmlns="" val="113101289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xmlns="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6E423DD5-E0D7-4847-9279-ED13F6651F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35496" y="71940"/>
            <a:ext cx="576064" cy="576064"/>
          </a:xfrm>
          <a:prstGeom prst="rect">
            <a:avLst/>
          </a:prstGeom>
          <a:effectLst/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xmlns="" id="{B2270A35-76D0-453D-B9CA-23AFE8ED32A3}"/>
              </a:ext>
            </a:extLst>
          </p:cNvPr>
          <p:cNvSpPr txBox="1"/>
          <p:nvPr/>
        </p:nvSpPr>
        <p:spPr>
          <a:xfrm>
            <a:off x="683568" y="71938"/>
            <a:ext cx="7560840" cy="523216"/>
          </a:xfrm>
          <a:prstGeom prst="rect">
            <a:avLst/>
          </a:prstGeom>
          <a:noFill/>
        </p:spPr>
        <p:txBody>
          <a:bodyPr wrap="square" lIns="91436" tIns="45718" rIns="91436" bIns="45718" rtlCol="0">
            <a:spAutoFit/>
          </a:bodyPr>
          <a:lstStyle/>
          <a:p>
            <a:pPr defTabSz="914355"/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123456789 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鄭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O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碩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 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&lt;==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改成自己的</a:t>
            </a: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xmlns="" id="{BF6E478C-D75F-4A9A-8971-454DEB738AF7}"/>
              </a:ext>
            </a:extLst>
          </p:cNvPr>
          <p:cNvCxnSpPr>
            <a:cxnSpLocks/>
          </p:cNvCxnSpPr>
          <p:nvPr/>
        </p:nvCxnSpPr>
        <p:spPr>
          <a:xfrm>
            <a:off x="683568" y="555526"/>
            <a:ext cx="7128000" cy="0"/>
          </a:xfrm>
          <a:prstGeom prst="line">
            <a:avLst/>
          </a:prstGeom>
          <a:noFill/>
          <a:ln w="25400" cap="rnd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</a:ln>
          <a:effectLst/>
        </p:spPr>
      </p:cxn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xmlns="" id="{6CB91A2D-7F93-0108-4FFB-12FE9034D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xmlns="" id="{803CC8A8-65F6-22F8-6D1A-484FF2C6D42F}"/>
              </a:ext>
            </a:extLst>
          </p:cNvPr>
          <p:cNvSpPr/>
          <p:nvPr/>
        </p:nvSpPr>
        <p:spPr>
          <a:xfrm>
            <a:off x="470043" y="699542"/>
            <a:ext cx="8341614" cy="10800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3.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說明簡報檔：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範例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)</a:t>
            </a:r>
            <a:endParaRPr lang="zh-TW" altLang="en-US" dirty="0">
              <a:solidFill>
                <a:prstClr val="black"/>
              </a:solidFill>
              <a:latin typeface="Gen Jyuu GothicX Bold" panose="020B0602020203020207" pitchFamily="34" charset="-120"/>
              <a:ea typeface="Gen Jyuu GothicX Bold" panose="020B0602020203020207" pitchFamily="34" charset="-120"/>
              <a:cs typeface="Gen Jyuu GothicX Bold" panose="020B0602020203020207" pitchFamily="34" charset="-120"/>
            </a:endParaRPr>
          </a:p>
          <a:p>
            <a:pPr marL="351000" defTabSz="685800"/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(5)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截圖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2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張作品畫面，一張具代表的執行畫面、另一張是局部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code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碼</a:t>
            </a:r>
            <a:endParaRPr lang="en-US" altLang="zh-TW" dirty="0">
              <a:solidFill>
                <a:prstClr val="black"/>
              </a:solidFill>
              <a:latin typeface="Gen Jyuu GothicX Bold" panose="020B0602020203020207" pitchFamily="34" charset="-120"/>
              <a:ea typeface="Gen Jyuu GothicX Bold" panose="020B0602020203020207" pitchFamily="34" charset="-120"/>
              <a:cs typeface="Gen Jyuu GothicX Bold" panose="020B0602020203020207" pitchFamily="34" charset="-120"/>
            </a:endParaRPr>
          </a:p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    &gt;&gt; 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有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YT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或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GitHub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或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QR Code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上傳作品的網址連結更加分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xmlns="" val="228156608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xmlns="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6E423DD5-E0D7-4847-9279-ED13F6651F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35496" y="71940"/>
            <a:ext cx="576064" cy="576064"/>
          </a:xfrm>
          <a:prstGeom prst="rect">
            <a:avLst/>
          </a:prstGeom>
          <a:effectLst/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xmlns="" id="{B2270A35-76D0-453D-B9CA-23AFE8ED32A3}"/>
              </a:ext>
            </a:extLst>
          </p:cNvPr>
          <p:cNvSpPr txBox="1"/>
          <p:nvPr/>
        </p:nvSpPr>
        <p:spPr>
          <a:xfrm>
            <a:off x="683568" y="71938"/>
            <a:ext cx="7560840" cy="523216"/>
          </a:xfrm>
          <a:prstGeom prst="rect">
            <a:avLst/>
          </a:prstGeom>
          <a:noFill/>
        </p:spPr>
        <p:txBody>
          <a:bodyPr wrap="square" lIns="91436" tIns="45718" rIns="91436" bIns="45718" rtlCol="0">
            <a:spAutoFit/>
          </a:bodyPr>
          <a:lstStyle/>
          <a:p>
            <a:pPr defTabSz="914355"/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123456789 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鄭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O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碩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 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&lt;==</a:t>
            </a:r>
            <a:r>
              <a:rPr lang="zh-TW" altLang="en-US" sz="28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源泉圓體 M" panose="020B0600000000000000" pitchFamily="34" charset="-120"/>
                <a:ea typeface="源泉圓體 M" panose="020B0600000000000000" pitchFamily="34" charset="-120"/>
                <a:cs typeface="Gen Jyuu GothicX Medium" panose="02020500000000000000" charset="-120"/>
              </a:rPr>
              <a:t>改成自己的</a:t>
            </a: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xmlns="" id="{BF6E478C-D75F-4A9A-8971-454DEB738AF7}"/>
              </a:ext>
            </a:extLst>
          </p:cNvPr>
          <p:cNvCxnSpPr>
            <a:cxnSpLocks/>
          </p:cNvCxnSpPr>
          <p:nvPr/>
        </p:nvCxnSpPr>
        <p:spPr>
          <a:xfrm>
            <a:off x="683568" y="555526"/>
            <a:ext cx="7128000" cy="0"/>
          </a:xfrm>
          <a:prstGeom prst="line">
            <a:avLst/>
          </a:prstGeom>
          <a:noFill/>
          <a:ln w="25400" cap="rnd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</a:ln>
          <a:effectLst/>
        </p:spPr>
      </p:cxn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xmlns="" id="{6CB91A2D-7F93-0108-4FFB-12FE9034D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2EDC7-15F1-42AB-B170-237866E6671F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xmlns="" id="{803CC8A8-65F6-22F8-6D1A-484FF2C6D42F}"/>
              </a:ext>
            </a:extLst>
          </p:cNvPr>
          <p:cNvSpPr/>
          <p:nvPr/>
        </p:nvSpPr>
        <p:spPr>
          <a:xfrm>
            <a:off x="470043" y="699542"/>
            <a:ext cx="8341614" cy="10800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3.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說明簡報檔：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範例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)</a:t>
            </a:r>
            <a:endParaRPr lang="zh-TW" altLang="en-US" dirty="0">
              <a:solidFill>
                <a:prstClr val="black"/>
              </a:solidFill>
              <a:latin typeface="Gen Jyuu GothicX Bold" panose="020B0602020203020207" pitchFamily="34" charset="-120"/>
              <a:ea typeface="Gen Jyuu GothicX Bold" panose="020B0602020203020207" pitchFamily="34" charset="-120"/>
              <a:cs typeface="Gen Jyuu GothicX Bold" panose="020B0602020203020207" pitchFamily="34" charset="-120"/>
            </a:endParaRPr>
          </a:p>
          <a:p>
            <a:pPr marL="351000" defTabSz="685800"/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(5)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截圖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2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張作品畫面，一張具代表的執行畫面、另一張是局部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code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碼</a:t>
            </a:r>
            <a:endParaRPr lang="en-US" altLang="zh-TW" dirty="0">
              <a:solidFill>
                <a:prstClr val="black"/>
              </a:solidFill>
              <a:latin typeface="Gen Jyuu GothicX Bold" panose="020B0602020203020207" pitchFamily="34" charset="-120"/>
              <a:ea typeface="Gen Jyuu GothicX Bold" panose="020B0602020203020207" pitchFamily="34" charset="-120"/>
              <a:cs typeface="Gen Jyuu GothicX Bold" panose="020B0602020203020207" pitchFamily="34" charset="-120"/>
            </a:endParaRPr>
          </a:p>
          <a:p>
            <a:pPr marL="351000" defTabSz="685800"/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      &gt;&gt; 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有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YT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或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GitHub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或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QR Code</a:t>
            </a:r>
            <a:r>
              <a:rPr lang="zh-TW" altLang="en-US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 上傳作品的網址連結更加分</a:t>
            </a:r>
            <a:r>
              <a:rPr lang="en-US" altLang="zh-TW" dirty="0">
                <a:solidFill>
                  <a:prstClr val="black"/>
                </a:solidFill>
                <a:latin typeface="Gen Jyuu GothicX Bold" panose="020B0602020203020207" pitchFamily="34" charset="-120"/>
                <a:ea typeface="Gen Jyuu GothicX Bold" panose="020B0602020203020207" pitchFamily="34" charset="-120"/>
                <a:cs typeface="Gen Jyuu GothicX Bold" panose="020B0602020203020207" pitchFamily="34" charset="-120"/>
              </a:rPr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xmlns="" val="26258979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xmlns="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9">
            <a:extLst>
              <a:ext uri="{FF2B5EF4-FFF2-40B4-BE49-F238E27FC236}">
                <a16:creationId xmlns:a16="http://schemas.microsoft.com/office/drawing/2014/main" xmlns="" id="{461B54A3-9E16-448E-B702-6344102C50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04" y="2063918"/>
            <a:ext cx="3960440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defTabSz="657701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TW" sz="6000" dirty="0">
                <a:solidFill>
                  <a:srgbClr val="000000"/>
                </a:solidFill>
                <a:latin typeface="GenSenRounded JP B" panose="020B0800000000000000" pitchFamily="34" charset="-128"/>
                <a:ea typeface="GenSenRounded JP B" panose="020B0800000000000000" pitchFamily="34" charset="-128"/>
              </a:rPr>
              <a:t>---END---</a:t>
            </a:r>
            <a:endParaRPr lang="zh-TW" altLang="en-US" sz="6000" dirty="0">
              <a:solidFill>
                <a:srgbClr val="000000"/>
              </a:solidFill>
              <a:latin typeface="GenSenRounded JP B" panose="020B0800000000000000" pitchFamily="34" charset="-128"/>
              <a:ea typeface="GenSenRounded JP B" panose="020B0800000000000000" pitchFamily="34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tents Slide Master">
  <a:themeElements>
    <a:clrScheme name="ALL PPT-BALLOON DOLLAR">
      <a:dk1>
        <a:sysClr val="windowText" lastClr="000000"/>
      </a:dk1>
      <a:lt1>
        <a:sysClr val="window" lastClr="FFFFFF"/>
      </a:lt1>
      <a:dk2>
        <a:srgbClr val="44546A"/>
      </a:dk2>
      <a:lt2>
        <a:srgbClr val="CBCBCB"/>
      </a:lt2>
      <a:accent1>
        <a:srgbClr val="B1D9C7"/>
      </a:accent1>
      <a:accent2>
        <a:srgbClr val="62C1C5"/>
      </a:accent2>
      <a:accent3>
        <a:srgbClr val="FDD247"/>
      </a:accent3>
      <a:accent4>
        <a:srgbClr val="F7A60B"/>
      </a:accent4>
      <a:accent5>
        <a:srgbClr val="576868"/>
      </a:accent5>
      <a:accent6>
        <a:srgbClr val="CBCBCB"/>
      </a:accent6>
      <a:hlink>
        <a:srgbClr val="0563C1"/>
      </a:hlink>
      <a:folHlink>
        <a:srgbClr val="954F72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主题">
  <a:themeElements>
    <a:clrScheme name="Office 主题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FFFFFF"/>
      </a:accent3>
      <a:accent4>
        <a:srgbClr val="000000"/>
      </a:accent4>
      <a:accent5>
        <a:srgbClr val="B5CBE7"/>
      </a:accent5>
      <a:accent6>
        <a:srgbClr val="D7712B"/>
      </a:accent6>
      <a:hlink>
        <a:srgbClr val="0563C1"/>
      </a:hlink>
      <a:folHlink>
        <a:srgbClr val="954F72"/>
      </a:folHlink>
    </a:clrScheme>
    <a:fontScheme name="Office 主题">
      <a:majorFont>
        <a:latin typeface="Calibri Light"/>
        <a:ea typeface="宋体"/>
        <a:cs typeface=""/>
      </a:majorFont>
      <a:minorFont>
        <a:latin typeface="Calibri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tabLst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tabLst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Office 主题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FFFFFF"/>
        </a:accent3>
        <a:accent4>
          <a:srgbClr val="000000"/>
        </a:accent4>
        <a:accent5>
          <a:srgbClr val="B5CBE7"/>
        </a:accent5>
        <a:accent6>
          <a:srgbClr val="D7712B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7120</TotalTime>
  <Words>438</Words>
  <Application>Microsoft Office PowerPoint</Application>
  <PresentationFormat>如螢幕大小 (16:9)</PresentationFormat>
  <Paragraphs>42</Paragraphs>
  <Slides>8</Slides>
  <Notes>1</Notes>
  <HiddenSlides>0</HiddenSlides>
  <MMClips>0</MMClips>
  <ScaleCrop>false</ScaleCrop>
  <HeadingPairs>
    <vt:vector size="4" baseType="variant">
      <vt:variant>
        <vt:lpstr>佈景主題</vt:lpstr>
      </vt:variant>
      <vt:variant>
        <vt:i4>4</vt:i4>
      </vt:variant>
      <vt:variant>
        <vt:lpstr>投影片標題</vt:lpstr>
      </vt:variant>
      <vt:variant>
        <vt:i4>8</vt:i4>
      </vt:variant>
    </vt:vector>
  </HeadingPairs>
  <TitlesOfParts>
    <vt:vector size="12" baseType="lpstr">
      <vt:lpstr>Contents Slide Master</vt:lpstr>
      <vt:lpstr>1_Office 佈景主題</vt:lpstr>
      <vt:lpstr>1_Office 主题</vt:lpstr>
      <vt:lpstr>Office Theme</vt:lpstr>
      <vt:lpstr>投影片 1</vt:lpstr>
      <vt:lpstr>投影片 2</vt:lpstr>
      <vt:lpstr>投影片 3</vt:lpstr>
      <vt:lpstr>投影片 4</vt:lpstr>
      <vt:lpstr>投影片 5</vt:lpstr>
      <vt:lpstr>投影片 6</vt:lpstr>
      <vt:lpstr>投影片 7</vt:lpstr>
      <vt:lpstr>投影片 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 資教職能訓練-總務  講師：台中站前_鄭尹碩</dc:title>
  <dc:creator>David.R</dc:creator>
  <cp:lastModifiedBy>林照陽</cp:lastModifiedBy>
  <cp:revision>359</cp:revision>
  <dcterms:created xsi:type="dcterms:W3CDTF">2019-07-15T03:27:23Z</dcterms:created>
  <dcterms:modified xsi:type="dcterms:W3CDTF">2023-10-16T14:27:00Z</dcterms:modified>
</cp:coreProperties>
</file>